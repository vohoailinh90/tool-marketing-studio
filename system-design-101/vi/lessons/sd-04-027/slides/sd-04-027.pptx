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5240000" cy="22860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SQL</a:t>
            </a:r>
            <a:r>
              <a:rPr lang="en-US" sz="8100" dirty="0" spc="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81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những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chặng</a:t>
            </a:r>
            <a:r>
              <a:rPr lang="en-US" sz="81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3905250"/>
            <a:ext cx="14287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30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30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vết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1428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10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endParaRPr lang="en-US" sz="2100" dirty="0"/>
          </a:p>
        </p:txBody>
      </p:sp>
      <p:sp>
        <p:nvSpPr>
          <p:cNvPr id="6" name="Connector line-1792370006739-524992225"/>
          <p:cNvSpPr/>
          <p:nvPr/>
        </p:nvSpPr>
        <p:spPr>
          <a:xfrm>
            <a:off x="1905000" y="6667500"/>
            <a:ext cx="14478000" cy="0"/>
          </a:xfrm>
          <a:prstGeom prst="line">
            <a:avLst/>
          </a:prstGeom>
          <a:noFill/>
          <a:ln w="952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619250" y="6381750"/>
            <a:ext cx="571500" cy="571500"/>
          </a:xfrm>
          <a:prstGeom prst="ellipse">
            <a:avLst/>
          </a:prstGeom>
          <a:solidFill>
            <a:srgbClr val="14161C"/>
          </a:solidFill>
          <a:ln w="76200">
            <a:solidFill>
              <a:srgbClr val="FF6A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14850" y="6381750"/>
            <a:ext cx="571500" cy="571500"/>
          </a:xfrm>
          <a:prstGeom prst="ellipse">
            <a:avLst/>
          </a:prstGeom>
          <a:solidFill>
            <a:srgbClr val="14161C"/>
          </a:solidFill>
          <a:ln w="76200">
            <a:solidFill>
              <a:srgbClr val="FF6A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10450" y="6381750"/>
            <a:ext cx="571500" cy="571500"/>
          </a:xfrm>
          <a:prstGeom prst="ellipse">
            <a:avLst/>
          </a:prstGeom>
          <a:solidFill>
            <a:srgbClr val="14161C"/>
          </a:solidFill>
          <a:ln w="76200">
            <a:solidFill>
              <a:srgbClr val="7C9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06050" y="6381750"/>
            <a:ext cx="571500" cy="571500"/>
          </a:xfrm>
          <a:prstGeom prst="ellipse">
            <a:avLst/>
          </a:prstGeom>
          <a:solidFill>
            <a:srgbClr val="14161C"/>
          </a:solidFill>
          <a:ln w="76200">
            <a:solidFill>
              <a:srgbClr val="7C93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201650" y="6381750"/>
            <a:ext cx="571500" cy="571500"/>
          </a:xfrm>
          <a:prstGeom prst="ellipse">
            <a:avLst/>
          </a:prstGeom>
          <a:solidFill>
            <a:srgbClr val="14161C"/>
          </a:solidFill>
          <a:ln w="76200">
            <a:solidFill>
              <a:srgbClr val="FFB4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97250" y="6381750"/>
            <a:ext cx="571500" cy="571500"/>
          </a:xfrm>
          <a:prstGeom prst="ellipse">
            <a:avLst/>
          </a:prstGeom>
          <a:solidFill>
            <a:srgbClr val="14161C"/>
          </a:solidFill>
          <a:ln w="76200">
            <a:solidFill>
              <a:srgbClr val="3D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" y="7239000"/>
            <a:ext cx="2667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3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1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467100" y="7239000"/>
            <a:ext cx="2667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1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 cú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362700" y="7239000"/>
            <a:ext cx="2667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1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 nghĩa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258300" y="7239000"/>
            <a:ext cx="2667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153900" y="7239000"/>
            <a:ext cx="2667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1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Lập</a:t>
            </a:r>
            <a:r>
              <a:rPr lang="en-US" sz="2100" b="1" dirty="0" spc="-3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5049500" y="7239000"/>
            <a:ext cx="2667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Thực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14400" y="95250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sd-04-027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72a6b779-91f6-4bc5-b215-a9808ec76a6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619250"/>
            <a:ext cx="114300" cy="21907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524000"/>
            <a:ext cx="15811500" cy="238125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Gây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8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78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chặng,</a:t>
            </a:r>
            <a:r>
              <a:rPr lang="en-US" sz="78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8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dấu</a:t>
            </a:r>
            <a:r>
              <a:rPr lang="en-US" sz="78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vết.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914400" y="447675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PostgreSQL;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6096000"/>
            <a:ext cx="5181600" cy="2095500"/>
          </a:xfrm>
          <a:prstGeom prst="roundRect">
            <a:avLst>
              <a:gd name="adj" fmla="val 1272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6381750"/>
            <a:ext cx="44196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6819900"/>
            <a:ext cx="441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PostgreSQL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16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295400" y="7620000"/>
            <a:ext cx="4419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bộ,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553200" y="6096000"/>
            <a:ext cx="5181600" cy="2095500"/>
          </a:xfrm>
          <a:prstGeom prst="roundRect">
            <a:avLst>
              <a:gd name="adj" fmla="val 1272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34200" y="6381750"/>
            <a:ext cx="44196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180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ORDERS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34200" y="6819900"/>
            <a:ext cx="441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200.000</a:t>
            </a: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12192000" y="6096000"/>
            <a:ext cx="5181600" cy="2095500"/>
          </a:xfrm>
          <a:prstGeom prst="roundRect">
            <a:avLst>
              <a:gd name="adj" fmla="val 12727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12573000" y="6381750"/>
            <a:ext cx="44196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8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573000" y="6819900"/>
            <a:ext cx="4419600" cy="590550"/>
          </a:xfrm>
          <a:prstGeom prst="rect">
            <a:avLst/>
          </a:prstGeom>
          <a:noFill/>
          <a:ln/>
        </p:spPr>
        <p:txBody>
          <a:bodyPr wrap="square" lIns="0" tIns="9991" rIns="0" bIns="-9991" rtlCol="0" anchor="t"/>
          <a:lstStyle/>
          <a:p>
            <a:pPr algn="l" indent="0" marL="0">
              <a:lnSpc>
                <a:spcPts val="3547"/>
              </a:lnSpc>
              <a:buNone/>
            </a:pPr>
            <a:r>
              <a:rPr lang="en-US" sz="2627" b="1" dirty="0" spc="-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</a:t>
            </a:r>
            <a:r>
              <a:rPr lang="en-US" sz="2627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hoạch,</a:t>
            </a:r>
            <a:r>
              <a:rPr lang="en-US" sz="2627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627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627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627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627" dirty="0"/>
          </a:p>
        </p:txBody>
      </p:sp>
      <p:sp>
        <p:nvSpPr>
          <p:cNvPr id="16" name="Shape 1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b9b7c237-2c3f-4510-97fa-d4543751cb6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 1</a:t>
            </a:r>
            <a:r>
              <a:rPr lang="en-US" sz="1950" b="1" spc="17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2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NỐI, PHÂN TÍCH CÚ PHÁP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4762500" y="3048000"/>
            <a:ext cx="6096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277600" y="3048000"/>
            <a:ext cx="6096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VẾT</a:t>
            </a:r>
            <a:r>
              <a:rPr lang="en-US" sz="1800" b="1" spc="19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524250"/>
            <a:ext cx="3524250" cy="2571750"/>
          </a:xfrm>
          <a:prstGeom prst="roundRect">
            <a:avLst>
              <a:gd name="adj" fmla="val 8889"/>
            </a:avLst>
          </a:prstGeom>
          <a:solidFill>
            <a:srgbClr val="E8472B"/>
          </a:solidFill>
          <a:ln/>
        </p:spPr>
      </p:sp>
      <p:sp>
        <p:nvSpPr>
          <p:cNvPr id="7" name="Text 5"/>
          <p:cNvSpPr/>
          <p:nvPr/>
        </p:nvSpPr>
        <p:spPr>
          <a:xfrm>
            <a:off x="1200150" y="3810000"/>
            <a:ext cx="30480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Kết</a:t>
            </a: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endParaRPr lang="en-US" sz="3900" dirty="0"/>
          </a:p>
        </p:txBody>
      </p:sp>
      <p:sp>
        <p:nvSpPr>
          <p:cNvPr id="8" name="Shape 6"/>
          <p:cNvSpPr/>
          <p:nvPr/>
        </p:nvSpPr>
        <p:spPr>
          <a:xfrm>
            <a:off x="914400" y="6286500"/>
            <a:ext cx="3524250" cy="2571750"/>
          </a:xfrm>
          <a:prstGeom prst="roundRect">
            <a:avLst>
              <a:gd name="adj" fmla="val 8889"/>
            </a:avLst>
          </a:prstGeom>
          <a:solidFill>
            <a:srgbClr val="F8D9D0"/>
          </a:solidFill>
          <a:ln/>
        </p:spPr>
      </p:sp>
      <p:sp>
        <p:nvSpPr>
          <p:cNvPr id="9" name="Text 7"/>
          <p:cNvSpPr/>
          <p:nvPr/>
        </p:nvSpPr>
        <p:spPr>
          <a:xfrm>
            <a:off x="1200150" y="6572250"/>
            <a:ext cx="3048000" cy="1333500"/>
          </a:xfrm>
          <a:prstGeom prst="rect">
            <a:avLst/>
          </a:prstGeom>
          <a:noFill/>
          <a:ln/>
        </p:spPr>
        <p:txBody>
          <a:bodyPr wrap="square" lIns="0" tIns="33433" rIns="0" bIns="-33433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9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Phân</a:t>
            </a:r>
            <a:r>
              <a:rPr lang="en-US" sz="39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tích</a:t>
            </a:r>
            <a:r>
              <a:rPr lang="en-US" sz="39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cú</a:t>
            </a:r>
            <a:r>
              <a:rPr lang="en-US" sz="39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pháp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4762500" y="3524250"/>
            <a:ext cx="6096000" cy="2571750"/>
          </a:xfrm>
          <a:prstGeom prst="roundRect">
            <a:avLst>
              <a:gd name="adj" fmla="val 888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richtext-1792370051413-238228708"/>
          <p:cNvSpPr/>
          <p:nvPr/>
        </p:nvSpPr>
        <p:spPr>
          <a:xfrm>
            <a:off x="5143500" y="3848100"/>
            <a:ext cx="5334000" cy="2000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máy: psql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socket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Unix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1277600" y="3524250"/>
            <a:ext cx="6096000" cy="2571750"/>
          </a:xfrm>
          <a:prstGeom prst="roundRect">
            <a:avLst>
              <a:gd name="adj" fmla="val 888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richtext-1792370051432-893351082"/>
          <p:cNvSpPr/>
          <p:nvPr/>
        </p:nvSpPr>
        <p:spPr>
          <a:xfrm>
            <a:off x="11658600" y="3848100"/>
            <a:ext cx="5334000" cy="2000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Socket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Unix: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inet_server_addr()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rỗng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localhost: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127.0.0.1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4762500" y="6286500"/>
            <a:ext cx="6096000" cy="2571750"/>
          </a:xfrm>
          <a:prstGeom prst="roundRect">
            <a:avLst>
              <a:gd name="adj" fmla="val 888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Text richtext-1792370051440-998867814"/>
          <p:cNvSpPr/>
          <p:nvPr/>
        </p:nvSpPr>
        <p:spPr>
          <a:xfrm>
            <a:off x="5143500" y="6610350"/>
            <a:ext cx="5334000" cy="2000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 cố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1277600" y="6286500"/>
            <a:ext cx="6096000" cy="2571750"/>
          </a:xfrm>
          <a:prstGeom prst="roundRect">
            <a:avLst>
              <a:gd name="adj" fmla="val 8889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58600" y="6610350"/>
            <a:ext cx="5334000" cy="5524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selec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*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from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orders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1658600" y="7239000"/>
            <a:ext cx="5334000" cy="1333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2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syntax</a:t>
            </a:r>
            <a:r>
              <a:rPr lang="en-US" sz="2400" dirty="0" spc="-1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error</a:t>
            </a:r>
            <a:r>
              <a:rPr lang="en-US" sz="2400" dirty="0" spc="-1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at</a:t>
            </a:r>
            <a:r>
              <a:rPr lang="en-US" sz="2400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</a:t>
            </a:r>
            <a:r>
              <a:rPr lang="en-US" sz="2400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near</a:t>
            </a:r>
            <a:r>
              <a:rPr lang="en-US" sz="2400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"selec"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3d91ecca-6149-48cd-80c3-2fc0145ab5f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17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2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 NGHĨA, VIẾT LẠI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Giờ</a:t>
            </a:r>
            <a:r>
              <a:rPr lang="en-US" sz="69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69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 mục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667250"/>
          </a:xfrm>
          <a:prstGeom prst="roundRect">
            <a:avLst>
              <a:gd name="adj" fmla="val 5714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7185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180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 NGHĨA</a:t>
            </a:r>
            <a:endParaRPr lang="en-US" sz="1800" dirty="0"/>
          </a:p>
        </p:txBody>
      </p:sp>
      <p:sp>
        <p:nvSpPr>
          <p:cNvPr id="6" name="Text richtext-1792370067952-835437861"/>
          <p:cNvSpPr/>
          <p:nvPr/>
        </p:nvSpPr>
        <p:spPr>
          <a:xfrm>
            <a:off x="1295400" y="384810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7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bảng,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cột,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Mở,</a:t>
            </a:r>
            <a:r>
              <a:rPr lang="en-US" sz="25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295400" y="5524500"/>
            <a:ext cx="7239000" cy="1809750"/>
          </a:xfrm>
          <a:prstGeom prst="roundRect">
            <a:avLst>
              <a:gd name="adj" fmla="val 10526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1581150" y="5772150"/>
            <a:ext cx="6667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select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*</a:t>
            </a:r>
            <a:r>
              <a:rPr lang="en-US" sz="22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from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don_hang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81150" y="6343650"/>
            <a:ext cx="6667500" cy="857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1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relation</a:t>
            </a:r>
            <a:r>
              <a:rPr lang="en-US" sz="2100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"don_hang"</a:t>
            </a:r>
            <a:r>
              <a:rPr lang="en-US" sz="2100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does</a:t>
            </a:r>
            <a:r>
              <a:rPr lang="en-US" sz="2100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</a:t>
            </a:r>
            <a:r>
              <a:rPr lang="en-US" sz="2100" dirty="0" spc="-1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exist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372600" y="3048000"/>
            <a:ext cx="8001000" cy="4667250"/>
          </a:xfrm>
          <a:prstGeom prst="roundRect">
            <a:avLst>
              <a:gd name="adj" fmla="val 5714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9753600" y="337185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180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53600" y="384810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 vào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bảng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753600" y="5524500"/>
            <a:ext cx="7239000" cy="1809750"/>
          </a:xfrm>
          <a:prstGeom prst="roundRect">
            <a:avLst>
              <a:gd name="adj" fmla="val 10526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0039350" y="5772150"/>
            <a:ext cx="6667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select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count(*)</a:t>
            </a:r>
            <a:r>
              <a:rPr lang="en-US" sz="22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from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big_orders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0039350" y="6343650"/>
            <a:ext cx="6667500" cy="857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5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</a:t>
            </a:r>
            <a:r>
              <a:rPr lang="en-US" sz="2100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2100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r>
              <a:rPr lang="en-US" sz="2100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100" dirty="0" spc="-1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orders,</a:t>
            </a:r>
            <a:r>
              <a:rPr lang="en-US" sz="2100" dirty="0" spc="-1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100" dirty="0" spc="1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100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100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view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809625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5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2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 tách: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BEGIN,</a:t>
            </a:r>
            <a:r>
              <a:rPr lang="en-US" sz="22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ROLLBACK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ngữ pháp.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980f0602-61f9-4c99-8a84-96a73c30cc2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195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950" b="1" spc="2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8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Ước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 phí, chọn</a:t>
            </a:r>
            <a:r>
              <a:rPr lang="en-US" sz="69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rẻ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1645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4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amount,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 lọc: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95400" y="3619500"/>
            <a:ext cx="4953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 KIỆN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67500" y="3619500"/>
            <a:ext cx="4953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39600" y="3619500"/>
            <a:ext cx="4953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</a:t>
            </a:r>
            <a:r>
              <a:rPr lang="en-US" sz="1800" b="1" spc="20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409575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4591050"/>
            <a:ext cx="49530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amount</a:t>
            </a: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=</a:t>
            </a: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6667500" y="4648200"/>
            <a:ext cx="4953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1%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2039600" y="4429125"/>
            <a:ext cx="4953000" cy="9525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70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" y="590550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5400" y="6400800"/>
            <a:ext cx="49530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amount</a:t>
            </a: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&lt;</a:t>
            </a:r>
            <a:r>
              <a:rPr lang="en-US" sz="3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90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6667500" y="6286500"/>
            <a:ext cx="4953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185.573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6667500" y="6819900"/>
            <a:ext cx="495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039600" y="6238875"/>
            <a:ext cx="4953000" cy="952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quét cả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14400" y="79057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 chỉ mục gần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 quét.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0e9fec0c-6931-46a4-a713-8c249545d1f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 6</a:t>
            </a:r>
            <a:r>
              <a:rPr lang="en-US" sz="1950" b="1" spc="2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1645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EXPLAIN</a:t>
            </a:r>
            <a:r>
              <a:rPr lang="en-US" sz="2400" dirty="0" spc="-3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(ANALYZE,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BUFFERS)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liền:</a:t>
            </a:r>
            <a:endParaRPr lang="en-US" sz="2400" dirty="0"/>
          </a:p>
        </p:txBody>
      </p:sp>
      <p:sp>
        <p:nvSpPr>
          <p:cNvPr id="5" name="Connector line-1792370105583-272360915"/>
          <p:cNvSpPr/>
          <p:nvPr/>
        </p:nvSpPr>
        <p:spPr>
          <a:xfrm>
            <a:off x="3105150" y="4476750"/>
            <a:ext cx="12077700" cy="0"/>
          </a:xfrm>
          <a:prstGeom prst="line">
            <a:avLst/>
          </a:prstGeom>
          <a:noFill/>
          <a:ln w="95250">
            <a:solidFill>
              <a:srgbClr val="CFE8E2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857500" y="4229100"/>
            <a:ext cx="495300" cy="495300"/>
          </a:xfrm>
          <a:prstGeom prst="ellipse">
            <a:avLst/>
          </a:prstGeom>
          <a:solidFill>
            <a:srgbClr val="F3EEE3"/>
          </a:solidFill>
          <a:ln w="57150">
            <a:solidFill>
              <a:srgbClr val="6B6A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96350" y="4229100"/>
            <a:ext cx="495300" cy="4953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Shape 6"/>
          <p:cNvSpPr/>
          <p:nvPr/>
        </p:nvSpPr>
        <p:spPr>
          <a:xfrm>
            <a:off x="14935200" y="4229100"/>
            <a:ext cx="495300" cy="4953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5143500"/>
            <a:ext cx="4381500" cy="2857500"/>
          </a:xfrm>
          <a:prstGeom prst="roundRect">
            <a:avLst>
              <a:gd name="adj" fmla="val 9333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5448300"/>
            <a:ext cx="3619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95400" y="5905500"/>
            <a:ext cx="3619500" cy="590550"/>
          </a:xfrm>
          <a:prstGeom prst="rect">
            <a:avLst/>
          </a:prstGeom>
          <a:noFill/>
          <a:ln/>
        </p:spPr>
        <p:txBody>
          <a:bodyPr wrap="square" lIns="0" tIns="9802" rIns="0" bIns="-9802" rtlCol="0" anchor="t"/>
          <a:lstStyle/>
          <a:p>
            <a:pPr algn="l" indent="0" marL="0">
              <a:lnSpc>
                <a:spcPts val="3478"/>
              </a:lnSpc>
              <a:buNone/>
            </a:pPr>
            <a:r>
              <a:rPr lang="en-US" sz="2576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Khởi</a:t>
            </a:r>
            <a:r>
              <a:rPr lang="en-US" sz="2576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76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76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76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576" dirty="0"/>
          </a:p>
        </p:txBody>
      </p:sp>
      <p:sp>
        <p:nvSpPr>
          <p:cNvPr id="12" name="Shape 10"/>
          <p:cNvSpPr/>
          <p:nvPr/>
        </p:nvSpPr>
        <p:spPr>
          <a:xfrm>
            <a:off x="6096000" y="5143500"/>
            <a:ext cx="60960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7000" y="5448300"/>
            <a:ext cx="5334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1800" b="1" spc="20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77000" y="5867400"/>
            <a:ext cx="533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shared</a:t>
            </a:r>
            <a:r>
              <a:rPr lang="en-US" sz="4200" dirty="0" spc="-1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read=1082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477000" y="6858000"/>
            <a:ext cx="5334000" cy="485775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1.082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2992100" y="5143500"/>
            <a:ext cx="4381500" cy="2857500"/>
          </a:xfrm>
          <a:prstGeom prst="roundRect">
            <a:avLst>
              <a:gd name="adj" fmla="val 9333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3373100" y="5448300"/>
            <a:ext cx="3619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1800" b="1" spc="225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373100" y="5867400"/>
            <a:ext cx="3619500" cy="133350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shared</a:t>
            </a:r>
            <a:r>
              <a:rPr lang="en-US" sz="36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hit=1082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3373100" y="7048500"/>
            <a:ext cx="3619500" cy="4572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 1.082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1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1dfb34a8-35dc-4330-9c75-31c892312fa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đừng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mang</a:t>
            </a:r>
            <a:r>
              <a:rPr lang="en-US" sz="6900" dirty="0" spc="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</a:t>
            </a:r>
            <a:r>
              <a:rPr lang="en-US" sz="69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90875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914400" y="4476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619625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914400" y="5905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048375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914400" y="73342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477125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2762250" y="339090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Đây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PostgreSQL;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 khác.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2762250" y="481965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SELECT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quyền.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762250" y="624840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8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nhờ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MVCC.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762250" y="767715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của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máy.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2cfb25d4-f018-4d65-95c8-28a87dea9f7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lỗi: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dừng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5143500" cy="952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cú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endParaRPr lang="en-US" sz="2550" dirty="0"/>
          </a:p>
        </p:txBody>
      </p:sp>
      <p:sp>
        <p:nvSpPr>
          <p:cNvPr id="5" name="Connector line-1792370146071-286592836"/>
          <p:cNvSpPr/>
          <p:nvPr/>
        </p:nvSpPr>
        <p:spPr>
          <a:xfrm>
            <a:off x="6153150" y="3524250"/>
            <a:ext cx="3619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6610350" y="3048000"/>
            <a:ext cx="10763250" cy="952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381500"/>
            <a:ext cx="5143500" cy="36195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705350"/>
            <a:ext cx="4381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SELEC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FROM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orders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295400" y="5334000"/>
            <a:ext cx="4381500" cy="1905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1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sai,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610350" y="4381500"/>
            <a:ext cx="5191125" cy="36195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1350" y="4705350"/>
            <a:ext cx="4429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SELECT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idd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FROM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orders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6991350" y="5334000"/>
            <a:ext cx="4429125" cy="1905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pháp,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idd.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182475" y="4381500"/>
            <a:ext cx="5191125" cy="3619500"/>
          </a:xfrm>
          <a:prstGeom prst="roundRect">
            <a:avLst>
              <a:gd name="adj" fmla="val 7368"/>
            </a:avLst>
          </a:prstGeom>
          <a:solidFill>
            <a:srgbClr val="DDE3FA"/>
          </a:solidFill>
          <a:ln/>
        </p:spPr>
      </p:sp>
      <p:sp>
        <p:nvSpPr>
          <p:cNvPr id="14" name="Text 12"/>
          <p:cNvSpPr/>
          <p:nvPr/>
        </p:nvSpPr>
        <p:spPr>
          <a:xfrm>
            <a:off x="12563475" y="4705350"/>
            <a:ext cx="4429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SELECT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FROM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orders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2563475" y="5334000"/>
            <a:ext cx="4429125" cy="2476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chờ:</a:t>
            </a:r>
            <a:r>
              <a:rPr lang="en-US" sz="24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AccessShareLock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DROP</a:t>
            </a:r>
            <a:r>
              <a:rPr lang="en-US" sz="24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TABLE.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8286750"/>
            <a:ext cx="16459200" cy="7620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4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SELECT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 có thể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chặn.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08/10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55a901c8-3128-4510-9681-fe929346218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1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1950" b="1" spc="22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0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1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b="1" spc="20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PG_LOCKS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 nào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 dịch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857750"/>
          </a:xfrm>
          <a:prstGeom prst="roundRect">
            <a:avLst>
              <a:gd name="adj" fmla="val 549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7185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SELECT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723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AccessShareLock</a:t>
            </a:r>
            <a:endParaRPr lang="en-US" sz="4200" dirty="0"/>
          </a:p>
        </p:txBody>
      </p:sp>
      <p:sp>
        <p:nvSpPr>
          <p:cNvPr id="7" name="Text richtext-1792370162412-991794198"/>
          <p:cNvSpPr/>
          <p:nvPr/>
        </p:nvSpPr>
        <p:spPr>
          <a:xfrm>
            <a:off x="1295400" y="4762500"/>
            <a:ext cx="7239000" cy="2857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-6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Xin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nghĩa, giữ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372600" y="3048000"/>
            <a:ext cx="8001000" cy="4857750"/>
          </a:xfrm>
          <a:prstGeom prst="roundRect">
            <a:avLst>
              <a:gd name="adj" fmla="val 5490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9753600" y="337185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8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UPDATE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53600" y="3810000"/>
            <a:ext cx="723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+</a:t>
            </a:r>
            <a:r>
              <a:rPr lang="en-US" sz="42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RowExclusiveLock</a:t>
            </a:r>
            <a:endParaRPr lang="en-US" sz="4200" dirty="0"/>
          </a:p>
        </p:txBody>
      </p:sp>
      <p:sp>
        <p:nvSpPr>
          <p:cNvPr id="11" name="Text richtext-1792370162432-954351555"/>
          <p:cNvSpPr/>
          <p:nvPr/>
        </p:nvSpPr>
        <p:spPr>
          <a:xfrm>
            <a:off x="9753600" y="4762500"/>
            <a:ext cx="7239000" cy="2857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Mới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8191500"/>
            <a:ext cx="16459200" cy="7620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21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shared</a:t>
            </a:r>
            <a:r>
              <a:rPr lang="en-US" sz="210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1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đầu: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1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7e484839-922a-488a-9a51-80c7df13278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17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00965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29565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810000" y="3352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Structured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810000" y="3848100"/>
            <a:ext cx="6858000" cy="857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5000625"/>
            <a:ext cx="100965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5248275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810000" y="5305425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Transmission Control</a:t>
            </a:r>
            <a:r>
              <a:rPr lang="en-US" sz="21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810000" y="5800725"/>
            <a:ext cx="6858000" cy="857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truyền:</a:t>
            </a:r>
            <a:r>
              <a:rPr lang="en-US" sz="2250" dirty="0" spc="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đủ, đúng thứ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6953250"/>
            <a:ext cx="100965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72009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MVCC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810000" y="725805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Multi-Version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Concurrency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810000" y="7753350"/>
            <a:ext cx="6858000" cy="8572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 bản: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cũ,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1468100" y="3048000"/>
            <a:ext cx="5905500" cy="5715000"/>
          </a:xfrm>
          <a:prstGeom prst="roundRect">
            <a:avLst>
              <a:gd name="adj" fmla="val 4667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1849100" y="3390900"/>
            <a:ext cx="5143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8" name="Text richtext-1792370179158-725275685"/>
          <p:cNvSpPr/>
          <p:nvPr/>
        </p:nvSpPr>
        <p:spPr>
          <a:xfrm>
            <a:off x="11849100" y="3943350"/>
            <a:ext cx="5143500" cy="4381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marL="285750" indent="-204151">
              <a:lnSpc>
                <a:spcPts val="315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pPr algn="l" marL="285750" indent="-285750">
              <a:lnSpc>
                <a:spcPts val="3150"/>
              </a:lnSpc>
              <a:spcAft>
                <a:spcPts val="1650"/>
              </a:spcAft>
              <a:buSzPct val="100000"/>
              <a:buChar char="•"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2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pPr algn="l" marL="285750" indent="-285750">
              <a:lnSpc>
                <a:spcPts val="3150"/>
              </a:lnSpc>
              <a:spcAft>
                <a:spcPts val="1650"/>
              </a:spcAft>
              <a:buSzPct val="100000"/>
              <a:buChar char="•"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Overview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22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Internals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buSzPct val="100000"/>
              <a:buFont typeface="Arial"/>
              <a:buChar char="•"/>
            </a:pPr>
            <a:r>
              <a:rPr lang="en-US" sz="22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pPr algn="l" marL="285750" indent="-285750">
              <a:lnSpc>
                <a:spcPts val="3150"/>
              </a:lnSpc>
              <a:buSzPct val="100000"/>
              <a:buChar char="•"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2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Concurrency</a:t>
            </a: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b97ebac6-064c-4b1b-8257-fc0b6fa52ef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2026-10-19T01:59:40Z</dcterms:created>
  <dcterms:modified xsi:type="dcterms:W3CDTF">2026-10-19T01:59:40Z</dcterms:modified>
</cp:coreProperties>
</file>