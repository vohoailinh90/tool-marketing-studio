
<file path=[Content_Types].xml><?xml version="1.0" encoding="utf-8"?>
<Types xmlns="http://schemas.openxmlformats.org/package/2006/content-types">
  <Default Extension="fntdata" ContentType="application/x-fontdata"/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false" autoCompressPictures="0" embedTrueTypeFonts="true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notesMasterIdLst>
    <p:notesMasterId r:id="rId11"/>
  </p:notesMasterIdLst>
  <p:sldSz cx="18288000" cy="10287000"/>
  <p:notesSz cx="10287000" cy="18288000"/>
  <p:embeddedFontLst>
    <p:embeddedFont>
      <p:font typeface="Be Vietnam Pro"/>
      <p:regular r:id="rId18"/>
      <p:bold r:id="rId16"/>
    </p:embeddedFont>
    <p:embeddedFont>
      <p:font typeface="Bricolage Grotesque ExtraBold"/>
      <p:regular r:id="rId17"/>
    </p:embeddedFont>
    <p:embeddedFont>
      <p:font typeface="Be Vietnam Pro SemiBold"/>
      <p:regular r:id="rId19"/>
    </p:embeddedFont>
    <p:embeddedFont>
      <p:font typeface="Be Vietnam Pro ExtraBold"/>
      <p:regular r:id="rId20"/>
    </p:embeddedFont>
  </p:embeddedFontLst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notesMaster" Target="notesMasters/notesMaster1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Relationship Id="rId16" Type="http://schemas.openxmlformats.org/officeDocument/2006/relationships/font" Target="fonts/font1.fntdata"/><Relationship Id="rId17" Type="http://schemas.openxmlformats.org/officeDocument/2006/relationships/font" Target="fonts/font2.fntdata"/><Relationship Id="rId18" Type="http://schemas.openxmlformats.org/officeDocument/2006/relationships/font" Target="fonts/font3.fntdata"/><Relationship Id="rId19" Type="http://schemas.openxmlformats.org/officeDocument/2006/relationships/font" Target="fonts/font4.fntdata"/><Relationship Id="rId20" Type="http://schemas.openxmlformats.org/officeDocument/2006/relationships/font" Target="fonts/font5.fntdata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14400"/>
            <a:ext cx="93345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197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950" b="1" spc="224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950" b="1" spc="227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950" b="1" spc="222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950" b="1" spc="220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950" b="1" spc="226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16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428750"/>
            <a:ext cx="9620250" cy="3810000"/>
          </a:xfrm>
          <a:prstGeom prst="rect">
            <a:avLst/>
          </a:prstGeom>
          <a:noFill/>
          <a:ln/>
        </p:spPr>
        <p:txBody>
          <a:bodyPr wrap="square" lIns="0" tIns="61722" rIns="0" bIns="-61722" rtlCol="0" anchor="t"/>
          <a:lstStyle/>
          <a:p>
            <a:pPr algn="l" indent="0" marL="0">
              <a:lnSpc>
                <a:spcPts val="8748"/>
              </a:lnSpc>
              <a:buNone/>
            </a:pPr>
            <a:r>
              <a:rPr lang="en-US" sz="8100" dirty="0" spc="-118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Mười</a:t>
            </a:r>
            <a:r>
              <a:rPr lang="en-US" sz="8100" dirty="0" spc="-1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một</a:t>
            </a:r>
            <a:endParaRPr lang="en-US" sz="8100" dirty="0"/>
          </a:p>
          <a:p>
            <a:pPr algn="l" indent="0" marL="0">
              <a:lnSpc>
                <a:spcPts val="8748"/>
              </a:lnSpc>
              <a:buNone/>
            </a:pPr>
            <a:r>
              <a:rPr lang="en-US" sz="810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cấu</a:t>
            </a:r>
            <a:r>
              <a:rPr lang="en-US" sz="8100" dirty="0" spc="9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trúc</a:t>
            </a:r>
            <a:r>
              <a:rPr lang="en-US" sz="810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dữ</a:t>
            </a:r>
            <a:r>
              <a:rPr lang="en-US" sz="8100" dirty="0" spc="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liệu</a:t>
            </a:r>
            <a:endParaRPr lang="en-US" sz="8100" dirty="0"/>
          </a:p>
          <a:p>
            <a:pPr algn="l" indent="0" marL="0">
              <a:lnSpc>
                <a:spcPts val="8748"/>
              </a:lnSpc>
              <a:buNone/>
            </a:pPr>
            <a:r>
              <a:rPr lang="en-US" sz="810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dùng</a:t>
            </a:r>
            <a:r>
              <a:rPr lang="en-US" sz="8100" dirty="0" spc="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hằng</a:t>
            </a:r>
            <a:r>
              <a:rPr lang="en-US" sz="8100" dirty="0" spc="-16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ngày</a:t>
            </a:r>
            <a:endParaRPr lang="en-US" sz="8100" dirty="0"/>
          </a:p>
        </p:txBody>
      </p:sp>
      <p:sp>
        <p:nvSpPr>
          <p:cNvPr id="4" name="Text 2"/>
          <p:cNvSpPr/>
          <p:nvPr/>
        </p:nvSpPr>
        <p:spPr>
          <a:xfrm>
            <a:off x="914400" y="5524500"/>
            <a:ext cx="9144000" cy="1143000"/>
          </a:xfrm>
          <a:prstGeom prst="rect">
            <a:avLst/>
          </a:prstGeom>
          <a:noFill/>
          <a:ln/>
        </p:spPr>
        <p:txBody>
          <a:bodyPr wrap="square" lIns="0" tIns="6667" rIns="0" bIns="-6667" rtlCol="0" anchor="t"/>
          <a:lstStyle/>
          <a:p>
            <a:pPr algn="l" indent="0" marL="0">
              <a:lnSpc>
                <a:spcPts val="4200"/>
              </a:lnSpc>
              <a:buNone/>
            </a:pPr>
            <a:r>
              <a:rPr lang="en-US" sz="3000" dirty="0" spc="2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Mỗi</a:t>
            </a:r>
            <a:r>
              <a:rPr lang="en-US" sz="3000" dirty="0" spc="0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cấu trúc</a:t>
            </a:r>
            <a:r>
              <a:rPr lang="en-US" sz="3000" dirty="0" spc="2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dữ liệu</a:t>
            </a:r>
            <a:r>
              <a:rPr lang="en-US" sz="3000" dirty="0" spc="7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thường</a:t>
            </a:r>
            <a:r>
              <a:rPr lang="en-US" sz="3000" dirty="0" spc="-16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gắn</a:t>
            </a:r>
            <a:r>
              <a:rPr lang="en-US" sz="3000" dirty="0" spc="-1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với</a:t>
            </a:r>
            <a:r>
              <a:rPr lang="en-US" sz="3000" dirty="0" spc="0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việc</a:t>
            </a:r>
            <a:r>
              <a:rPr lang="en-US" sz="3000" dirty="0" spc="-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quen</a:t>
            </a:r>
            <a:r>
              <a:rPr lang="en-US" sz="3000" dirty="0" spc="-2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thuộc nào?</a:t>
            </a:r>
            <a:endParaRPr lang="en-US" sz="3000" dirty="0"/>
          </a:p>
        </p:txBody>
      </p:sp>
      <p:sp>
        <p:nvSpPr>
          <p:cNvPr id="5" name="Connector line-1792338238685-588196669"/>
          <p:cNvSpPr/>
          <p:nvPr/>
        </p:nvSpPr>
        <p:spPr>
          <a:xfrm>
            <a:off x="914400" y="6991350"/>
            <a:ext cx="9144000" cy="0"/>
          </a:xfrm>
          <a:prstGeom prst="line">
            <a:avLst/>
          </a:prstGeom>
          <a:noFill/>
          <a:ln w="19050">
            <a:solidFill>
              <a:srgbClr val="2C3040"/>
            </a:solidFill>
            <a:prstDash val="solid"/>
            <a:headEnd type="none"/>
            <a:tailEnd type="none"/>
          </a:ln>
        </p:spPr>
      </p:sp>
      <p:sp>
        <p:nvSpPr>
          <p:cNvPr id="6" name="Connector line-1792338238686-755710270"/>
          <p:cNvSpPr/>
          <p:nvPr/>
        </p:nvSpPr>
        <p:spPr>
          <a:xfrm>
            <a:off x="3105150" y="7239000"/>
            <a:ext cx="0" cy="1333500"/>
          </a:xfrm>
          <a:prstGeom prst="line">
            <a:avLst/>
          </a:prstGeom>
          <a:noFill/>
          <a:ln w="19050">
            <a:solidFill>
              <a:srgbClr val="2C3040"/>
            </a:solidFill>
            <a:prstDash val="solid"/>
            <a:headEnd type="none"/>
            <a:tailEnd type="none"/>
          </a:ln>
        </p:spPr>
      </p:sp>
      <p:sp>
        <p:nvSpPr>
          <p:cNvPr id="7" name="Connector line-1792338238686-768585273"/>
          <p:cNvSpPr/>
          <p:nvPr/>
        </p:nvSpPr>
        <p:spPr>
          <a:xfrm>
            <a:off x="5391150" y="7239000"/>
            <a:ext cx="0" cy="1333500"/>
          </a:xfrm>
          <a:prstGeom prst="line">
            <a:avLst/>
          </a:prstGeom>
          <a:noFill/>
          <a:ln w="19050">
            <a:solidFill>
              <a:srgbClr val="2C3040"/>
            </a:solidFill>
            <a:prstDash val="solid"/>
            <a:headEnd type="none"/>
            <a:tailEnd type="none"/>
          </a:ln>
        </p:spPr>
      </p:sp>
      <p:sp>
        <p:nvSpPr>
          <p:cNvPr id="8" name="Connector line-1792338238687-307692562"/>
          <p:cNvSpPr/>
          <p:nvPr/>
        </p:nvSpPr>
        <p:spPr>
          <a:xfrm>
            <a:off x="7677150" y="7239000"/>
            <a:ext cx="0" cy="1333500"/>
          </a:xfrm>
          <a:prstGeom prst="line">
            <a:avLst/>
          </a:prstGeom>
          <a:noFill/>
          <a:ln w="19050">
            <a:solidFill>
              <a:srgbClr val="2C3040"/>
            </a:solidFill>
            <a:prstDash val="solid"/>
            <a:headEnd type="none"/>
            <a:tailEnd type="none"/>
          </a:ln>
        </p:spPr>
      </p:sp>
      <p:sp>
        <p:nvSpPr>
          <p:cNvPr id="9" name="Text 7"/>
          <p:cNvSpPr/>
          <p:nvPr/>
        </p:nvSpPr>
        <p:spPr>
          <a:xfrm>
            <a:off x="914400" y="7200900"/>
            <a:ext cx="2047875" cy="857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5100" dirty="0" spc="6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11</a:t>
            </a:r>
            <a:endParaRPr lang="en-US" sz="5100" dirty="0"/>
          </a:p>
        </p:txBody>
      </p:sp>
      <p:sp>
        <p:nvSpPr>
          <p:cNvPr id="10" name="Text 8"/>
          <p:cNvSpPr/>
          <p:nvPr/>
        </p:nvSpPr>
        <p:spPr>
          <a:xfrm>
            <a:off x="914400" y="8001000"/>
            <a:ext cx="2047875" cy="609600"/>
          </a:xfrm>
          <a:prstGeom prst="rect">
            <a:avLst/>
          </a:prstGeom>
          <a:noFill/>
          <a:ln/>
        </p:spPr>
        <p:txBody>
          <a:bodyPr wrap="square" lIns="0" tIns="8906" rIns="0" bIns="-8906" rtlCol="0" anchor="t"/>
          <a:lstStyle/>
          <a:p>
            <a:pPr algn="l" indent="0" marL="0">
              <a:lnSpc>
                <a:spcPts val="2145"/>
              </a:lnSpc>
              <a:buNone/>
            </a:pPr>
            <a:r>
              <a:rPr lang="en-US" sz="165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cấu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trúc</a:t>
            </a:r>
            <a:r>
              <a:rPr lang="en-US" sz="1650" dirty="0" spc="-1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trong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danh</a:t>
            </a:r>
            <a:r>
              <a:rPr lang="en-US" sz="1650" dirty="0" spc="-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sách</a:t>
            </a:r>
            <a:endParaRPr lang="en-US" sz="1650" dirty="0"/>
          </a:p>
        </p:txBody>
      </p:sp>
      <p:sp>
        <p:nvSpPr>
          <p:cNvPr id="11" name="Text 9"/>
          <p:cNvSpPr/>
          <p:nvPr/>
        </p:nvSpPr>
        <p:spPr>
          <a:xfrm>
            <a:off x="3295650" y="7200900"/>
            <a:ext cx="1952625" cy="857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5100" dirty="0" spc="-6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3</a:t>
            </a:r>
            <a:endParaRPr lang="en-US" sz="5100" dirty="0"/>
          </a:p>
        </p:txBody>
      </p:sp>
      <p:sp>
        <p:nvSpPr>
          <p:cNvPr id="12" name="Text 10"/>
          <p:cNvSpPr/>
          <p:nvPr/>
        </p:nvSpPr>
        <p:spPr>
          <a:xfrm>
            <a:off x="3295650" y="8001000"/>
            <a:ext cx="1952625" cy="609600"/>
          </a:xfrm>
          <a:prstGeom prst="rect">
            <a:avLst/>
          </a:prstGeom>
          <a:noFill/>
          <a:ln/>
        </p:spPr>
        <p:txBody>
          <a:bodyPr wrap="square" lIns="0" tIns="8906" rIns="0" bIns="-8906" rtlCol="0" anchor="t"/>
          <a:lstStyle/>
          <a:p>
            <a:pPr algn="l" indent="0" marL="0">
              <a:lnSpc>
                <a:spcPts val="2145"/>
              </a:lnSpc>
              <a:buNone/>
            </a:pPr>
            <a:r>
              <a:rPr lang="en-US" sz="165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nhóm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do</a:t>
            </a:r>
            <a:r>
              <a:rPr lang="en-US" sz="165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chia</a:t>
            </a:r>
            <a:endParaRPr lang="en-US" sz="1650" dirty="0"/>
          </a:p>
        </p:txBody>
      </p:sp>
      <p:sp>
        <p:nvSpPr>
          <p:cNvPr id="13" name="Text 11"/>
          <p:cNvSpPr/>
          <p:nvPr/>
        </p:nvSpPr>
        <p:spPr>
          <a:xfrm>
            <a:off x="5581650" y="7200900"/>
            <a:ext cx="1952625" cy="857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5100" dirty="0" spc="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8</a:t>
            </a:r>
            <a:endParaRPr lang="en-US" sz="5100" dirty="0"/>
          </a:p>
        </p:txBody>
      </p:sp>
      <p:sp>
        <p:nvSpPr>
          <p:cNvPr id="14" name="Text 12"/>
          <p:cNvSpPr/>
          <p:nvPr/>
        </p:nvSpPr>
        <p:spPr>
          <a:xfrm>
            <a:off x="5581650" y="8001000"/>
            <a:ext cx="1952625" cy="609600"/>
          </a:xfrm>
          <a:prstGeom prst="rect">
            <a:avLst/>
          </a:prstGeom>
          <a:noFill/>
          <a:ln/>
        </p:spPr>
        <p:txBody>
          <a:bodyPr wrap="square" lIns="0" tIns="8906" rIns="0" bIns="-8906" rtlCol="0" anchor="t"/>
          <a:lstStyle/>
          <a:p>
            <a:pPr algn="l" indent="0" marL="0">
              <a:lnSpc>
                <a:spcPts val="2145"/>
              </a:lnSpc>
              <a:buNone/>
            </a:pP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có</a:t>
            </a:r>
            <a:r>
              <a:rPr lang="en-US" sz="1650" dirty="0" spc="-6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tài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liệu</a:t>
            </a:r>
            <a:r>
              <a:rPr lang="en-US" sz="1650" dirty="0" spc="-9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gốc</a:t>
            </a:r>
            <a:endParaRPr lang="en-US" sz="1650" dirty="0"/>
          </a:p>
        </p:txBody>
      </p:sp>
      <p:sp>
        <p:nvSpPr>
          <p:cNvPr id="15" name="Text 13"/>
          <p:cNvSpPr/>
          <p:nvPr/>
        </p:nvSpPr>
        <p:spPr>
          <a:xfrm>
            <a:off x="7867650" y="7200900"/>
            <a:ext cx="2286000" cy="857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5100" dirty="0" spc="-32" kern="0">
                <a:solidFill>
                  <a:srgbClr val="FF6A4D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10/11</a:t>
            </a:r>
            <a:endParaRPr lang="en-US" sz="5100" dirty="0"/>
          </a:p>
        </p:txBody>
      </p:sp>
      <p:sp>
        <p:nvSpPr>
          <p:cNvPr id="16" name="Text 14"/>
          <p:cNvSpPr/>
          <p:nvPr/>
        </p:nvSpPr>
        <p:spPr>
          <a:xfrm>
            <a:off x="7867650" y="8001000"/>
            <a:ext cx="2286000" cy="609600"/>
          </a:xfrm>
          <a:prstGeom prst="rect">
            <a:avLst/>
          </a:prstGeom>
          <a:noFill/>
          <a:ln/>
        </p:spPr>
        <p:txBody>
          <a:bodyPr wrap="square" lIns="0" tIns="8906" rIns="0" bIns="-8906" rtlCol="0" anchor="t"/>
          <a:lstStyle/>
          <a:p>
            <a:pPr algn="l" indent="0" marL="0">
              <a:lnSpc>
                <a:spcPts val="2145"/>
              </a:lnSpc>
              <a:buNone/>
            </a:pP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tiêu</a:t>
            </a:r>
            <a:r>
              <a:rPr lang="en-US" sz="1650" dirty="0" spc="16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đề</a:t>
            </a:r>
            <a:r>
              <a:rPr lang="en-US" sz="1650" dirty="0" spc="-5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so</a:t>
            </a:r>
            <a:r>
              <a:rPr lang="en-US" sz="1650" dirty="0" spc="-7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với</a:t>
            </a:r>
            <a:r>
              <a:rPr lang="en-US" sz="165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danh</a:t>
            </a:r>
            <a:r>
              <a:rPr lang="en-US" sz="1650" dirty="0" spc="-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sách</a:t>
            </a:r>
            <a:endParaRPr lang="en-US" sz="1650" dirty="0"/>
          </a:p>
        </p:txBody>
      </p:sp>
      <p:sp>
        <p:nvSpPr>
          <p:cNvPr id="17" name="Shape 15"/>
          <p:cNvSpPr/>
          <p:nvPr/>
        </p:nvSpPr>
        <p:spPr>
          <a:xfrm>
            <a:off x="10763250" y="914400"/>
            <a:ext cx="6610350" cy="2495550"/>
          </a:xfrm>
          <a:prstGeom prst="roundRect">
            <a:avLst>
              <a:gd name="adj" fmla="val 10687"/>
            </a:avLst>
          </a:prstGeom>
          <a:solidFill>
            <a:srgbClr val="1E212B"/>
          </a:solidFill>
          <a:ln/>
        </p:spPr>
      </p:sp>
      <p:sp>
        <p:nvSpPr>
          <p:cNvPr id="18" name="Text 16"/>
          <p:cNvSpPr/>
          <p:nvPr/>
        </p:nvSpPr>
        <p:spPr>
          <a:xfrm>
            <a:off x="11068050" y="1219200"/>
            <a:ext cx="2952750" cy="400050"/>
          </a:xfrm>
          <a:prstGeom prst="roundRect">
            <a:avLst>
              <a:gd name="adj" fmla="val 50000"/>
            </a:avLst>
          </a:prstGeom>
          <a:solidFill>
            <a:srgbClr val="7C93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50" b="1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NHÓM</a:t>
            </a:r>
            <a:r>
              <a:rPr lang="en-US" sz="1650" b="1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</a:t>
            </a:r>
            <a:r>
              <a:rPr lang="en-US" sz="1650" b="1" dirty="0" spc="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 4</a:t>
            </a:r>
            <a:r>
              <a:rPr lang="en-US" sz="1650" b="1" dirty="0" spc="-1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CẤU</a:t>
            </a:r>
            <a:r>
              <a:rPr lang="en-US" sz="1650" b="1" dirty="0" spc="-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TRÚC</a:t>
            </a:r>
            <a:endParaRPr lang="en-US" sz="1650" dirty="0"/>
          </a:p>
        </p:txBody>
      </p:sp>
      <p:sp>
        <p:nvSpPr>
          <p:cNvPr id="19" name="Text 17"/>
          <p:cNvSpPr/>
          <p:nvPr/>
        </p:nvSpPr>
        <p:spPr>
          <a:xfrm>
            <a:off x="11068050" y="1809750"/>
            <a:ext cx="6000750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150" dirty="0" spc="-8" kern="0">
                <a:solidFill>
                  <a:srgbClr val="7C93FF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Danh</a:t>
            </a:r>
            <a:r>
              <a:rPr lang="en-US" sz="3150" dirty="0" spc="-1" kern="0">
                <a:solidFill>
                  <a:srgbClr val="7C93FF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sách</a:t>
            </a:r>
            <a:r>
              <a:rPr lang="en-US" sz="3150" dirty="0" spc="-35" kern="0">
                <a:solidFill>
                  <a:srgbClr val="7C93FF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và</a:t>
            </a:r>
            <a:r>
              <a:rPr lang="en-US" sz="3150" dirty="0" spc="-1" kern="0">
                <a:solidFill>
                  <a:srgbClr val="7C93FF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thứ</a:t>
            </a:r>
            <a:r>
              <a:rPr lang="en-US" sz="3150" dirty="0" spc="0" kern="0">
                <a:solidFill>
                  <a:srgbClr val="7C93FF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tự</a:t>
            </a:r>
            <a:endParaRPr lang="en-US" sz="3150" dirty="0"/>
          </a:p>
        </p:txBody>
      </p:sp>
      <p:sp>
        <p:nvSpPr>
          <p:cNvPr id="20" name="Text 18"/>
          <p:cNvSpPr/>
          <p:nvPr/>
        </p:nvSpPr>
        <p:spPr>
          <a:xfrm>
            <a:off x="11068050" y="2438400"/>
            <a:ext cx="6000750" cy="800100"/>
          </a:xfrm>
          <a:prstGeom prst="rect">
            <a:avLst/>
          </a:prstGeom>
          <a:noFill/>
          <a:ln/>
        </p:spPr>
        <p:txBody>
          <a:bodyPr wrap="square" lIns="0" tIns="8001" rIns="0" bIns="-8001" rtlCol="0" anchor="t"/>
          <a:lstStyle/>
          <a:p>
            <a:pPr algn="l" indent="0" marL="0">
              <a:lnSpc>
                <a:spcPts val="2835"/>
              </a:lnSpc>
              <a:buNone/>
            </a:pPr>
            <a:r>
              <a:rPr lang="en-US" sz="2100" dirty="0" spc="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Danh</a:t>
            </a:r>
            <a:r>
              <a:rPr lang="en-US" sz="2100" dirty="0" spc="-4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sách,</a:t>
            </a:r>
            <a:r>
              <a:rPr lang="en-US" sz="2100" dirty="0" spc="-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mảng,</a:t>
            </a:r>
            <a:r>
              <a:rPr lang="en-US" sz="2100" dirty="0" spc="-9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ngăn</a:t>
            </a:r>
            <a:r>
              <a:rPr lang="en-US" sz="2100" dirty="0" spc="-14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xếp,</a:t>
            </a:r>
            <a:r>
              <a:rPr lang="en-US" sz="2100" dirty="0" spc="-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hàng</a:t>
            </a:r>
            <a:r>
              <a:rPr lang="en-US" sz="2100" dirty="0" spc="9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đợi</a:t>
            </a:r>
            <a:endParaRPr lang="en-US" sz="2100" dirty="0"/>
          </a:p>
        </p:txBody>
      </p:sp>
      <p:sp>
        <p:nvSpPr>
          <p:cNvPr id="21" name="Shape 19"/>
          <p:cNvSpPr/>
          <p:nvPr/>
        </p:nvSpPr>
        <p:spPr>
          <a:xfrm>
            <a:off x="10763250" y="3600450"/>
            <a:ext cx="6610350" cy="2495550"/>
          </a:xfrm>
          <a:prstGeom prst="roundRect">
            <a:avLst>
              <a:gd name="adj" fmla="val 10687"/>
            </a:avLst>
          </a:prstGeom>
          <a:solidFill>
            <a:srgbClr val="1E212B"/>
          </a:solidFill>
          <a:ln/>
        </p:spPr>
      </p:sp>
      <p:sp>
        <p:nvSpPr>
          <p:cNvPr id="22" name="Text 20"/>
          <p:cNvSpPr/>
          <p:nvPr/>
        </p:nvSpPr>
        <p:spPr>
          <a:xfrm>
            <a:off x="11068050" y="3905250"/>
            <a:ext cx="2952750" cy="400050"/>
          </a:xfrm>
          <a:prstGeom prst="roundRect">
            <a:avLst>
              <a:gd name="adj" fmla="val 50000"/>
            </a:avLst>
          </a:prstGeom>
          <a:solidFill>
            <a:srgbClr val="FFB454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50" b="1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NHÓM 2</a:t>
            </a:r>
            <a:r>
              <a:rPr lang="en-US" sz="1650" b="1" dirty="0" spc="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b="1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4</a:t>
            </a:r>
            <a:r>
              <a:rPr lang="en-US" sz="1650" b="1" dirty="0" spc="-1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CẤU</a:t>
            </a:r>
            <a:r>
              <a:rPr lang="en-US" sz="1650" b="1" dirty="0" spc="-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TRÚC</a:t>
            </a:r>
            <a:endParaRPr lang="en-US" sz="1650" dirty="0"/>
          </a:p>
        </p:txBody>
      </p:sp>
      <p:sp>
        <p:nvSpPr>
          <p:cNvPr id="23" name="Text 21"/>
          <p:cNvSpPr/>
          <p:nvPr/>
        </p:nvSpPr>
        <p:spPr>
          <a:xfrm>
            <a:off x="11068050" y="4495800"/>
            <a:ext cx="6000750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150" dirty="0" spc="-38" kern="0">
                <a:solidFill>
                  <a:srgbClr val="FFB454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Tra</a:t>
            </a:r>
            <a:r>
              <a:rPr lang="en-US" sz="3150" dirty="0" spc="2" kern="0">
                <a:solidFill>
                  <a:srgbClr val="FFB454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cứu</a:t>
            </a:r>
            <a:r>
              <a:rPr lang="en-US" sz="3150" dirty="0" spc="-36" kern="0">
                <a:solidFill>
                  <a:srgbClr val="FFB454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và</a:t>
            </a:r>
            <a:r>
              <a:rPr lang="en-US" sz="3150" dirty="0" spc="0" kern="0">
                <a:solidFill>
                  <a:srgbClr val="FFB454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sắp</a:t>
            </a:r>
            <a:r>
              <a:rPr lang="en-US" sz="3150" dirty="0" spc="-1" kern="0">
                <a:solidFill>
                  <a:srgbClr val="FFB454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việc</a:t>
            </a:r>
            <a:endParaRPr lang="en-US" sz="3150" dirty="0"/>
          </a:p>
        </p:txBody>
      </p:sp>
      <p:sp>
        <p:nvSpPr>
          <p:cNvPr id="24" name="Text 22"/>
          <p:cNvSpPr/>
          <p:nvPr/>
        </p:nvSpPr>
        <p:spPr>
          <a:xfrm>
            <a:off x="11068050" y="5124450"/>
            <a:ext cx="6000750" cy="800100"/>
          </a:xfrm>
          <a:prstGeom prst="rect">
            <a:avLst/>
          </a:prstGeom>
          <a:noFill/>
          <a:ln/>
        </p:spPr>
        <p:txBody>
          <a:bodyPr wrap="square" lIns="0" tIns="8001" rIns="0" bIns="-8001" rtlCol="0" anchor="t"/>
          <a:lstStyle/>
          <a:p>
            <a:pPr algn="l" indent="0" marL="0">
              <a:lnSpc>
                <a:spcPts val="2835"/>
              </a:lnSpc>
              <a:buNone/>
            </a:pPr>
            <a:r>
              <a:rPr lang="en-US" sz="2100" dirty="0" spc="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Bảng</a:t>
            </a:r>
            <a:r>
              <a:rPr lang="en-US" sz="2100" dirty="0" spc="-5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băm,</a:t>
            </a:r>
            <a:r>
              <a:rPr lang="en-US" sz="2100" dirty="0" spc="6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đống,</a:t>
            </a:r>
            <a:r>
              <a:rPr lang="en-US" sz="2100" dirty="0" spc="-9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cây,</a:t>
            </a:r>
            <a:r>
              <a:rPr lang="en-US" sz="2100" dirty="0" spc="-10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cây</a:t>
            </a:r>
            <a:r>
              <a:rPr lang="en-US" sz="2100" dirty="0" spc="-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hậu</a:t>
            </a:r>
            <a:r>
              <a:rPr lang="en-US" sz="2100" dirty="0" spc="-18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tố</a:t>
            </a:r>
            <a:endParaRPr lang="en-US" sz="2100" dirty="0"/>
          </a:p>
        </p:txBody>
      </p:sp>
      <p:sp>
        <p:nvSpPr>
          <p:cNvPr id="25" name="Shape 23"/>
          <p:cNvSpPr/>
          <p:nvPr/>
        </p:nvSpPr>
        <p:spPr>
          <a:xfrm>
            <a:off x="10763250" y="6286500"/>
            <a:ext cx="6610350" cy="2495550"/>
          </a:xfrm>
          <a:prstGeom prst="roundRect">
            <a:avLst>
              <a:gd name="adj" fmla="val 10687"/>
            </a:avLst>
          </a:prstGeom>
          <a:solidFill>
            <a:srgbClr val="1E212B"/>
          </a:solidFill>
          <a:ln/>
        </p:spPr>
      </p:sp>
      <p:sp>
        <p:nvSpPr>
          <p:cNvPr id="26" name="Text 24"/>
          <p:cNvSpPr/>
          <p:nvPr/>
        </p:nvSpPr>
        <p:spPr>
          <a:xfrm>
            <a:off x="11068050" y="6591300"/>
            <a:ext cx="2952750" cy="400050"/>
          </a:xfrm>
          <a:prstGeom prst="roundRect">
            <a:avLst>
              <a:gd name="adj" fmla="val 50000"/>
            </a:avLst>
          </a:prstGeom>
          <a:solidFill>
            <a:srgbClr val="3DD6A0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50" b="1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NHÓM</a:t>
            </a:r>
            <a:r>
              <a:rPr lang="en-US" sz="1650" b="1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3</a:t>
            </a:r>
            <a:r>
              <a:rPr lang="en-US" sz="1650" b="1" dirty="0" spc="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b="1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3</a:t>
            </a:r>
            <a:r>
              <a:rPr lang="en-US" sz="1650" b="1" dirty="0" spc="-1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CẤU</a:t>
            </a:r>
            <a:r>
              <a:rPr lang="en-US" sz="1650" b="1" dirty="0" spc="-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TRÚC</a:t>
            </a:r>
            <a:endParaRPr lang="en-US" sz="1650" dirty="0"/>
          </a:p>
        </p:txBody>
      </p:sp>
      <p:sp>
        <p:nvSpPr>
          <p:cNvPr id="27" name="Text 25"/>
          <p:cNvSpPr/>
          <p:nvPr/>
        </p:nvSpPr>
        <p:spPr>
          <a:xfrm>
            <a:off x="11068050" y="7181850"/>
            <a:ext cx="600075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dirty="0" spc="3" kern="0">
                <a:solidFill>
                  <a:srgbClr val="3DD6A0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Quan</a:t>
            </a:r>
            <a:r>
              <a:rPr lang="en-US" sz="3000" dirty="0" spc="-4" kern="0">
                <a:solidFill>
                  <a:srgbClr val="3DD6A0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hệ,</a:t>
            </a:r>
            <a:r>
              <a:rPr lang="en-US" sz="3000" dirty="0" spc="-2" kern="0">
                <a:solidFill>
                  <a:srgbClr val="3DD6A0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không</a:t>
            </a:r>
            <a:r>
              <a:rPr lang="en-US" sz="3000" dirty="0" spc="0" kern="0">
                <a:solidFill>
                  <a:srgbClr val="3DD6A0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gian,</a:t>
            </a:r>
            <a:r>
              <a:rPr lang="en-US" sz="3000" dirty="0" spc="9" kern="0">
                <a:solidFill>
                  <a:srgbClr val="3DD6A0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đồ</a:t>
            </a:r>
            <a:r>
              <a:rPr lang="en-US" sz="3000" dirty="0" spc="-3" kern="0">
                <a:solidFill>
                  <a:srgbClr val="3DD6A0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họa</a:t>
            </a:r>
            <a:endParaRPr lang="en-US" sz="3000" dirty="0"/>
          </a:p>
        </p:txBody>
      </p:sp>
      <p:sp>
        <p:nvSpPr>
          <p:cNvPr id="28" name="Text 26"/>
          <p:cNvSpPr/>
          <p:nvPr/>
        </p:nvSpPr>
        <p:spPr>
          <a:xfrm>
            <a:off x="11068050" y="7810500"/>
            <a:ext cx="6000750" cy="800100"/>
          </a:xfrm>
          <a:prstGeom prst="rect">
            <a:avLst/>
          </a:prstGeom>
          <a:noFill/>
          <a:ln/>
        </p:spPr>
        <p:txBody>
          <a:bodyPr wrap="square" lIns="0" tIns="8001" rIns="0" bIns="-8001" rtlCol="0" anchor="t"/>
          <a:lstStyle/>
          <a:p>
            <a:pPr algn="l" indent="0" marL="0">
              <a:lnSpc>
                <a:spcPts val="2835"/>
              </a:lnSpc>
              <a:buNone/>
            </a:pPr>
            <a:r>
              <a:rPr lang="en-US" sz="2100" dirty="0" spc="0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Đồ</a:t>
            </a:r>
            <a:r>
              <a:rPr lang="en-US" sz="2100" dirty="0" spc="-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thị,</a:t>
            </a:r>
            <a:r>
              <a:rPr lang="en-US" sz="2100" dirty="0" spc="-13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R-tree,</a:t>
            </a:r>
            <a:r>
              <a:rPr lang="en-US" sz="2100" dirty="0" spc="-24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vertex</a:t>
            </a:r>
            <a:r>
              <a:rPr lang="en-US" sz="2100" dirty="0" spc="-18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buffer</a:t>
            </a:r>
            <a:endParaRPr lang="en-US" sz="2100" dirty="0"/>
          </a:p>
        </p:txBody>
      </p:sp>
      <p:sp>
        <p:nvSpPr>
          <p:cNvPr id="29" name="Text 27"/>
          <p:cNvSpPr/>
          <p:nvPr/>
        </p:nvSpPr>
        <p:spPr>
          <a:xfrm>
            <a:off x="914400" y="9696450"/>
            <a:ext cx="85725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6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system-design-101</a:t>
            </a:r>
            <a:r>
              <a:rPr lang="en-US" sz="1650" dirty="0" spc="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nhóm</a:t>
            </a:r>
            <a:r>
              <a:rPr lang="en-US" sz="1650" dirty="0" spc="-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Phát</a:t>
            </a:r>
            <a:r>
              <a:rPr lang="en-US" sz="1650" dirty="0" spc="6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triển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phần mềm</a:t>
            </a:r>
            <a:endParaRPr lang="en-US" sz="1650" dirty="0"/>
          </a:p>
        </p:txBody>
      </p:sp>
      <p:sp>
        <p:nvSpPr>
          <p:cNvPr id="30" name="Shape 28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31" name="Moda image moda-export-watermark-1e38f4b2-22b9-4bf4-939f-bbacfb68b7fd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144000" y="914400"/>
            <a:ext cx="8229600" cy="7848600"/>
          </a:xfrm>
          <a:prstGeom prst="roundRect">
            <a:avLst>
              <a:gd name="adj" fmla="val 3398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914400" y="914400"/>
            <a:ext cx="78105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27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TÌNH</a:t>
            </a:r>
            <a:r>
              <a:rPr lang="en-US" sz="1950" b="1" spc="226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HUỐNG</a:t>
            </a:r>
            <a:r>
              <a:rPr lang="en-US" sz="1950" b="1" spc="174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1950" b="1" spc="223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MỤC</a:t>
            </a:r>
            <a:r>
              <a:rPr lang="en-US" sz="1950" b="1" spc="225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TIÊU</a:t>
            </a:r>
            <a:endParaRPr lang="en-US" sz="1950" dirty="0"/>
          </a:p>
        </p:txBody>
      </p:sp>
      <p:sp>
        <p:nvSpPr>
          <p:cNvPr id="4" name="Text 2"/>
          <p:cNvSpPr/>
          <p:nvPr/>
        </p:nvSpPr>
        <p:spPr>
          <a:xfrm>
            <a:off x="914400" y="1333500"/>
            <a:ext cx="7905750" cy="2857500"/>
          </a:xfrm>
          <a:prstGeom prst="rect">
            <a:avLst/>
          </a:prstGeom>
          <a:noFill/>
          <a:ln/>
        </p:spPr>
        <p:txBody>
          <a:bodyPr wrap="square" lIns="0" tIns="52578" rIns="0" bIns="-52578" rtlCol="0" anchor="t"/>
          <a:lstStyle/>
          <a:p>
            <a:pPr algn="l" indent="0" marL="0">
              <a:lnSpc>
                <a:spcPts val="7452"/>
              </a:lnSpc>
              <a:buNone/>
            </a:pPr>
            <a:r>
              <a:rPr lang="en-US" sz="6900" dirty="0" spc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Mỗi</a:t>
            </a:r>
            <a:r>
              <a:rPr lang="en-US" sz="6900" dirty="0" spc="-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cấu</a:t>
            </a:r>
            <a:r>
              <a:rPr lang="en-US" sz="6900" dirty="0" spc="5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trúc,</a:t>
            </a:r>
            <a:r>
              <a:rPr lang="en-US" sz="6900" dirty="0" spc="-1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một</a:t>
            </a:r>
            <a:r>
              <a:rPr lang="en-US" sz="6900" dirty="0" spc="-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việc</a:t>
            </a:r>
            <a:r>
              <a:rPr lang="en-US" sz="6900" dirty="0" spc="6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quen</a:t>
            </a:r>
            <a:r>
              <a:rPr lang="en-US" sz="6900" dirty="0" spc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thuộc</a:t>
            </a:r>
            <a:endParaRPr lang="en-US" sz="6900" dirty="0"/>
          </a:p>
        </p:txBody>
      </p:sp>
      <p:sp>
        <p:nvSpPr>
          <p:cNvPr id="5" name="Text 3"/>
          <p:cNvSpPr/>
          <p:nvPr/>
        </p:nvSpPr>
        <p:spPr>
          <a:xfrm>
            <a:off x="914400" y="4191000"/>
            <a:ext cx="7905750" cy="1619250"/>
          </a:xfrm>
          <a:prstGeom prst="rect">
            <a:avLst/>
          </a:prstGeom>
          <a:noFill/>
          <a:ln/>
        </p:spPr>
        <p:txBody>
          <a:bodyPr wrap="square" lIns="0" tIns="6001" rIns="0" bIns="-6001" rtlCol="0" anchor="t"/>
          <a:lstStyle/>
          <a:p>
            <a:pPr algn="l" indent="0" marL="0">
              <a:lnSpc>
                <a:spcPts val="3780"/>
              </a:lnSpc>
              <a:buNone/>
            </a:pPr>
            <a:r>
              <a:rPr lang="en-US" sz="2700" dirty="0" spc="-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Hoàn</a:t>
            </a:r>
            <a:r>
              <a:rPr lang="en-US" sz="2700" dirty="0" spc="-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tác,</a:t>
            </a:r>
            <a:r>
              <a:rPr lang="en-US" sz="270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lệnh</a:t>
            </a:r>
            <a:r>
              <a:rPr lang="en-US" sz="270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in,</a:t>
            </a:r>
            <a:r>
              <a:rPr lang="en-US" sz="2700" dirty="0" spc="-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bộ</a:t>
            </a:r>
            <a:r>
              <a:rPr lang="en-US" sz="270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nhớ</a:t>
            </a:r>
            <a:r>
              <a:rPr lang="en-US" sz="2700" dirty="0" spc="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đệm,</a:t>
            </a:r>
            <a:r>
              <a:rPr lang="en-US" sz="270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quan</a:t>
            </a:r>
            <a:r>
              <a:rPr lang="en-US" sz="2700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hệ</a:t>
            </a:r>
            <a:r>
              <a:rPr lang="en-US" sz="2700" dirty="0" spc="-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bạn</a:t>
            </a:r>
            <a:r>
              <a:rPr lang="en-US" sz="2700" dirty="0" spc="-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bè:</a:t>
            </a:r>
            <a:r>
              <a:rPr lang="en-US" sz="270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mỗi</a:t>
            </a:r>
            <a:r>
              <a:rPr lang="en-US" sz="2700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việc</a:t>
            </a:r>
            <a:r>
              <a:rPr lang="en-US" sz="2700" dirty="0" spc="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thường</a:t>
            </a:r>
            <a:r>
              <a:rPr lang="en-US" sz="2700" dirty="0" spc="-1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gắn</a:t>
            </a:r>
            <a:r>
              <a:rPr lang="en-US" sz="2700" dirty="0" spc="-1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với</a:t>
            </a:r>
            <a:r>
              <a:rPr lang="en-US" sz="2700" dirty="0" spc="-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một</a:t>
            </a:r>
            <a:r>
              <a:rPr lang="en-US" sz="270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cấu</a:t>
            </a:r>
            <a:r>
              <a:rPr lang="en-US" sz="270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trúc</a:t>
            </a:r>
            <a:r>
              <a:rPr lang="en-US" sz="2700" dirty="0" spc="-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dữ</a:t>
            </a:r>
            <a:r>
              <a:rPr lang="en-US" sz="270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liệu.</a:t>
            </a:r>
            <a:endParaRPr lang="en-US" sz="2700" dirty="0"/>
          </a:p>
        </p:txBody>
      </p:sp>
      <p:sp>
        <p:nvSpPr>
          <p:cNvPr id="6" name="Shape 4"/>
          <p:cNvSpPr/>
          <p:nvPr/>
        </p:nvSpPr>
        <p:spPr>
          <a:xfrm>
            <a:off x="914400" y="6191250"/>
            <a:ext cx="7620000" cy="2476500"/>
          </a:xfrm>
          <a:prstGeom prst="roundRect">
            <a:avLst>
              <a:gd name="adj" fmla="val 10769"/>
            </a:avLst>
          </a:prstGeom>
          <a:solidFill>
            <a:srgbClr val="E8E0CF"/>
          </a:solidFill>
          <a:ln/>
        </p:spPr>
      </p:sp>
      <p:sp>
        <p:nvSpPr>
          <p:cNvPr id="7" name="Text 5"/>
          <p:cNvSpPr/>
          <p:nvPr/>
        </p:nvSpPr>
        <p:spPr>
          <a:xfrm>
            <a:off x="1257300" y="6477000"/>
            <a:ext cx="66675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28" kern="0" dirty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MỤC</a:t>
            </a:r>
            <a:r>
              <a:rPr lang="en-US" sz="1800" b="1" spc="225" kern="0" dirty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TIÊU</a:t>
            </a:r>
            <a:endParaRPr lang="en-US" sz="1800" dirty="0"/>
          </a:p>
        </p:txBody>
      </p:sp>
      <p:sp>
        <p:nvSpPr>
          <p:cNvPr id="8" name="Text richtext-1792338286078-914385542"/>
          <p:cNvSpPr/>
          <p:nvPr/>
        </p:nvSpPr>
        <p:spPr>
          <a:xfrm>
            <a:off x="1257300" y="6953250"/>
            <a:ext cx="7048500" cy="1619250"/>
          </a:xfrm>
          <a:prstGeom prst="rect">
            <a:avLst/>
          </a:prstGeom>
          <a:noFill/>
          <a:ln/>
        </p:spPr>
        <p:txBody>
          <a:bodyPr wrap="square" lIns="0" tIns="5334" rIns="0" bIns="-5334" rtlCol="0" anchor="t"/>
          <a:lstStyle/>
          <a:p>
            <a:pPr algn="l" marL="304800" indent="-217761">
              <a:lnSpc>
                <a:spcPts val="3360"/>
              </a:lnSpc>
              <a:spcAft>
                <a:spcPts val="1050"/>
              </a:spcAft>
              <a:buSzPct val="100000"/>
              <a:buFont typeface="Arial"/>
              <a:buChar char="•"/>
            </a:pPr>
            <a:r>
              <a:rPr lang="en-US" sz="2400" dirty="0" spc="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Đếm</a:t>
            </a:r>
            <a:r>
              <a:rPr lang="en-US" sz="240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lại: có</a:t>
            </a:r>
            <a:r>
              <a:rPr lang="en-US" sz="2400" dirty="0" spc="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mười</a:t>
            </a:r>
            <a:r>
              <a:rPr lang="en-US" sz="240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một,</a:t>
            </a:r>
            <a:r>
              <a:rPr lang="en-US" sz="240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</a:t>
            </a:r>
            <a:r>
              <a:rPr lang="en-US" sz="240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phải</a:t>
            </a:r>
            <a:r>
              <a:rPr lang="en-US" sz="2400" dirty="0" spc="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mười</a:t>
            </a:r>
            <a:endParaRPr lang="en-US" sz="2400" dirty="0"/>
          </a:p>
          <a:p>
            <a:pPr algn="l" marL="304800" indent="-217761">
              <a:lnSpc>
                <a:spcPts val="3360"/>
              </a:lnSpc>
              <a:spcAft>
                <a:spcPts val="1050"/>
              </a:spcAft>
              <a:buSzPct val="100000"/>
              <a:buFont typeface="Arial"/>
              <a:buChar char="•"/>
            </a:pPr>
            <a:r>
              <a:rPr lang="en-US" sz="2400" dirty="0" spc="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Gắn</a:t>
            </a:r>
            <a:r>
              <a:rPr lang="en-US" sz="2400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mỗi</a:t>
            </a:r>
            <a:r>
              <a:rPr lang="en-US" sz="240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cấu</a:t>
            </a:r>
            <a:r>
              <a:rPr lang="en-US" sz="2400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trúc</a:t>
            </a:r>
            <a:r>
              <a:rPr lang="en-US" sz="2400" dirty="0" spc="-1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với</a:t>
            </a:r>
            <a:r>
              <a:rPr lang="en-US" sz="2400" dirty="0" spc="-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việc</a:t>
            </a:r>
            <a:r>
              <a:rPr lang="en-US" sz="240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quen</a:t>
            </a:r>
            <a:r>
              <a:rPr lang="en-US" sz="240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thuộc</a:t>
            </a:r>
            <a:endParaRPr lang="en-US" sz="2400" dirty="0"/>
          </a:p>
          <a:p>
            <a:pPr algn="l" marL="304800" indent="-217761">
              <a:lnSpc>
                <a:spcPts val="3360"/>
              </a:lnSpc>
              <a:buSzPct val="100000"/>
              <a:buFont typeface="Arial"/>
              <a:buChar char="•"/>
            </a:pPr>
            <a:r>
              <a:rPr lang="en-US" sz="240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Đối</a:t>
            </a:r>
            <a:r>
              <a:rPr lang="en-US" sz="240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chiếu</a:t>
            </a:r>
            <a:r>
              <a:rPr lang="en-US" sz="2400" dirty="0" spc="-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tám</a:t>
            </a:r>
            <a:r>
              <a:rPr lang="en-US" sz="240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cấu</a:t>
            </a:r>
            <a:r>
              <a:rPr lang="en-US" sz="2400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trúc</a:t>
            </a:r>
            <a:r>
              <a:rPr lang="en-US" sz="2400" dirty="0" spc="-1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với</a:t>
            </a:r>
            <a:r>
              <a:rPr lang="en-US" sz="2400" dirty="0" spc="-1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tài</a:t>
            </a:r>
            <a:r>
              <a:rPr lang="en-US" sz="240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liệu</a:t>
            </a:r>
            <a:r>
              <a:rPr lang="en-US" sz="2400" dirty="0" spc="-1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gốc</a:t>
            </a:r>
            <a:endParaRPr lang="en-US" sz="2400" dirty="0"/>
          </a:p>
        </p:txBody>
      </p:sp>
      <p:sp>
        <p:nvSpPr>
          <p:cNvPr id="9" name="Text 7"/>
          <p:cNvSpPr/>
          <p:nvPr/>
        </p:nvSpPr>
        <p:spPr>
          <a:xfrm>
            <a:off x="9525000" y="1219200"/>
            <a:ext cx="74295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21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VIỆC</a:t>
            </a:r>
            <a:r>
              <a:rPr lang="en-US" sz="1800" b="1" spc="226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QUEN</a:t>
            </a:r>
            <a:r>
              <a:rPr lang="en-US" sz="1800" b="1" spc="228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THUỘC</a:t>
            </a:r>
            <a:r>
              <a:rPr lang="en-US" sz="1800" b="1" spc="178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1800" b="1" spc="209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CẤU</a:t>
            </a:r>
            <a:r>
              <a:rPr lang="en-US" sz="1800" b="1" spc="216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TRÚC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9448800" y="1866900"/>
            <a:ext cx="2857500" cy="1333500"/>
          </a:xfrm>
          <a:prstGeom prst="roundRect">
            <a:avLst>
              <a:gd name="adj" fmla="val 20000"/>
            </a:avLst>
          </a:prstGeom>
          <a:solidFill>
            <a:srgbClr val="DDE3FA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550" dirty="0" spc="-5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Hoàn</a:t>
            </a:r>
            <a:r>
              <a:rPr lang="en-US" sz="2550" dirty="0" spc="-7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tác</a:t>
            </a:r>
            <a:endParaRPr lang="en-US" sz="2550" dirty="0"/>
          </a:p>
        </p:txBody>
      </p:sp>
      <p:sp>
        <p:nvSpPr>
          <p:cNvPr id="11" name="Connector line-1792338286106-732687462"/>
          <p:cNvSpPr/>
          <p:nvPr/>
        </p:nvSpPr>
        <p:spPr>
          <a:xfrm>
            <a:off x="12401550" y="2533650"/>
            <a:ext cx="819150" cy="0"/>
          </a:xfrm>
          <a:prstGeom prst="line">
            <a:avLst/>
          </a:prstGeom>
          <a:noFill/>
          <a:ln w="47625">
            <a:solidFill>
              <a:srgbClr val="1F3FD1"/>
            </a:solidFill>
            <a:prstDash val="solid"/>
            <a:headEnd type="none"/>
            <a:tailEnd type="triangle"/>
          </a:ln>
        </p:spPr>
      </p:sp>
      <p:sp>
        <p:nvSpPr>
          <p:cNvPr id="12" name="Text 10"/>
          <p:cNvSpPr/>
          <p:nvPr/>
        </p:nvSpPr>
        <p:spPr>
          <a:xfrm>
            <a:off x="13335000" y="1866900"/>
            <a:ext cx="3733800" cy="1333500"/>
          </a:xfrm>
          <a:prstGeom prst="roundRect">
            <a:avLst>
              <a:gd name="adj" fmla="val 20000"/>
            </a:avLst>
          </a:prstGeom>
          <a:solidFill>
            <a:srgbClr val="1F3FD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 spc="-8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Ngăn</a:t>
            </a:r>
            <a:r>
              <a:rPr lang="en-US" sz="2400" b="1" dirty="0" spc="-2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xếp</a:t>
            </a:r>
            <a:r>
              <a:rPr lang="en-US" sz="2400" b="1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(Stack)</a:t>
            </a:r>
            <a:endParaRPr lang="en-US" sz="2400" dirty="0"/>
          </a:p>
        </p:txBody>
      </p:sp>
      <p:sp>
        <p:nvSpPr>
          <p:cNvPr id="13" name="Text 11"/>
          <p:cNvSpPr/>
          <p:nvPr/>
        </p:nvSpPr>
        <p:spPr>
          <a:xfrm>
            <a:off x="9448800" y="3486150"/>
            <a:ext cx="2857500" cy="1333500"/>
          </a:xfrm>
          <a:prstGeom prst="roundRect">
            <a:avLst>
              <a:gd name="adj" fmla="val 20000"/>
            </a:avLst>
          </a:prstGeom>
          <a:solidFill>
            <a:srgbClr val="DDE3FA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550" dirty="0" spc="-19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Lệnh</a:t>
            </a:r>
            <a:r>
              <a:rPr lang="en-US" sz="2550" dirty="0" spc="1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in</a:t>
            </a:r>
            <a:endParaRPr lang="en-US" sz="2550" dirty="0"/>
          </a:p>
        </p:txBody>
      </p:sp>
      <p:sp>
        <p:nvSpPr>
          <p:cNvPr id="14" name="Connector line-1792338286111-952347542"/>
          <p:cNvSpPr/>
          <p:nvPr/>
        </p:nvSpPr>
        <p:spPr>
          <a:xfrm>
            <a:off x="12401550" y="4152900"/>
            <a:ext cx="819150" cy="0"/>
          </a:xfrm>
          <a:prstGeom prst="line">
            <a:avLst/>
          </a:prstGeom>
          <a:noFill/>
          <a:ln w="47625">
            <a:solidFill>
              <a:srgbClr val="1F3FD1"/>
            </a:solidFill>
            <a:prstDash val="solid"/>
            <a:headEnd type="none"/>
            <a:tailEnd type="triangle"/>
          </a:ln>
        </p:spPr>
      </p:sp>
      <p:sp>
        <p:nvSpPr>
          <p:cNvPr id="15" name="Text 13"/>
          <p:cNvSpPr/>
          <p:nvPr/>
        </p:nvSpPr>
        <p:spPr>
          <a:xfrm>
            <a:off x="13335000" y="3486150"/>
            <a:ext cx="3733800" cy="1333500"/>
          </a:xfrm>
          <a:prstGeom prst="roundRect">
            <a:avLst>
              <a:gd name="adj" fmla="val 20000"/>
            </a:avLst>
          </a:prstGeom>
          <a:solidFill>
            <a:srgbClr val="1F3FD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 spc="-8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Hàng</a:t>
            </a:r>
            <a:r>
              <a:rPr lang="en-US" sz="2400" b="1" dirty="0" spc="1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đợi</a:t>
            </a:r>
            <a:r>
              <a:rPr lang="en-US" sz="2400" b="1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(Queue)</a:t>
            </a:r>
            <a:endParaRPr lang="en-US" sz="2400" dirty="0"/>
          </a:p>
        </p:txBody>
      </p:sp>
      <p:sp>
        <p:nvSpPr>
          <p:cNvPr id="16" name="Text 14"/>
          <p:cNvSpPr/>
          <p:nvPr/>
        </p:nvSpPr>
        <p:spPr>
          <a:xfrm>
            <a:off x="9448800" y="5105400"/>
            <a:ext cx="2857500" cy="1333500"/>
          </a:xfrm>
          <a:prstGeom prst="roundRect">
            <a:avLst>
              <a:gd name="adj" fmla="val 20000"/>
            </a:avLst>
          </a:prstGeom>
          <a:solidFill>
            <a:srgbClr val="F3DFB8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550" dirty="0" spc="1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Bộ</a:t>
            </a:r>
            <a:r>
              <a:rPr lang="en-US" sz="2550" dirty="0" spc="-1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nhớ</a:t>
            </a:r>
            <a:r>
              <a:rPr lang="en-US" sz="2550" dirty="0" spc="6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đệm</a:t>
            </a:r>
            <a:endParaRPr lang="en-US" sz="2550" dirty="0"/>
          </a:p>
        </p:txBody>
      </p:sp>
      <p:sp>
        <p:nvSpPr>
          <p:cNvPr id="17" name="Connector line-1792338286114-562947043"/>
          <p:cNvSpPr/>
          <p:nvPr/>
        </p:nvSpPr>
        <p:spPr>
          <a:xfrm>
            <a:off x="12401550" y="5772150"/>
            <a:ext cx="819150" cy="0"/>
          </a:xfrm>
          <a:prstGeom prst="line">
            <a:avLst/>
          </a:prstGeom>
          <a:noFill/>
          <a:ln w="47625">
            <a:solidFill>
              <a:srgbClr val="B45309"/>
            </a:solidFill>
            <a:prstDash val="solid"/>
            <a:headEnd type="none"/>
            <a:tailEnd type="triangle"/>
          </a:ln>
        </p:spPr>
      </p:sp>
      <p:sp>
        <p:nvSpPr>
          <p:cNvPr id="18" name="Text 16"/>
          <p:cNvSpPr/>
          <p:nvPr/>
        </p:nvSpPr>
        <p:spPr>
          <a:xfrm>
            <a:off x="13335000" y="5105400"/>
            <a:ext cx="3733800" cy="1333500"/>
          </a:xfrm>
          <a:prstGeom prst="roundRect">
            <a:avLst>
              <a:gd name="adj" fmla="val 20000"/>
            </a:avLst>
          </a:prstGeom>
          <a:solidFill>
            <a:srgbClr val="B45309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Bảng</a:t>
            </a:r>
            <a:r>
              <a:rPr lang="en-US" sz="2400" b="1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băm</a:t>
            </a:r>
            <a:r>
              <a:rPr lang="en-US" sz="2400" b="1" dirty="0" spc="-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(Hash table)</a:t>
            </a:r>
            <a:endParaRPr lang="en-US" sz="2400" dirty="0"/>
          </a:p>
        </p:txBody>
      </p:sp>
      <p:sp>
        <p:nvSpPr>
          <p:cNvPr id="19" name="Text 17"/>
          <p:cNvSpPr/>
          <p:nvPr/>
        </p:nvSpPr>
        <p:spPr>
          <a:xfrm>
            <a:off x="9448800" y="6724650"/>
            <a:ext cx="2857500" cy="1333500"/>
          </a:xfrm>
          <a:prstGeom prst="roundRect">
            <a:avLst>
              <a:gd name="adj" fmla="val 20000"/>
            </a:avLst>
          </a:prstGeom>
          <a:solidFill>
            <a:srgbClr val="CFE8E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550" dirty="0" spc="2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Quan</a:t>
            </a:r>
            <a:r>
              <a:rPr lang="en-US" sz="2550" dirty="0" spc="0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hệ</a:t>
            </a:r>
            <a:r>
              <a:rPr lang="en-US" sz="2550" dirty="0" spc="-2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bạn</a:t>
            </a:r>
            <a:r>
              <a:rPr lang="en-US" sz="2550" dirty="0" spc="-3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bè</a:t>
            </a:r>
            <a:endParaRPr lang="en-US" sz="2550" dirty="0"/>
          </a:p>
        </p:txBody>
      </p:sp>
      <p:sp>
        <p:nvSpPr>
          <p:cNvPr id="20" name="Connector line-1792338286118-139549488"/>
          <p:cNvSpPr/>
          <p:nvPr/>
        </p:nvSpPr>
        <p:spPr>
          <a:xfrm>
            <a:off x="12401550" y="7391400"/>
            <a:ext cx="819150" cy="0"/>
          </a:xfrm>
          <a:prstGeom prst="line">
            <a:avLst/>
          </a:prstGeom>
          <a:noFill/>
          <a:ln w="47625">
            <a:solidFill>
              <a:srgbClr val="0F766E"/>
            </a:solidFill>
            <a:prstDash val="solid"/>
            <a:headEnd type="none"/>
            <a:tailEnd type="triangle"/>
          </a:ln>
        </p:spPr>
      </p:sp>
      <p:sp>
        <p:nvSpPr>
          <p:cNvPr id="21" name="Text 19"/>
          <p:cNvSpPr/>
          <p:nvPr/>
        </p:nvSpPr>
        <p:spPr>
          <a:xfrm>
            <a:off x="13335000" y="6724650"/>
            <a:ext cx="3733800" cy="1333500"/>
          </a:xfrm>
          <a:prstGeom prst="roundRect">
            <a:avLst>
              <a:gd name="adj" fmla="val 20000"/>
            </a:avLst>
          </a:prstGeom>
          <a:solidFill>
            <a:srgbClr val="0F766E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Đồ</a:t>
            </a:r>
            <a:r>
              <a:rPr lang="en-US" sz="2400" b="1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thị</a:t>
            </a:r>
            <a:r>
              <a:rPr lang="en-US" sz="2400" b="1" dirty="0" spc="-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(Graph)</a:t>
            </a:r>
            <a:endParaRPr lang="en-US" sz="2400" dirty="0"/>
          </a:p>
        </p:txBody>
      </p:sp>
      <p:sp>
        <p:nvSpPr>
          <p:cNvPr id="22" name="Shape 20"/>
          <p:cNvSpPr/>
          <p:nvPr/>
        </p:nvSpPr>
        <p:spPr>
          <a:xfrm>
            <a:off x="9810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1323975" y="9439275"/>
            <a:ext cx="133350" cy="133350"/>
          </a:xfrm>
          <a:prstGeom prst="ellipse">
            <a:avLst/>
          </a:prstGeom>
          <a:solidFill>
            <a:srgbClr val="E8472B"/>
          </a:solidFill>
          <a:ln w="19050">
            <a:solidFill>
              <a:srgbClr val="E8472B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16668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0097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23526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26955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30384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33813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37242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914400" y="9696450"/>
            <a:ext cx="76200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16 ·</a:t>
            </a:r>
            <a:r>
              <a:rPr lang="en-US" sz="165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02/09</a:t>
            </a:r>
            <a:endParaRPr lang="en-US" sz="1650" dirty="0"/>
          </a:p>
        </p:txBody>
      </p:sp>
      <p:sp>
        <p:nvSpPr>
          <p:cNvPr id="32" name="Shape 30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33" name="Moda image moda-export-watermark-9e58928d-3ed6-497d-8042-316193c9dfa6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144000" y="914400"/>
            <a:ext cx="8229600" cy="7848600"/>
          </a:xfrm>
          <a:prstGeom prst="roundRect">
            <a:avLst>
              <a:gd name="adj" fmla="val 3398"/>
            </a:avLst>
          </a:prstGeom>
          <a:solidFill>
            <a:srgbClr val="1E212B"/>
          </a:solidFill>
          <a:ln w="19050">
            <a:solidFill>
              <a:srgbClr val="2C304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914400" y="914400"/>
            <a:ext cx="790575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24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NHÓM</a:t>
            </a:r>
            <a:r>
              <a:rPr lang="en-US" sz="1950" b="1" spc="226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</a:t>
            </a:r>
            <a:r>
              <a:rPr lang="en-US" sz="1950" b="1" spc="222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950" b="1" spc="209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DANH</a:t>
            </a:r>
            <a:r>
              <a:rPr lang="en-US" sz="1950" b="1" spc="201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SÁCH</a:t>
            </a:r>
            <a:r>
              <a:rPr lang="en-US" sz="1950" b="1" spc="175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1950" b="1" spc="226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THỨ TỰ</a:t>
            </a:r>
            <a:endParaRPr lang="en-US" sz="1950" dirty="0"/>
          </a:p>
        </p:txBody>
      </p:sp>
      <p:sp>
        <p:nvSpPr>
          <p:cNvPr id="4" name="Text 2"/>
          <p:cNvSpPr/>
          <p:nvPr/>
        </p:nvSpPr>
        <p:spPr>
          <a:xfrm>
            <a:off x="914400" y="1333500"/>
            <a:ext cx="7905750" cy="2190750"/>
          </a:xfrm>
          <a:prstGeom prst="rect">
            <a:avLst/>
          </a:prstGeom>
          <a:noFill/>
          <a:ln/>
        </p:spPr>
        <p:txBody>
          <a:bodyPr wrap="square" lIns="0" tIns="52578" rIns="0" bIns="-52578" rtlCol="0" anchor="t"/>
          <a:lstStyle/>
          <a:p>
            <a:pPr algn="l" indent="0" marL="0">
              <a:lnSpc>
                <a:spcPts val="7452"/>
              </a:lnSpc>
              <a:buNone/>
            </a:pPr>
            <a:r>
              <a:rPr lang="en-US" sz="6900" dirty="0" spc="-16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Danh</a:t>
            </a:r>
            <a:r>
              <a:rPr lang="en-US" sz="690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sách</a:t>
            </a:r>
            <a:r>
              <a:rPr lang="en-US" sz="6900" dirty="0" spc="-76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và</a:t>
            </a:r>
            <a:r>
              <a:rPr lang="en-US" sz="690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thứ</a:t>
            </a:r>
            <a:r>
              <a:rPr lang="en-US" sz="6900" dirty="0" spc="-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tự</a:t>
            </a:r>
            <a:endParaRPr lang="en-US" sz="6900" dirty="0"/>
          </a:p>
        </p:txBody>
      </p:sp>
      <p:sp>
        <p:nvSpPr>
          <p:cNvPr id="5" name="Text 3"/>
          <p:cNvSpPr/>
          <p:nvPr/>
        </p:nvSpPr>
        <p:spPr>
          <a:xfrm>
            <a:off x="914400" y="3571875"/>
            <a:ext cx="7905750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150" b="1" dirty="0" spc="-5" kern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List,</a:t>
            </a:r>
            <a:r>
              <a:rPr lang="en-US" sz="3150" b="1" dirty="0" spc="-15" kern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Array,</a:t>
            </a:r>
            <a:r>
              <a:rPr lang="en-US" sz="3150" b="1" dirty="0" spc="-1" kern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Stack,</a:t>
            </a:r>
            <a:r>
              <a:rPr lang="en-US" sz="3150" b="1" dirty="0" spc="0" kern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Queue</a:t>
            </a:r>
            <a:endParaRPr lang="en-US" sz="3150" dirty="0"/>
          </a:p>
        </p:txBody>
      </p:sp>
      <p:sp>
        <p:nvSpPr>
          <p:cNvPr id="6" name="Text 4"/>
          <p:cNvSpPr/>
          <p:nvPr/>
        </p:nvSpPr>
        <p:spPr>
          <a:xfrm>
            <a:off x="914400" y="4286250"/>
            <a:ext cx="7905750" cy="1143000"/>
          </a:xfrm>
          <a:prstGeom prst="rect">
            <a:avLst/>
          </a:prstGeom>
          <a:noFill/>
          <a:ln/>
        </p:spPr>
        <p:txBody>
          <a:bodyPr wrap="square" lIns="0" tIns="6001" rIns="0" bIns="-6001" rtlCol="0" anchor="t"/>
          <a:lstStyle/>
          <a:p>
            <a:pPr algn="l" indent="0" marL="0">
              <a:lnSpc>
                <a:spcPts val="3780"/>
              </a:lnSpc>
              <a:buNone/>
            </a:pPr>
            <a:r>
              <a:rPr lang="en-US" sz="2700" dirty="0" spc="-3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Bốn</a:t>
            </a:r>
            <a:r>
              <a:rPr lang="en-US" sz="2700" dirty="0" spc="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cấu trúc,</a:t>
            </a:r>
            <a:r>
              <a:rPr lang="en-US" sz="2700" dirty="0" spc="-7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bốn</a:t>
            </a:r>
            <a:r>
              <a:rPr lang="en-US" sz="2700" dirty="0" spc="-2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việc</a:t>
            </a:r>
            <a:r>
              <a:rPr lang="en-US" sz="2700" dirty="0" spc="-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quen thuộc: từ</a:t>
            </a:r>
            <a:r>
              <a:rPr lang="en-US" sz="2700" dirty="0" spc="-2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dòng</a:t>
            </a:r>
            <a:r>
              <a:rPr lang="en-US" sz="2700" dirty="0" spc="-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tin</a:t>
            </a:r>
            <a:r>
              <a:rPr lang="en-US" sz="2700" dirty="0" spc="-13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tới</a:t>
            </a:r>
            <a:r>
              <a:rPr lang="en-US" sz="2700" dirty="0" spc="-3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lệnh</a:t>
            </a:r>
            <a:r>
              <a:rPr lang="en-US" sz="2700" dirty="0" spc="-2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in.</a:t>
            </a:r>
            <a:endParaRPr lang="en-US" sz="2700" dirty="0"/>
          </a:p>
        </p:txBody>
      </p:sp>
      <p:sp>
        <p:nvSpPr>
          <p:cNvPr id="7" name="Text 5"/>
          <p:cNvSpPr/>
          <p:nvPr/>
        </p:nvSpPr>
        <p:spPr>
          <a:xfrm>
            <a:off x="914400" y="5572125"/>
            <a:ext cx="5905500" cy="647700"/>
          </a:xfrm>
          <a:prstGeom prst="roundRect">
            <a:avLst>
              <a:gd name="adj" fmla="val 50000"/>
            </a:avLst>
          </a:prstGeom>
          <a:solidFill>
            <a:srgbClr val="7C93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 spc="-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Ngăn</a:t>
            </a:r>
            <a:r>
              <a:rPr lang="en-US" sz="2100" b="1" dirty="0" spc="-1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xếp,</a:t>
            </a:r>
            <a:r>
              <a:rPr lang="en-US" sz="2100" b="1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hàng</a:t>
            </a:r>
            <a:r>
              <a:rPr lang="en-US" sz="2100" b="1" dirty="0" spc="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đợi:</a:t>
            </a:r>
            <a:r>
              <a:rPr lang="en-US" sz="2100" b="1" dirty="0" spc="-1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có</a:t>
            </a:r>
            <a:r>
              <a:rPr lang="en-US" sz="2100" b="1" dirty="0" spc="-1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trong</a:t>
            </a:r>
            <a:r>
              <a:rPr lang="en-US" sz="2100" b="1" dirty="0" spc="-2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Java</a:t>
            </a:r>
            <a:endParaRPr lang="en-US" sz="2100" dirty="0"/>
          </a:p>
        </p:txBody>
      </p:sp>
      <p:sp>
        <p:nvSpPr>
          <p:cNvPr id="8" name="Shape 6"/>
          <p:cNvSpPr/>
          <p:nvPr/>
        </p:nvSpPr>
        <p:spPr>
          <a:xfrm>
            <a:off x="914400" y="6572250"/>
            <a:ext cx="7620000" cy="2000250"/>
          </a:xfrm>
          <a:prstGeom prst="roundRect">
            <a:avLst>
              <a:gd name="adj" fmla="val 13333"/>
            </a:avLst>
          </a:prstGeom>
          <a:solidFill>
            <a:srgbClr val="1E212B"/>
          </a:solidFill>
          <a:ln w="19050">
            <a:solidFill>
              <a:srgbClr val="2C304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1257300" y="6838950"/>
            <a:ext cx="66675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25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GHI</a:t>
            </a:r>
            <a:r>
              <a:rPr lang="en-US" sz="1800" b="1" spc="227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NHỚ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1257300" y="7296150"/>
            <a:ext cx="7048500" cy="1143000"/>
          </a:xfrm>
          <a:prstGeom prst="rect">
            <a:avLst/>
          </a:prstGeom>
          <a:noFill/>
          <a:ln/>
        </p:spPr>
        <p:txBody>
          <a:bodyPr wrap="square" lIns="0" tIns="9700" rIns="0" bIns="-9700" rtlCol="0" anchor="t"/>
          <a:lstStyle/>
          <a:p>
            <a:pPr algn="l" indent="0" marL="0">
              <a:lnSpc>
                <a:spcPts val="3443"/>
              </a:lnSpc>
              <a:spcAft>
                <a:spcPts val="750"/>
              </a:spcAft>
              <a:buNone/>
            </a:pPr>
            <a:r>
              <a:rPr lang="en-US" sz="2550" dirty="0" spc="-1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Ngăn</a:t>
            </a:r>
            <a:r>
              <a:rPr lang="en-US" sz="2550" dirty="0" spc="-1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xếp: vào</a:t>
            </a:r>
            <a:r>
              <a:rPr lang="en-US" sz="2550" dirty="0" spc="-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sau,</a:t>
            </a:r>
            <a:r>
              <a:rPr lang="en-US" sz="2550" dirty="0" spc="-3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ra</a:t>
            </a:r>
            <a:r>
              <a:rPr lang="en-US" sz="2550" dirty="0" spc="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trước</a:t>
            </a:r>
            <a:r>
              <a:rPr lang="en-US" sz="2550" dirty="0" spc="-8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(LIFO).</a:t>
            </a:r>
            <a:endParaRPr lang="en-US" sz="2550" dirty="0"/>
          </a:p>
          <a:p>
            <a:pPr algn="l" indent="0" marL="0">
              <a:lnSpc>
                <a:spcPts val="3443"/>
              </a:lnSpc>
              <a:buNone/>
            </a:pPr>
            <a:r>
              <a:rPr lang="en-US" sz="25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Hàng</a:t>
            </a:r>
            <a:r>
              <a:rPr lang="en-US" sz="2550" dirty="0" spc="1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đợi:</a:t>
            </a:r>
            <a:r>
              <a:rPr lang="en-US" sz="2550" dirty="0" spc="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thường</a:t>
            </a:r>
            <a:r>
              <a:rPr lang="en-US" sz="2550" dirty="0" spc="-1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vào</a:t>
            </a:r>
            <a:r>
              <a:rPr lang="en-US" sz="2550" dirty="0" spc="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trước,</a:t>
            </a:r>
            <a:r>
              <a:rPr lang="en-US" sz="2550" dirty="0" spc="-3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ra</a:t>
            </a:r>
            <a:r>
              <a:rPr lang="en-US" sz="2550" dirty="0" spc="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trước.</a:t>
            </a:r>
            <a:endParaRPr lang="en-US" sz="2550" dirty="0"/>
          </a:p>
        </p:txBody>
      </p:sp>
      <p:sp>
        <p:nvSpPr>
          <p:cNvPr id="11" name="Shape 9"/>
          <p:cNvSpPr/>
          <p:nvPr/>
        </p:nvSpPr>
        <p:spPr>
          <a:xfrm>
            <a:off x="9448800" y="1295400"/>
            <a:ext cx="7620000" cy="1676400"/>
          </a:xfrm>
          <a:prstGeom prst="roundRect">
            <a:avLst>
              <a:gd name="adj" fmla="val 13636"/>
            </a:avLst>
          </a:prstGeom>
          <a:solidFill>
            <a:srgbClr val="2A2E3D"/>
          </a:solidFill>
          <a:ln/>
        </p:spPr>
      </p:sp>
      <p:sp>
        <p:nvSpPr>
          <p:cNvPr id="12" name="Text 10"/>
          <p:cNvSpPr/>
          <p:nvPr/>
        </p:nvSpPr>
        <p:spPr>
          <a:xfrm>
            <a:off x="9715500" y="1809750"/>
            <a:ext cx="647700" cy="647700"/>
          </a:xfrm>
          <a:prstGeom prst="roundRect">
            <a:avLst>
              <a:gd name="adj" fmla="val 50000"/>
            </a:avLst>
          </a:prstGeom>
          <a:solidFill>
            <a:srgbClr val="7C93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550" dirty="0" kern="0">
                <a:solidFill>
                  <a:srgbClr val="14161C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1</a:t>
            </a:r>
            <a:endParaRPr lang="en-US" sz="2550" dirty="0"/>
          </a:p>
        </p:txBody>
      </p:sp>
      <p:sp>
        <p:nvSpPr>
          <p:cNvPr id="13" name="Text 11"/>
          <p:cNvSpPr/>
          <p:nvPr/>
        </p:nvSpPr>
        <p:spPr>
          <a:xfrm>
            <a:off x="10629900" y="1524000"/>
            <a:ext cx="6191250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Danh sách</a:t>
            </a:r>
            <a:r>
              <a:rPr lang="en-US" sz="3000" b="1" dirty="0" spc="-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(List)</a:t>
            </a:r>
            <a:endParaRPr lang="en-US" sz="3000" dirty="0"/>
          </a:p>
        </p:txBody>
      </p:sp>
      <p:sp>
        <p:nvSpPr>
          <p:cNvPr id="14" name="Text 12"/>
          <p:cNvSpPr/>
          <p:nvPr/>
        </p:nvSpPr>
        <p:spPr>
          <a:xfrm>
            <a:off x="10629900" y="2133600"/>
            <a:ext cx="6191250" cy="762000"/>
          </a:xfrm>
          <a:prstGeom prst="rect">
            <a:avLst/>
          </a:prstGeom>
          <a:noFill/>
          <a:ln/>
        </p:spPr>
        <p:txBody>
          <a:bodyPr wrap="square" lIns="0" tIns="11335" rIns="0" bIns="-11335" rtlCol="0" anchor="t"/>
          <a:lstStyle/>
          <a:p>
            <a:pPr algn="l" indent="0" marL="0">
              <a:lnSpc>
                <a:spcPts val="2730"/>
              </a:lnSpc>
              <a:buNone/>
            </a:pPr>
            <a:r>
              <a:rPr lang="en-US" sz="2100" dirty="0" spc="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Giữ</a:t>
            </a:r>
            <a:r>
              <a:rPr lang="en-US" sz="2100" dirty="0" spc="-3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dòng</a:t>
            </a:r>
            <a:r>
              <a:rPr lang="en-US" sz="2100" dirty="0" spc="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tin</a:t>
            </a:r>
            <a:r>
              <a:rPr lang="en-US" sz="2100" dirty="0" spc="-17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trên</a:t>
            </a:r>
            <a:r>
              <a:rPr lang="en-US" sz="2100" dirty="0" spc="-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mạng</a:t>
            </a:r>
            <a:r>
              <a:rPr lang="en-US" sz="2100" dirty="0" spc="-24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xã</a:t>
            </a:r>
            <a:r>
              <a:rPr lang="en-US" sz="2100" dirty="0" spc="-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hội</a:t>
            </a:r>
            <a:endParaRPr lang="en-US" sz="2100" dirty="0"/>
          </a:p>
        </p:txBody>
      </p:sp>
      <p:sp>
        <p:nvSpPr>
          <p:cNvPr id="15" name="Shape 13"/>
          <p:cNvSpPr/>
          <p:nvPr/>
        </p:nvSpPr>
        <p:spPr>
          <a:xfrm>
            <a:off x="9448800" y="3124200"/>
            <a:ext cx="7620000" cy="1676400"/>
          </a:xfrm>
          <a:prstGeom prst="roundRect">
            <a:avLst>
              <a:gd name="adj" fmla="val 13636"/>
            </a:avLst>
          </a:prstGeom>
          <a:solidFill>
            <a:srgbClr val="2A2E3D"/>
          </a:solidFill>
          <a:ln/>
        </p:spPr>
      </p:sp>
      <p:sp>
        <p:nvSpPr>
          <p:cNvPr id="16" name="Text 14"/>
          <p:cNvSpPr/>
          <p:nvPr/>
        </p:nvSpPr>
        <p:spPr>
          <a:xfrm>
            <a:off x="9715500" y="3638550"/>
            <a:ext cx="647700" cy="647700"/>
          </a:xfrm>
          <a:prstGeom prst="roundRect">
            <a:avLst>
              <a:gd name="adj" fmla="val 50000"/>
            </a:avLst>
          </a:prstGeom>
          <a:solidFill>
            <a:srgbClr val="7C93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550" dirty="0" spc="6" kern="0">
                <a:solidFill>
                  <a:srgbClr val="14161C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2</a:t>
            </a:r>
            <a:endParaRPr lang="en-US" sz="2550" dirty="0"/>
          </a:p>
        </p:txBody>
      </p:sp>
      <p:sp>
        <p:nvSpPr>
          <p:cNvPr id="17" name="Text 15"/>
          <p:cNvSpPr/>
          <p:nvPr/>
        </p:nvSpPr>
        <p:spPr>
          <a:xfrm>
            <a:off x="10629900" y="3352800"/>
            <a:ext cx="6191250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 spc="-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Mảng</a:t>
            </a:r>
            <a:r>
              <a:rPr lang="en-US" sz="3000" b="1" dirty="0" spc="-1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(Array)</a:t>
            </a:r>
            <a:endParaRPr lang="en-US" sz="3000" dirty="0"/>
          </a:p>
        </p:txBody>
      </p:sp>
      <p:sp>
        <p:nvSpPr>
          <p:cNvPr id="18" name="Text 16"/>
          <p:cNvSpPr/>
          <p:nvPr/>
        </p:nvSpPr>
        <p:spPr>
          <a:xfrm>
            <a:off x="10629900" y="3962400"/>
            <a:ext cx="6191250" cy="762000"/>
          </a:xfrm>
          <a:prstGeom prst="rect">
            <a:avLst/>
          </a:prstGeom>
          <a:noFill/>
          <a:ln/>
        </p:spPr>
        <p:txBody>
          <a:bodyPr wrap="square" lIns="0" tIns="11335" rIns="0" bIns="-11335" rtlCol="0" anchor="t"/>
          <a:lstStyle/>
          <a:p>
            <a:pPr algn="l" indent="0" marL="0">
              <a:lnSpc>
                <a:spcPts val="2730"/>
              </a:lnSpc>
              <a:buNone/>
            </a:pPr>
            <a:r>
              <a:rPr lang="en-US" sz="2100" dirty="0" spc="3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Dùng</a:t>
            </a:r>
            <a:r>
              <a:rPr lang="en-US" sz="2100" dirty="0" spc="-2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cho các</a:t>
            </a:r>
            <a:r>
              <a:rPr lang="en-US" sz="2100" dirty="0" spc="-3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phép</a:t>
            </a:r>
            <a:r>
              <a:rPr lang="en-US" sz="2100" dirty="0" spc="-12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toán</a:t>
            </a:r>
            <a:r>
              <a:rPr lang="en-US" sz="2100" dirty="0" spc="-9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số</a:t>
            </a:r>
            <a:r>
              <a:rPr lang="en-US" sz="2100" dirty="0" spc="-5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học</a:t>
            </a:r>
            <a:endParaRPr lang="en-US" sz="2100" dirty="0"/>
          </a:p>
        </p:txBody>
      </p:sp>
      <p:sp>
        <p:nvSpPr>
          <p:cNvPr id="19" name="Shape 17"/>
          <p:cNvSpPr/>
          <p:nvPr/>
        </p:nvSpPr>
        <p:spPr>
          <a:xfrm>
            <a:off x="9448800" y="4953000"/>
            <a:ext cx="7620000" cy="1676400"/>
          </a:xfrm>
          <a:prstGeom prst="roundRect">
            <a:avLst>
              <a:gd name="adj" fmla="val 13636"/>
            </a:avLst>
          </a:prstGeom>
          <a:solidFill>
            <a:srgbClr val="2A2E3D"/>
          </a:solidFill>
          <a:ln/>
        </p:spPr>
      </p:sp>
      <p:sp>
        <p:nvSpPr>
          <p:cNvPr id="20" name="Text 18"/>
          <p:cNvSpPr/>
          <p:nvPr/>
        </p:nvSpPr>
        <p:spPr>
          <a:xfrm>
            <a:off x="9715500" y="5467350"/>
            <a:ext cx="647700" cy="647700"/>
          </a:xfrm>
          <a:prstGeom prst="roundRect">
            <a:avLst>
              <a:gd name="adj" fmla="val 50000"/>
            </a:avLst>
          </a:prstGeom>
          <a:solidFill>
            <a:srgbClr val="7C93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550" dirty="0" spc="2" kern="0">
                <a:solidFill>
                  <a:srgbClr val="14161C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3</a:t>
            </a:r>
            <a:endParaRPr lang="en-US" sz="2550" dirty="0"/>
          </a:p>
        </p:txBody>
      </p:sp>
      <p:sp>
        <p:nvSpPr>
          <p:cNvPr id="21" name="Text 19"/>
          <p:cNvSpPr/>
          <p:nvPr/>
        </p:nvSpPr>
        <p:spPr>
          <a:xfrm>
            <a:off x="10629900" y="5181600"/>
            <a:ext cx="6191250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 spc="-1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Ngăn</a:t>
            </a:r>
            <a:r>
              <a:rPr lang="en-US" sz="3000" b="1" dirty="0" spc="-2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xếp</a:t>
            </a:r>
            <a:r>
              <a:rPr lang="en-US" sz="3000" b="1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(Stack)</a:t>
            </a:r>
            <a:endParaRPr lang="en-US" sz="3000" dirty="0"/>
          </a:p>
        </p:txBody>
      </p:sp>
      <p:sp>
        <p:nvSpPr>
          <p:cNvPr id="22" name="Text 20"/>
          <p:cNvSpPr/>
          <p:nvPr/>
        </p:nvSpPr>
        <p:spPr>
          <a:xfrm>
            <a:off x="10629900" y="5791200"/>
            <a:ext cx="6191250" cy="762000"/>
          </a:xfrm>
          <a:prstGeom prst="rect">
            <a:avLst/>
          </a:prstGeom>
          <a:noFill/>
          <a:ln/>
        </p:spPr>
        <p:txBody>
          <a:bodyPr wrap="square" lIns="0" tIns="11335" rIns="0" bIns="-11335" rtlCol="0" anchor="t"/>
          <a:lstStyle/>
          <a:p>
            <a:pPr algn="l" indent="0" marL="0">
              <a:lnSpc>
                <a:spcPts val="2730"/>
              </a:lnSpc>
              <a:buNone/>
            </a:pPr>
            <a:r>
              <a:rPr lang="en-US" sz="2100" dirty="0" spc="-3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Hoàn</a:t>
            </a:r>
            <a:r>
              <a:rPr lang="en-US" sz="2100" dirty="0" spc="-13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tác</a:t>
            </a:r>
            <a:r>
              <a:rPr lang="en-US" sz="2100" dirty="0" spc="-17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2100" dirty="0" spc="-3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làm</a:t>
            </a:r>
            <a:r>
              <a:rPr lang="en-US" sz="2100" dirty="0" spc="-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lại</a:t>
            </a:r>
            <a:r>
              <a:rPr lang="en-US" sz="2100" dirty="0" spc="-15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trong</a:t>
            </a:r>
            <a:r>
              <a:rPr lang="en-US" sz="2100" dirty="0" spc="7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trình</a:t>
            </a:r>
            <a:r>
              <a:rPr lang="en-US" sz="2100" dirty="0" spc="-7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soạn</a:t>
            </a:r>
            <a:r>
              <a:rPr lang="en-US" sz="2100" dirty="0" spc="-12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văn</a:t>
            </a:r>
            <a:r>
              <a:rPr lang="en-US" sz="2100" dirty="0" spc="-6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bản</a:t>
            </a:r>
            <a:endParaRPr lang="en-US" sz="2100" dirty="0"/>
          </a:p>
        </p:txBody>
      </p:sp>
      <p:sp>
        <p:nvSpPr>
          <p:cNvPr id="23" name="Shape 21"/>
          <p:cNvSpPr/>
          <p:nvPr/>
        </p:nvSpPr>
        <p:spPr>
          <a:xfrm>
            <a:off x="9448800" y="6781800"/>
            <a:ext cx="7620000" cy="1676400"/>
          </a:xfrm>
          <a:prstGeom prst="roundRect">
            <a:avLst>
              <a:gd name="adj" fmla="val 13636"/>
            </a:avLst>
          </a:prstGeom>
          <a:solidFill>
            <a:srgbClr val="2A2E3D"/>
          </a:solidFill>
          <a:ln/>
        </p:spPr>
      </p:sp>
      <p:sp>
        <p:nvSpPr>
          <p:cNvPr id="24" name="Text 22"/>
          <p:cNvSpPr/>
          <p:nvPr/>
        </p:nvSpPr>
        <p:spPr>
          <a:xfrm>
            <a:off x="9715500" y="7296150"/>
            <a:ext cx="647700" cy="647700"/>
          </a:xfrm>
          <a:prstGeom prst="roundRect">
            <a:avLst>
              <a:gd name="adj" fmla="val 50000"/>
            </a:avLst>
          </a:prstGeom>
          <a:solidFill>
            <a:srgbClr val="7C93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550" dirty="0" spc="6" kern="0">
                <a:solidFill>
                  <a:srgbClr val="14161C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4</a:t>
            </a:r>
            <a:endParaRPr lang="en-US" sz="2550" dirty="0"/>
          </a:p>
        </p:txBody>
      </p:sp>
      <p:sp>
        <p:nvSpPr>
          <p:cNvPr id="25" name="Text 23"/>
          <p:cNvSpPr/>
          <p:nvPr/>
        </p:nvSpPr>
        <p:spPr>
          <a:xfrm>
            <a:off x="10629900" y="7010400"/>
            <a:ext cx="6191250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 spc="-8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Hàng</a:t>
            </a:r>
            <a:r>
              <a:rPr lang="en-US" sz="3000" b="1" dirty="0" spc="1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đợi</a:t>
            </a:r>
            <a:r>
              <a:rPr lang="en-US" sz="3000" b="1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(Queue)</a:t>
            </a:r>
            <a:endParaRPr lang="en-US" sz="3000" dirty="0"/>
          </a:p>
        </p:txBody>
      </p:sp>
      <p:sp>
        <p:nvSpPr>
          <p:cNvPr id="26" name="Text 24"/>
          <p:cNvSpPr/>
          <p:nvPr/>
        </p:nvSpPr>
        <p:spPr>
          <a:xfrm>
            <a:off x="10629900" y="7620000"/>
            <a:ext cx="6191250" cy="762000"/>
          </a:xfrm>
          <a:prstGeom prst="rect">
            <a:avLst/>
          </a:prstGeom>
          <a:noFill/>
          <a:ln/>
        </p:spPr>
        <p:txBody>
          <a:bodyPr wrap="square" lIns="0" tIns="11335" rIns="0" bIns="-11335" rtlCol="0" anchor="t"/>
          <a:lstStyle/>
          <a:p>
            <a:pPr algn="l" indent="0" marL="0">
              <a:lnSpc>
                <a:spcPts val="2730"/>
              </a:lnSpc>
              <a:buNone/>
            </a:pPr>
            <a:r>
              <a:rPr lang="en-US" sz="2100" dirty="0" spc="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Giữ</a:t>
            </a:r>
            <a:r>
              <a:rPr lang="en-US" sz="2100" dirty="0" spc="0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lệnh in,</a:t>
            </a:r>
            <a:r>
              <a:rPr lang="en-US" sz="2100" dirty="0" spc="-4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hoặc</a:t>
            </a:r>
            <a:r>
              <a:rPr lang="en-US" sz="2100" dirty="0" spc="-2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thao</a:t>
            </a:r>
            <a:r>
              <a:rPr lang="en-US" sz="2100" dirty="0" spc="-13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tác</a:t>
            </a:r>
            <a:r>
              <a:rPr lang="en-US" sz="2100" dirty="0" spc="4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người</a:t>
            </a:r>
            <a:r>
              <a:rPr lang="en-US" sz="2100" dirty="0" spc="0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chơi</a:t>
            </a:r>
            <a:r>
              <a:rPr lang="en-US" sz="2100" dirty="0" spc="-15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trong</a:t>
            </a:r>
            <a:r>
              <a:rPr lang="en-US" sz="2100" dirty="0" spc="-10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game</a:t>
            </a:r>
            <a:endParaRPr lang="en-US" sz="2100" dirty="0"/>
          </a:p>
        </p:txBody>
      </p:sp>
      <p:sp>
        <p:nvSpPr>
          <p:cNvPr id="27" name="Shape 25"/>
          <p:cNvSpPr/>
          <p:nvPr/>
        </p:nvSpPr>
        <p:spPr>
          <a:xfrm>
            <a:off x="9810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13239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1666875" y="9439275"/>
            <a:ext cx="133350" cy="133350"/>
          </a:xfrm>
          <a:prstGeom prst="ellipse">
            <a:avLst/>
          </a:prstGeom>
          <a:solidFill>
            <a:srgbClr val="FF6A4D"/>
          </a:solidFill>
          <a:ln w="19050">
            <a:solidFill>
              <a:srgbClr val="FF6A4D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20097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23526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26955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30384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33813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37242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914400" y="9696450"/>
            <a:ext cx="76200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16 ·</a:t>
            </a:r>
            <a:r>
              <a:rPr lang="en-US" sz="165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03/09</a:t>
            </a:r>
            <a:endParaRPr lang="en-US" sz="1650" dirty="0"/>
          </a:p>
        </p:txBody>
      </p:sp>
      <p:sp>
        <p:nvSpPr>
          <p:cNvPr id="37" name="Shape 35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38" name="Moda image moda-export-watermark-2f688488-5dfe-4296-9562-0260baeaefe2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144000" y="914400"/>
            <a:ext cx="8229600" cy="7848600"/>
          </a:xfrm>
          <a:prstGeom prst="roundRect">
            <a:avLst>
              <a:gd name="adj" fmla="val 3398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914400" y="914400"/>
            <a:ext cx="790575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24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NHÓM</a:t>
            </a:r>
            <a:r>
              <a:rPr lang="en-US" sz="1950" b="1" spc="222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 ·</a:t>
            </a:r>
            <a:r>
              <a:rPr lang="en-US" sz="1950" b="1" spc="225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TRA</a:t>
            </a:r>
            <a:r>
              <a:rPr lang="en-US" sz="1950" b="1" spc="248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CỨU</a:t>
            </a:r>
            <a:r>
              <a:rPr lang="en-US" sz="1950" b="1" spc="175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1950" b="1" spc="211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SẮP</a:t>
            </a:r>
            <a:r>
              <a:rPr lang="en-US" sz="1950" b="1" spc="220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VIỆC</a:t>
            </a:r>
            <a:endParaRPr lang="en-US" sz="1950" dirty="0"/>
          </a:p>
        </p:txBody>
      </p:sp>
      <p:sp>
        <p:nvSpPr>
          <p:cNvPr id="4" name="Text 2"/>
          <p:cNvSpPr/>
          <p:nvPr/>
        </p:nvSpPr>
        <p:spPr>
          <a:xfrm>
            <a:off x="914400" y="1333500"/>
            <a:ext cx="7905750" cy="2190750"/>
          </a:xfrm>
          <a:prstGeom prst="rect">
            <a:avLst/>
          </a:prstGeom>
          <a:noFill/>
          <a:ln/>
        </p:spPr>
        <p:txBody>
          <a:bodyPr wrap="square" lIns="0" tIns="52578" rIns="0" bIns="-52578" rtlCol="0" anchor="t"/>
          <a:lstStyle/>
          <a:p>
            <a:pPr algn="l" indent="0" marL="0">
              <a:lnSpc>
                <a:spcPts val="7452"/>
              </a:lnSpc>
              <a:buNone/>
            </a:pPr>
            <a:r>
              <a:rPr lang="en-US" sz="6900" dirty="0" spc="-8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Tra</a:t>
            </a:r>
            <a:r>
              <a:rPr lang="en-US" sz="6900" dirty="0" spc="-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cứu</a:t>
            </a:r>
            <a:r>
              <a:rPr lang="en-US" sz="6900" dirty="0" spc="-76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và</a:t>
            </a:r>
            <a:r>
              <a:rPr lang="en-US" sz="6900" dirty="0" spc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sắp</a:t>
            </a:r>
            <a:r>
              <a:rPr lang="en-US" sz="6900" dirty="0" spc="-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việc</a:t>
            </a:r>
            <a:endParaRPr lang="en-US" sz="6900" dirty="0"/>
          </a:p>
        </p:txBody>
      </p:sp>
      <p:sp>
        <p:nvSpPr>
          <p:cNvPr id="5" name="Text 3"/>
          <p:cNvSpPr/>
          <p:nvPr/>
        </p:nvSpPr>
        <p:spPr>
          <a:xfrm>
            <a:off x="914400" y="3571875"/>
            <a:ext cx="7905750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 spc="-11" kern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Hash</a:t>
            </a:r>
            <a:r>
              <a:rPr lang="en-US" sz="3000" b="1" dirty="0" spc="-5" kern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table,</a:t>
            </a:r>
            <a:r>
              <a:rPr lang="en-US" sz="3000" b="1" dirty="0" spc="-3" kern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Heap,</a:t>
            </a:r>
            <a:r>
              <a:rPr lang="en-US" sz="3000" b="1" dirty="0" spc="-39" kern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Tree,</a:t>
            </a:r>
            <a:r>
              <a:rPr lang="en-US" sz="3000" b="1" dirty="0" spc="-12" kern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Suffix</a:t>
            </a:r>
            <a:r>
              <a:rPr lang="en-US" sz="3000" b="1" dirty="0" spc="-13" kern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tree</a:t>
            </a:r>
            <a:endParaRPr lang="en-US" sz="3000" dirty="0"/>
          </a:p>
        </p:txBody>
      </p:sp>
      <p:sp>
        <p:nvSpPr>
          <p:cNvPr id="6" name="Text 4"/>
          <p:cNvSpPr/>
          <p:nvPr/>
        </p:nvSpPr>
        <p:spPr>
          <a:xfrm>
            <a:off x="914400" y="4286250"/>
            <a:ext cx="7905750" cy="1143000"/>
          </a:xfrm>
          <a:prstGeom prst="rect">
            <a:avLst/>
          </a:prstGeom>
          <a:noFill/>
          <a:ln/>
        </p:spPr>
        <p:txBody>
          <a:bodyPr wrap="square" lIns="0" tIns="6001" rIns="0" bIns="-6001" rtlCol="0" anchor="t"/>
          <a:lstStyle/>
          <a:p>
            <a:pPr algn="l" indent="0" marL="0">
              <a:lnSpc>
                <a:spcPts val="3780"/>
              </a:lnSpc>
              <a:buNone/>
            </a:pPr>
            <a:r>
              <a:rPr lang="en-US" sz="2700" dirty="0" spc="-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Bộ</a:t>
            </a:r>
            <a:r>
              <a:rPr lang="en-US" sz="270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nhớ</a:t>
            </a:r>
            <a:r>
              <a:rPr lang="en-US" sz="2700" dirty="0" spc="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đệm,</a:t>
            </a:r>
            <a:r>
              <a:rPr lang="en-US" sz="270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lập</a:t>
            </a:r>
            <a:r>
              <a:rPr lang="en-US" sz="270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lịch,</a:t>
            </a:r>
            <a:r>
              <a:rPr lang="en-US" sz="2700" dirty="0" spc="-1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tài</a:t>
            </a:r>
            <a:r>
              <a:rPr lang="en-US" sz="270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liệu,</a:t>
            </a:r>
            <a:r>
              <a:rPr lang="en-US" sz="270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tìm</a:t>
            </a:r>
            <a:r>
              <a:rPr lang="en-US" sz="270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chuỗi:</a:t>
            </a:r>
            <a:r>
              <a:rPr lang="en-US" sz="2700" dirty="0" spc="-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bốn</a:t>
            </a:r>
            <a:r>
              <a:rPr lang="en-US" sz="270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việc</a:t>
            </a:r>
            <a:r>
              <a:rPr lang="en-US" sz="270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khác</a:t>
            </a:r>
            <a:r>
              <a:rPr lang="en-US" sz="270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nhau.</a:t>
            </a:r>
            <a:endParaRPr lang="en-US" sz="2700" dirty="0"/>
          </a:p>
        </p:txBody>
      </p:sp>
      <p:sp>
        <p:nvSpPr>
          <p:cNvPr id="7" name="Text 5"/>
          <p:cNvSpPr/>
          <p:nvPr/>
        </p:nvSpPr>
        <p:spPr>
          <a:xfrm>
            <a:off x="914400" y="5572125"/>
            <a:ext cx="5905500" cy="647700"/>
          </a:xfrm>
          <a:prstGeom prst="roundRect">
            <a:avLst>
              <a:gd name="adj" fmla="val 50000"/>
            </a:avLst>
          </a:prstGeom>
          <a:solidFill>
            <a:srgbClr val="B45309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Bảng</a:t>
            </a:r>
            <a:r>
              <a:rPr lang="en-US" sz="2100" b="1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băm,</a:t>
            </a:r>
            <a:r>
              <a:rPr lang="en-US" sz="2100" b="1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đống:</a:t>
            </a:r>
            <a:r>
              <a:rPr lang="en-US" sz="2100" b="1" dirty="0" spc="-8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có</a:t>
            </a:r>
            <a:r>
              <a:rPr lang="en-US" sz="2100" b="1" dirty="0" spc="-1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trong</a:t>
            </a:r>
            <a:r>
              <a:rPr lang="en-US" sz="2100" b="1" dirty="0" spc="-2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Java</a:t>
            </a:r>
            <a:endParaRPr lang="en-US" sz="2100" dirty="0"/>
          </a:p>
        </p:txBody>
      </p:sp>
      <p:sp>
        <p:nvSpPr>
          <p:cNvPr id="8" name="Shape 6"/>
          <p:cNvSpPr/>
          <p:nvPr/>
        </p:nvSpPr>
        <p:spPr>
          <a:xfrm>
            <a:off x="914400" y="6572250"/>
            <a:ext cx="7620000" cy="2000250"/>
          </a:xfrm>
          <a:prstGeom prst="roundRect">
            <a:avLst>
              <a:gd name="adj" fmla="val 13333"/>
            </a:avLst>
          </a:prstGeom>
          <a:solidFill>
            <a:srgbClr val="F3DFB8"/>
          </a:solidFill>
          <a:ln/>
        </p:spPr>
      </p:sp>
      <p:sp>
        <p:nvSpPr>
          <p:cNvPr id="9" name="Text 7"/>
          <p:cNvSpPr/>
          <p:nvPr/>
        </p:nvSpPr>
        <p:spPr>
          <a:xfrm>
            <a:off x="1257300" y="6838950"/>
            <a:ext cx="66675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25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GHI</a:t>
            </a:r>
            <a:r>
              <a:rPr lang="en-US" sz="1800" b="1" spc="227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NHỚ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1257300" y="7296150"/>
            <a:ext cx="7048500" cy="1143000"/>
          </a:xfrm>
          <a:prstGeom prst="rect">
            <a:avLst/>
          </a:prstGeom>
          <a:noFill/>
          <a:ln/>
        </p:spPr>
        <p:txBody>
          <a:bodyPr wrap="square" lIns="0" tIns="9700" rIns="0" bIns="-9700" rtlCol="0" anchor="t"/>
          <a:lstStyle/>
          <a:p>
            <a:pPr algn="l" indent="0" marL="0">
              <a:lnSpc>
                <a:spcPts val="3443"/>
              </a:lnSpc>
              <a:buNone/>
            </a:pPr>
            <a:r>
              <a:rPr lang="en-US" sz="2550" dirty="0" spc="-5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Trang</a:t>
            </a:r>
            <a:r>
              <a:rPr lang="en-US" sz="25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HTML</a:t>
            </a:r>
            <a:r>
              <a:rPr lang="en-US" sz="2550" dirty="0" spc="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được</a:t>
            </a:r>
            <a:r>
              <a:rPr lang="en-US" sz="25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giữ</a:t>
            </a:r>
            <a:r>
              <a:rPr lang="en-US" sz="2550" dirty="0" spc="-1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trong</a:t>
            </a:r>
            <a:r>
              <a:rPr lang="en-US" sz="2550" dirty="0" spc="-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bộ</a:t>
            </a:r>
            <a:r>
              <a:rPr lang="en-US" sz="25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nhớ</a:t>
            </a:r>
            <a:r>
              <a:rPr lang="en-US" sz="2550" dirty="0" spc="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dưới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dạng</a:t>
            </a:r>
            <a:r>
              <a:rPr lang="en-US" sz="2550" dirty="0" spc="-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cây.</a:t>
            </a:r>
            <a:endParaRPr lang="en-US" sz="2550" dirty="0"/>
          </a:p>
        </p:txBody>
      </p:sp>
      <p:sp>
        <p:nvSpPr>
          <p:cNvPr id="11" name="Shape 9"/>
          <p:cNvSpPr/>
          <p:nvPr/>
        </p:nvSpPr>
        <p:spPr>
          <a:xfrm>
            <a:off x="9448800" y="1219200"/>
            <a:ext cx="7620000" cy="1524000"/>
          </a:xfrm>
          <a:prstGeom prst="roundRect">
            <a:avLst>
              <a:gd name="adj" fmla="val 15000"/>
            </a:avLst>
          </a:prstGeom>
          <a:solidFill>
            <a:srgbClr val="F3DFB8"/>
          </a:solidFill>
          <a:ln/>
        </p:spPr>
      </p:sp>
      <p:sp>
        <p:nvSpPr>
          <p:cNvPr id="12" name="Text 10"/>
          <p:cNvSpPr/>
          <p:nvPr/>
        </p:nvSpPr>
        <p:spPr>
          <a:xfrm>
            <a:off x="9715500" y="1657350"/>
            <a:ext cx="647700" cy="647700"/>
          </a:xfrm>
          <a:prstGeom prst="roundRect">
            <a:avLst>
              <a:gd name="adj" fmla="val 50000"/>
            </a:avLst>
          </a:prstGeom>
          <a:solidFill>
            <a:srgbClr val="B45309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550" dirty="0" kern="0">
                <a:solidFill>
                  <a:srgbClr val="F3EEE3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1</a:t>
            </a:r>
            <a:endParaRPr lang="en-US" sz="2550" dirty="0"/>
          </a:p>
        </p:txBody>
      </p:sp>
      <p:sp>
        <p:nvSpPr>
          <p:cNvPr id="13" name="Text 11"/>
          <p:cNvSpPr/>
          <p:nvPr/>
        </p:nvSpPr>
        <p:spPr>
          <a:xfrm>
            <a:off x="10629900" y="1409700"/>
            <a:ext cx="6191250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Bảng</a:t>
            </a:r>
            <a:r>
              <a:rPr lang="en-US" sz="3000" b="1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băm</a:t>
            </a:r>
            <a:r>
              <a:rPr lang="en-US" sz="3000" b="1" dirty="0" spc="-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(Hash</a:t>
            </a:r>
            <a:r>
              <a:rPr lang="en-US" sz="3000" b="1" dirty="0" spc="-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table)</a:t>
            </a:r>
            <a:endParaRPr lang="en-US" sz="3000" dirty="0"/>
          </a:p>
        </p:txBody>
      </p:sp>
      <p:sp>
        <p:nvSpPr>
          <p:cNvPr id="14" name="Text 12"/>
          <p:cNvSpPr/>
          <p:nvPr/>
        </p:nvSpPr>
        <p:spPr>
          <a:xfrm>
            <a:off x="10629900" y="1981200"/>
            <a:ext cx="6191250" cy="723900"/>
          </a:xfrm>
          <a:prstGeom prst="rect">
            <a:avLst/>
          </a:prstGeom>
          <a:noFill/>
          <a:ln/>
        </p:spPr>
        <p:txBody>
          <a:bodyPr wrap="square" lIns="0" tIns="11335" rIns="0" bIns="-11335" rtlCol="0" anchor="t"/>
          <a:lstStyle/>
          <a:p>
            <a:pPr algn="l" indent="0" marL="0">
              <a:lnSpc>
                <a:spcPts val="2730"/>
              </a:lnSpc>
              <a:buNone/>
            </a:pPr>
            <a:r>
              <a:rPr lang="en-US" sz="2100" dirty="0" spc="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Dùng</a:t>
            </a:r>
            <a:r>
              <a:rPr lang="en-US" sz="2100" dirty="0" spc="-1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trong</a:t>
            </a:r>
            <a:r>
              <a:rPr lang="en-US" sz="210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các</a:t>
            </a:r>
            <a:r>
              <a:rPr lang="en-US" sz="210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hệ thống</a:t>
            </a:r>
            <a:r>
              <a:rPr lang="en-US" sz="2100" dirty="0" spc="-1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bộ</a:t>
            </a:r>
            <a:r>
              <a:rPr lang="en-US" sz="210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nhớ</a:t>
            </a:r>
            <a:r>
              <a:rPr lang="en-US" sz="2100" dirty="0" spc="1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đệm</a:t>
            </a:r>
            <a:r>
              <a:rPr lang="en-US" sz="210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(cache)</a:t>
            </a:r>
            <a:endParaRPr lang="en-US" sz="2100" dirty="0"/>
          </a:p>
        </p:txBody>
      </p:sp>
      <p:sp>
        <p:nvSpPr>
          <p:cNvPr id="15" name="Shape 13"/>
          <p:cNvSpPr/>
          <p:nvPr/>
        </p:nvSpPr>
        <p:spPr>
          <a:xfrm>
            <a:off x="9448800" y="2876550"/>
            <a:ext cx="7620000" cy="1524000"/>
          </a:xfrm>
          <a:prstGeom prst="roundRect">
            <a:avLst>
              <a:gd name="adj" fmla="val 15000"/>
            </a:avLst>
          </a:prstGeom>
          <a:solidFill>
            <a:srgbClr val="F3DFB8"/>
          </a:solidFill>
          <a:ln/>
        </p:spPr>
      </p:sp>
      <p:sp>
        <p:nvSpPr>
          <p:cNvPr id="16" name="Text 14"/>
          <p:cNvSpPr/>
          <p:nvPr/>
        </p:nvSpPr>
        <p:spPr>
          <a:xfrm>
            <a:off x="9715500" y="3314700"/>
            <a:ext cx="647700" cy="647700"/>
          </a:xfrm>
          <a:prstGeom prst="roundRect">
            <a:avLst>
              <a:gd name="adj" fmla="val 50000"/>
            </a:avLst>
          </a:prstGeom>
          <a:solidFill>
            <a:srgbClr val="B45309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550" dirty="0" spc="6" kern="0">
                <a:solidFill>
                  <a:srgbClr val="F3EEE3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2</a:t>
            </a:r>
            <a:endParaRPr lang="en-US" sz="2550" dirty="0"/>
          </a:p>
        </p:txBody>
      </p:sp>
      <p:sp>
        <p:nvSpPr>
          <p:cNvPr id="17" name="Text 15"/>
          <p:cNvSpPr/>
          <p:nvPr/>
        </p:nvSpPr>
        <p:spPr>
          <a:xfrm>
            <a:off x="10629900" y="3067050"/>
            <a:ext cx="6191250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 spc="-1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Đống</a:t>
            </a:r>
            <a:r>
              <a:rPr lang="en-US" sz="3000" b="1" dirty="0" spc="-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(Heap)</a:t>
            </a:r>
            <a:endParaRPr lang="en-US" sz="3000" dirty="0"/>
          </a:p>
        </p:txBody>
      </p:sp>
      <p:sp>
        <p:nvSpPr>
          <p:cNvPr id="18" name="Text 16"/>
          <p:cNvSpPr/>
          <p:nvPr/>
        </p:nvSpPr>
        <p:spPr>
          <a:xfrm>
            <a:off x="10629900" y="3638550"/>
            <a:ext cx="6191250" cy="723900"/>
          </a:xfrm>
          <a:prstGeom prst="rect">
            <a:avLst/>
          </a:prstGeom>
          <a:noFill/>
          <a:ln/>
        </p:spPr>
        <p:txBody>
          <a:bodyPr wrap="square" lIns="0" tIns="11335" rIns="0" bIns="-11335" rtlCol="0" anchor="t"/>
          <a:lstStyle/>
          <a:p>
            <a:pPr algn="l" indent="0" marL="0">
              <a:lnSpc>
                <a:spcPts val="2730"/>
              </a:lnSpc>
              <a:buNone/>
            </a:pPr>
            <a:r>
              <a:rPr lang="en-US" sz="2100" dirty="0" spc="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Dùng</a:t>
            </a:r>
            <a:r>
              <a:rPr lang="en-US" sz="2100" dirty="0" spc="1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để</a:t>
            </a:r>
            <a:r>
              <a:rPr lang="en-US" sz="2100" dirty="0" spc="-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lập</a:t>
            </a:r>
            <a:r>
              <a:rPr lang="en-US" sz="210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lịch</a:t>
            </a:r>
            <a:r>
              <a:rPr lang="en-US" sz="2100" dirty="0" spc="-1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tác</a:t>
            </a:r>
            <a:r>
              <a:rPr lang="en-US" sz="210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vụ</a:t>
            </a:r>
            <a:endParaRPr lang="en-US" sz="2100" dirty="0"/>
          </a:p>
        </p:txBody>
      </p:sp>
      <p:sp>
        <p:nvSpPr>
          <p:cNvPr id="19" name="Shape 17"/>
          <p:cNvSpPr/>
          <p:nvPr/>
        </p:nvSpPr>
        <p:spPr>
          <a:xfrm>
            <a:off x="9448800" y="4533900"/>
            <a:ext cx="7620000" cy="1524000"/>
          </a:xfrm>
          <a:prstGeom prst="roundRect">
            <a:avLst>
              <a:gd name="adj" fmla="val 15000"/>
            </a:avLst>
          </a:prstGeom>
          <a:solidFill>
            <a:srgbClr val="F3DFB8"/>
          </a:solidFill>
          <a:ln/>
        </p:spPr>
      </p:sp>
      <p:sp>
        <p:nvSpPr>
          <p:cNvPr id="20" name="Text 18"/>
          <p:cNvSpPr/>
          <p:nvPr/>
        </p:nvSpPr>
        <p:spPr>
          <a:xfrm>
            <a:off x="9715500" y="4972050"/>
            <a:ext cx="647700" cy="647700"/>
          </a:xfrm>
          <a:prstGeom prst="roundRect">
            <a:avLst>
              <a:gd name="adj" fmla="val 50000"/>
            </a:avLst>
          </a:prstGeom>
          <a:solidFill>
            <a:srgbClr val="B45309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550" dirty="0" spc="2" kern="0">
                <a:solidFill>
                  <a:srgbClr val="F3EEE3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3</a:t>
            </a:r>
            <a:endParaRPr lang="en-US" sz="2550" dirty="0"/>
          </a:p>
        </p:txBody>
      </p:sp>
      <p:sp>
        <p:nvSpPr>
          <p:cNvPr id="21" name="Text 19"/>
          <p:cNvSpPr/>
          <p:nvPr/>
        </p:nvSpPr>
        <p:spPr>
          <a:xfrm>
            <a:off x="10629900" y="4648200"/>
            <a:ext cx="6191250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 spc="-1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Cây</a:t>
            </a:r>
            <a:r>
              <a:rPr lang="en-US" sz="3000" b="1" dirty="0" spc="-3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(Tree)</a:t>
            </a:r>
            <a:endParaRPr lang="en-US" sz="3000" dirty="0"/>
          </a:p>
        </p:txBody>
      </p:sp>
      <p:sp>
        <p:nvSpPr>
          <p:cNvPr id="22" name="Text 20"/>
          <p:cNvSpPr/>
          <p:nvPr/>
        </p:nvSpPr>
        <p:spPr>
          <a:xfrm>
            <a:off x="10629900" y="5200650"/>
            <a:ext cx="6191250" cy="723900"/>
          </a:xfrm>
          <a:prstGeom prst="rect">
            <a:avLst/>
          </a:prstGeom>
          <a:noFill/>
          <a:ln/>
        </p:spPr>
        <p:txBody>
          <a:bodyPr wrap="square" lIns="0" tIns="11335" rIns="0" bIns="-11335" rtlCol="0" anchor="t"/>
          <a:lstStyle/>
          <a:p>
            <a:pPr algn="l" indent="0" marL="0">
              <a:lnSpc>
                <a:spcPts val="2730"/>
              </a:lnSpc>
              <a:buNone/>
            </a:pPr>
            <a:r>
              <a:rPr lang="en-US" sz="210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Giữ</a:t>
            </a:r>
            <a:r>
              <a:rPr lang="en-US" sz="2100" dirty="0" spc="-1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tài</a:t>
            </a:r>
            <a:r>
              <a:rPr lang="en-US" sz="210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liệu</a:t>
            </a:r>
            <a:r>
              <a:rPr lang="en-US" sz="210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HTML,</a:t>
            </a:r>
            <a:r>
              <a:rPr lang="en-US" sz="2100" dirty="0" spc="-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hoặc</a:t>
            </a:r>
            <a:r>
              <a:rPr lang="en-US" sz="210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dùng</a:t>
            </a:r>
            <a:r>
              <a:rPr lang="en-US" sz="210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cho</a:t>
            </a:r>
            <a:r>
              <a:rPr lang="en-US" sz="2100" dirty="0" spc="-1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quyết</a:t>
            </a:r>
            <a:r>
              <a:rPr lang="en-US" sz="2100" dirty="0" spc="1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định</a:t>
            </a:r>
            <a:r>
              <a:rPr lang="en-US" sz="210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của AI</a:t>
            </a:r>
            <a:endParaRPr lang="en-US" sz="2100" dirty="0"/>
          </a:p>
        </p:txBody>
      </p:sp>
      <p:sp>
        <p:nvSpPr>
          <p:cNvPr id="23" name="Shape 21"/>
          <p:cNvSpPr/>
          <p:nvPr/>
        </p:nvSpPr>
        <p:spPr>
          <a:xfrm>
            <a:off x="9448800" y="6191250"/>
            <a:ext cx="7620000" cy="1524000"/>
          </a:xfrm>
          <a:prstGeom prst="roundRect">
            <a:avLst>
              <a:gd name="adj" fmla="val 15000"/>
            </a:avLst>
          </a:prstGeom>
          <a:solidFill>
            <a:srgbClr val="F3DFB8"/>
          </a:solidFill>
          <a:ln/>
        </p:spPr>
      </p:sp>
      <p:sp>
        <p:nvSpPr>
          <p:cNvPr id="24" name="Text 22"/>
          <p:cNvSpPr/>
          <p:nvPr/>
        </p:nvSpPr>
        <p:spPr>
          <a:xfrm>
            <a:off x="9715500" y="6629400"/>
            <a:ext cx="647700" cy="647700"/>
          </a:xfrm>
          <a:prstGeom prst="roundRect">
            <a:avLst>
              <a:gd name="adj" fmla="val 50000"/>
            </a:avLst>
          </a:prstGeom>
          <a:solidFill>
            <a:srgbClr val="B45309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550" dirty="0" spc="6" kern="0">
                <a:solidFill>
                  <a:srgbClr val="F3EEE3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4</a:t>
            </a:r>
            <a:endParaRPr lang="en-US" sz="2550" dirty="0"/>
          </a:p>
        </p:txBody>
      </p:sp>
      <p:sp>
        <p:nvSpPr>
          <p:cNvPr id="25" name="Text 23"/>
          <p:cNvSpPr/>
          <p:nvPr/>
        </p:nvSpPr>
        <p:spPr>
          <a:xfrm>
            <a:off x="10629900" y="6381750"/>
            <a:ext cx="6191250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 spc="-1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Cây</a:t>
            </a:r>
            <a:r>
              <a:rPr lang="en-US" sz="3000" b="1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hậu</a:t>
            </a:r>
            <a:r>
              <a:rPr lang="en-US" sz="3000" b="1" dirty="0" spc="-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tố</a:t>
            </a:r>
            <a:r>
              <a:rPr lang="en-US" sz="3000" b="1" dirty="0" spc="-1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(Suffix</a:t>
            </a:r>
            <a:r>
              <a:rPr lang="en-US" sz="3000" b="1" dirty="0" spc="-1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tree)</a:t>
            </a:r>
            <a:endParaRPr lang="en-US" sz="3000" dirty="0"/>
          </a:p>
        </p:txBody>
      </p:sp>
      <p:sp>
        <p:nvSpPr>
          <p:cNvPr id="26" name="Text 24"/>
          <p:cNvSpPr/>
          <p:nvPr/>
        </p:nvSpPr>
        <p:spPr>
          <a:xfrm>
            <a:off x="10629900" y="6953250"/>
            <a:ext cx="6191250" cy="723900"/>
          </a:xfrm>
          <a:prstGeom prst="rect">
            <a:avLst/>
          </a:prstGeom>
          <a:noFill/>
          <a:ln/>
        </p:spPr>
        <p:txBody>
          <a:bodyPr wrap="square" lIns="0" tIns="11335" rIns="0" bIns="-11335" rtlCol="0" anchor="t"/>
          <a:lstStyle/>
          <a:p>
            <a:pPr algn="l" indent="0" marL="0">
              <a:lnSpc>
                <a:spcPts val="2730"/>
              </a:lnSpc>
              <a:buNone/>
            </a:pPr>
            <a:r>
              <a:rPr lang="en-US" sz="2100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Tìm</a:t>
            </a:r>
            <a:r>
              <a:rPr lang="en-US" sz="2100" dirty="0" spc="-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một</a:t>
            </a:r>
            <a:r>
              <a:rPr lang="en-US" sz="210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chuỗi</a:t>
            </a:r>
            <a:r>
              <a:rPr lang="en-US" sz="2100" dirty="0" spc="-1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trong</a:t>
            </a:r>
            <a:r>
              <a:rPr lang="en-US" sz="2100" dirty="0" spc="-1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tài</a:t>
            </a:r>
            <a:r>
              <a:rPr lang="en-US" sz="210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liệu</a:t>
            </a:r>
            <a:endParaRPr lang="en-US" sz="2100" dirty="0"/>
          </a:p>
        </p:txBody>
      </p:sp>
      <p:sp>
        <p:nvSpPr>
          <p:cNvPr id="27" name="Text 25"/>
          <p:cNvSpPr/>
          <p:nvPr/>
        </p:nvSpPr>
        <p:spPr>
          <a:xfrm>
            <a:off x="9525000" y="7962900"/>
            <a:ext cx="7429500" cy="666750"/>
          </a:xfrm>
          <a:prstGeom prst="rect">
            <a:avLst/>
          </a:prstGeom>
          <a:noFill/>
          <a:ln/>
        </p:spPr>
        <p:txBody>
          <a:bodyPr wrap="square" lIns="0" tIns="3667" rIns="0" bIns="-3667" rtlCol="0" anchor="t"/>
          <a:lstStyle/>
          <a:p>
            <a:pPr algn="l" indent="0" marL="0">
              <a:lnSpc>
                <a:spcPts val="2310"/>
              </a:lnSpc>
              <a:buNone/>
            </a:pPr>
            <a:r>
              <a:rPr lang="en-US" sz="165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HTML:</a:t>
            </a:r>
            <a:r>
              <a:rPr lang="en-US" sz="1650" dirty="0" spc="-8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ngôn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ngữ</a:t>
            </a:r>
            <a:r>
              <a:rPr lang="en-US" sz="1650" dirty="0" spc="8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đánh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dấu siêu</a:t>
            </a:r>
            <a:r>
              <a:rPr lang="en-US" sz="1650" dirty="0" spc="-8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văn</a:t>
            </a:r>
            <a:r>
              <a:rPr lang="en-US" sz="165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bản.</a:t>
            </a:r>
            <a:r>
              <a:rPr lang="en-US" sz="165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AI:</a:t>
            </a:r>
            <a:r>
              <a:rPr lang="en-US" sz="1650" dirty="0" spc="1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trí</a:t>
            </a:r>
            <a:r>
              <a:rPr lang="en-US" sz="1650" dirty="0" spc="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tuệ</a:t>
            </a:r>
            <a:r>
              <a:rPr lang="en-US" sz="165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nhân</a:t>
            </a:r>
            <a:r>
              <a:rPr lang="en-US" sz="1650" dirty="0" spc="-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tạo,</a:t>
            </a:r>
            <a:r>
              <a:rPr lang="en-US" sz="165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ở</a:t>
            </a:r>
            <a:r>
              <a:rPr lang="en-US" sz="1650" dirty="0" spc="5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đây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là</a:t>
            </a:r>
            <a:r>
              <a:rPr lang="en-US" sz="1650" dirty="0" spc="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chương</a:t>
            </a:r>
            <a:r>
              <a:rPr lang="en-US" sz="1650" dirty="0" spc="6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trình</a:t>
            </a:r>
            <a:r>
              <a:rPr lang="en-US" sz="1650" dirty="0" spc="-2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ra</a:t>
            </a:r>
            <a:r>
              <a:rPr lang="en-US" sz="1650" dirty="0" spc="-1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quyết</a:t>
            </a:r>
            <a:r>
              <a:rPr lang="en-US" sz="1650" dirty="0" spc="1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định.</a:t>
            </a:r>
            <a:endParaRPr lang="en-US" sz="1650" dirty="0"/>
          </a:p>
        </p:txBody>
      </p:sp>
      <p:sp>
        <p:nvSpPr>
          <p:cNvPr id="28" name="Shape 26"/>
          <p:cNvSpPr/>
          <p:nvPr/>
        </p:nvSpPr>
        <p:spPr>
          <a:xfrm>
            <a:off x="9810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13239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16668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2009775" y="9439275"/>
            <a:ext cx="133350" cy="133350"/>
          </a:xfrm>
          <a:prstGeom prst="ellipse">
            <a:avLst/>
          </a:prstGeom>
          <a:solidFill>
            <a:srgbClr val="E8472B"/>
          </a:solidFill>
          <a:ln w="19050">
            <a:solidFill>
              <a:srgbClr val="E8472B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23526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26955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30384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33813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37242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914400" y="9696450"/>
            <a:ext cx="76200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16 ·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04/09</a:t>
            </a:r>
            <a:endParaRPr lang="en-US" sz="1650" dirty="0"/>
          </a:p>
        </p:txBody>
      </p:sp>
      <p:sp>
        <p:nvSpPr>
          <p:cNvPr id="38" name="Shape 36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39" name="Moda image moda-export-watermark-88691c7c-824c-453d-8e39-27ef2c6cf937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144000" y="914400"/>
            <a:ext cx="8229600" cy="7848600"/>
          </a:xfrm>
          <a:prstGeom prst="roundRect">
            <a:avLst>
              <a:gd name="adj" fmla="val 3398"/>
            </a:avLst>
          </a:prstGeom>
          <a:solidFill>
            <a:srgbClr val="1E212B"/>
          </a:solidFill>
          <a:ln w="19050">
            <a:solidFill>
              <a:srgbClr val="2C304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914400" y="914400"/>
            <a:ext cx="790575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24" kern="0" dirty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NHÓM</a:t>
            </a:r>
            <a:r>
              <a:rPr lang="en-US" sz="1950" b="1" spc="225" kern="0" dirty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3</a:t>
            </a:r>
            <a:r>
              <a:rPr lang="en-US" sz="1950" b="1" spc="222" kern="0" dirty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950" b="1" spc="215" kern="0" dirty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QUAN</a:t>
            </a:r>
            <a:r>
              <a:rPr lang="en-US" sz="1950" b="1" spc="224" kern="0" dirty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HỆ,</a:t>
            </a:r>
            <a:r>
              <a:rPr lang="en-US" sz="1950" b="1" spc="225" kern="0" dirty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 GIAN,</a:t>
            </a:r>
            <a:r>
              <a:rPr lang="en-US" sz="1950" b="1" spc="227" kern="0" dirty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ĐỒ</a:t>
            </a:r>
            <a:r>
              <a:rPr lang="en-US" sz="1950" b="1" spc="206" kern="0" dirty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HỌA</a:t>
            </a:r>
            <a:endParaRPr lang="en-US" sz="1950" dirty="0"/>
          </a:p>
        </p:txBody>
      </p:sp>
      <p:sp>
        <p:nvSpPr>
          <p:cNvPr id="4" name="Text 2"/>
          <p:cNvSpPr/>
          <p:nvPr/>
        </p:nvSpPr>
        <p:spPr>
          <a:xfrm>
            <a:off x="914400" y="1333500"/>
            <a:ext cx="7905750" cy="2190750"/>
          </a:xfrm>
          <a:prstGeom prst="rect">
            <a:avLst/>
          </a:prstGeom>
          <a:noFill/>
          <a:ln/>
        </p:spPr>
        <p:txBody>
          <a:bodyPr wrap="square" lIns="0" tIns="52578" rIns="0" bIns="-52578" rtlCol="0" anchor="t"/>
          <a:lstStyle/>
          <a:p>
            <a:pPr algn="l" indent="0" marL="0">
              <a:lnSpc>
                <a:spcPts val="7452"/>
              </a:lnSpc>
              <a:buNone/>
            </a:pPr>
            <a:r>
              <a:rPr lang="en-US" sz="6900" dirty="0" spc="8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Quan</a:t>
            </a:r>
            <a:r>
              <a:rPr lang="en-US" sz="6900" dirty="0" spc="-8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hệ,</a:t>
            </a:r>
            <a:r>
              <a:rPr lang="en-US" sz="690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không</a:t>
            </a:r>
            <a:r>
              <a:rPr lang="en-US" sz="6900" dirty="0" spc="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gian</a:t>
            </a:r>
            <a:r>
              <a:rPr lang="en-US" sz="6900" dirty="0" spc="-77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và</a:t>
            </a:r>
            <a:r>
              <a:rPr lang="en-US" sz="6900" dirty="0" spc="17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đồ</a:t>
            </a:r>
            <a:r>
              <a:rPr lang="en-US" sz="6900" dirty="0" spc="-9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họa</a:t>
            </a:r>
            <a:endParaRPr lang="en-US" sz="6900" dirty="0"/>
          </a:p>
        </p:txBody>
      </p:sp>
      <p:sp>
        <p:nvSpPr>
          <p:cNvPr id="5" name="Text 3"/>
          <p:cNvSpPr/>
          <p:nvPr/>
        </p:nvSpPr>
        <p:spPr>
          <a:xfrm>
            <a:off x="914400" y="3571875"/>
            <a:ext cx="7905750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 spc="-13" kern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Graph,</a:t>
            </a:r>
            <a:r>
              <a:rPr lang="en-US" sz="3000" b="1" dirty="0" spc="-9" kern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R-tree,</a:t>
            </a:r>
            <a:r>
              <a:rPr lang="en-US" sz="3000" b="1" dirty="0" spc="-39" kern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Vertex</a:t>
            </a:r>
            <a:r>
              <a:rPr lang="en-US" sz="3000" b="1" dirty="0" spc="-19" kern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buffer</a:t>
            </a:r>
            <a:endParaRPr lang="en-US" sz="3000" dirty="0"/>
          </a:p>
        </p:txBody>
      </p:sp>
      <p:sp>
        <p:nvSpPr>
          <p:cNvPr id="6" name="Text 4"/>
          <p:cNvSpPr/>
          <p:nvPr/>
        </p:nvSpPr>
        <p:spPr>
          <a:xfrm>
            <a:off x="914400" y="4286250"/>
            <a:ext cx="7905750" cy="1143000"/>
          </a:xfrm>
          <a:prstGeom prst="rect">
            <a:avLst/>
          </a:prstGeom>
          <a:noFill/>
          <a:ln/>
        </p:spPr>
        <p:txBody>
          <a:bodyPr wrap="square" lIns="0" tIns="6001" rIns="0" bIns="-6001" rtlCol="0" anchor="t"/>
          <a:lstStyle/>
          <a:p>
            <a:pPr algn="l" indent="0" marL="0">
              <a:lnSpc>
                <a:spcPts val="3780"/>
              </a:lnSpc>
              <a:buNone/>
            </a:pPr>
            <a:r>
              <a:rPr lang="en-US" sz="2700" dirty="0" spc="-5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Ba</a:t>
            </a:r>
            <a:r>
              <a:rPr lang="en-US" sz="2700" dirty="0" spc="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cấu trúc,</a:t>
            </a:r>
            <a:r>
              <a:rPr lang="en-US" sz="2700" dirty="0" spc="-8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ba</a:t>
            </a:r>
            <a:r>
              <a:rPr lang="en-US" sz="2700" dirty="0" spc="-3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việc:</a:t>
            </a:r>
            <a:r>
              <a:rPr lang="en-US" sz="2700" dirty="0" spc="-2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quan</a:t>
            </a:r>
            <a:r>
              <a:rPr lang="en-US" sz="2700" dirty="0" spc="-3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hệ</a:t>
            </a:r>
            <a:r>
              <a:rPr lang="en-US" sz="2700" dirty="0" spc="-5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bạn bè,</a:t>
            </a:r>
            <a:r>
              <a:rPr lang="en-US" sz="2700" dirty="0" spc="-2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hàng</a:t>
            </a:r>
            <a:r>
              <a:rPr lang="en-US" sz="2700" dirty="0" spc="-23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xóm</a:t>
            </a:r>
            <a:r>
              <a:rPr lang="en-US" sz="2700" dirty="0" spc="-15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gần</a:t>
            </a:r>
            <a:r>
              <a:rPr lang="en-US" sz="2700" dirty="0" spc="-8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nhất,</a:t>
            </a:r>
            <a:r>
              <a:rPr lang="en-US" sz="2700" dirty="0" spc="-4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dữ</a:t>
            </a:r>
            <a:r>
              <a:rPr lang="en-US" sz="2700" dirty="0" spc="-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liệu</a:t>
            </a:r>
            <a:r>
              <a:rPr lang="en-US" sz="2700" dirty="0" spc="-16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vẽ.</a:t>
            </a:r>
            <a:endParaRPr lang="en-US" sz="2700" dirty="0"/>
          </a:p>
        </p:txBody>
      </p:sp>
      <p:sp>
        <p:nvSpPr>
          <p:cNvPr id="7" name="Text 5"/>
          <p:cNvSpPr/>
          <p:nvPr/>
        </p:nvSpPr>
        <p:spPr>
          <a:xfrm>
            <a:off x="914400" y="5572125"/>
            <a:ext cx="5905500" cy="647700"/>
          </a:xfrm>
          <a:prstGeom prst="roundRect">
            <a:avLst>
              <a:gd name="adj" fmla="val 50000"/>
            </a:avLst>
          </a:prstGeom>
          <a:solidFill>
            <a:srgbClr val="3DD6A0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 spc="-3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Vertex</a:t>
            </a:r>
            <a:r>
              <a:rPr lang="en-US" sz="2100" b="1" dirty="0" spc="-1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buffer</a:t>
            </a:r>
            <a:r>
              <a:rPr lang="en-US" sz="2100" b="1" dirty="0" spc="1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đưa</a:t>
            </a:r>
            <a:r>
              <a:rPr lang="en-US" sz="2100" b="1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dữ</a:t>
            </a:r>
            <a:r>
              <a:rPr lang="en-US" sz="2100" b="1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liệu</a:t>
            </a:r>
            <a:r>
              <a:rPr lang="en-US" sz="2100" b="1" dirty="0" spc="-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tới</a:t>
            </a:r>
            <a:r>
              <a:rPr lang="en-US" sz="2100" b="1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GPU</a:t>
            </a:r>
            <a:endParaRPr lang="en-US" sz="2100" dirty="0"/>
          </a:p>
        </p:txBody>
      </p:sp>
      <p:sp>
        <p:nvSpPr>
          <p:cNvPr id="8" name="Shape 6"/>
          <p:cNvSpPr/>
          <p:nvPr/>
        </p:nvSpPr>
        <p:spPr>
          <a:xfrm>
            <a:off x="914400" y="6572250"/>
            <a:ext cx="7620000" cy="2000250"/>
          </a:xfrm>
          <a:prstGeom prst="roundRect">
            <a:avLst>
              <a:gd name="adj" fmla="val 13333"/>
            </a:avLst>
          </a:prstGeom>
          <a:solidFill>
            <a:srgbClr val="1E212B"/>
          </a:solidFill>
          <a:ln w="19050">
            <a:solidFill>
              <a:srgbClr val="2C304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1257300" y="6838950"/>
            <a:ext cx="66675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25" kern="0" dirty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GHI</a:t>
            </a:r>
            <a:r>
              <a:rPr lang="en-US" sz="1800" b="1" spc="227" kern="0" dirty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NHỚ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1257300" y="7296150"/>
            <a:ext cx="7048500" cy="1143000"/>
          </a:xfrm>
          <a:prstGeom prst="rect">
            <a:avLst/>
          </a:prstGeom>
          <a:noFill/>
          <a:ln/>
        </p:spPr>
        <p:txBody>
          <a:bodyPr wrap="square" lIns="0" tIns="9700" rIns="0" bIns="-9700" rtlCol="0" anchor="t"/>
          <a:lstStyle/>
          <a:p>
            <a:pPr algn="l" indent="0" marL="0">
              <a:lnSpc>
                <a:spcPts val="3443"/>
              </a:lnSpc>
              <a:buNone/>
            </a:pPr>
            <a:r>
              <a:rPr lang="en-US" sz="25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GPU</a:t>
            </a:r>
            <a:r>
              <a:rPr lang="en-US" sz="2550" dirty="0" spc="-1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(Graphics</a:t>
            </a:r>
            <a:r>
              <a:rPr lang="en-US" sz="2550" dirty="0" spc="-1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Processing</a:t>
            </a:r>
            <a:r>
              <a:rPr lang="en-US" sz="25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Unit):</a:t>
            </a:r>
            <a:r>
              <a:rPr lang="en-US" sz="2550" dirty="0" spc="-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bộ</a:t>
            </a:r>
            <a:r>
              <a:rPr lang="en-US" sz="255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xử</a:t>
            </a:r>
            <a:r>
              <a:rPr lang="en-US" sz="255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lý</a:t>
            </a:r>
            <a:r>
              <a:rPr lang="en-US" sz="2550" dirty="0" spc="1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đồ</a:t>
            </a:r>
            <a:r>
              <a:rPr lang="en-US" sz="2550" dirty="0" spc="-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họa,</a:t>
            </a:r>
            <a:r>
              <a:rPr lang="en-US" sz="25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chip</a:t>
            </a:r>
            <a:r>
              <a:rPr lang="en-US" sz="2550" dirty="0" spc="-1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chuyên</a:t>
            </a:r>
            <a:r>
              <a:rPr lang="en-US" sz="2550" dirty="0" spc="-1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vẽ</a:t>
            </a:r>
            <a:r>
              <a:rPr lang="en-US" sz="255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hình.</a:t>
            </a:r>
            <a:endParaRPr lang="en-US" sz="2550" dirty="0"/>
          </a:p>
        </p:txBody>
      </p:sp>
      <p:sp>
        <p:nvSpPr>
          <p:cNvPr id="11" name="Shape 9"/>
          <p:cNvSpPr/>
          <p:nvPr/>
        </p:nvSpPr>
        <p:spPr>
          <a:xfrm>
            <a:off x="9448800" y="1219200"/>
            <a:ext cx="7620000" cy="2209800"/>
          </a:xfrm>
          <a:prstGeom prst="roundRect">
            <a:avLst>
              <a:gd name="adj" fmla="val 10345"/>
            </a:avLst>
          </a:prstGeom>
          <a:solidFill>
            <a:srgbClr val="2A2E3D"/>
          </a:solidFill>
          <a:ln/>
        </p:spPr>
      </p:sp>
      <p:sp>
        <p:nvSpPr>
          <p:cNvPr id="12" name="Text 10"/>
          <p:cNvSpPr/>
          <p:nvPr/>
        </p:nvSpPr>
        <p:spPr>
          <a:xfrm>
            <a:off x="9715500" y="2000250"/>
            <a:ext cx="647700" cy="647700"/>
          </a:xfrm>
          <a:prstGeom prst="roundRect">
            <a:avLst>
              <a:gd name="adj" fmla="val 50000"/>
            </a:avLst>
          </a:prstGeom>
          <a:solidFill>
            <a:srgbClr val="3DD6A0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550" dirty="0" kern="0">
                <a:solidFill>
                  <a:srgbClr val="14161C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1</a:t>
            </a:r>
            <a:endParaRPr lang="en-US" sz="2550" dirty="0"/>
          </a:p>
        </p:txBody>
      </p:sp>
      <p:sp>
        <p:nvSpPr>
          <p:cNvPr id="13" name="Text 11"/>
          <p:cNvSpPr/>
          <p:nvPr/>
        </p:nvSpPr>
        <p:spPr>
          <a:xfrm>
            <a:off x="10629900" y="1638300"/>
            <a:ext cx="6191250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300" b="1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Đồ</a:t>
            </a:r>
            <a:r>
              <a:rPr lang="en-US" sz="3300" b="1" dirty="0" spc="-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thị</a:t>
            </a:r>
            <a:r>
              <a:rPr lang="en-US" sz="3300" b="1" dirty="0" spc="-1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(Graph)</a:t>
            </a:r>
            <a:endParaRPr lang="en-US" sz="3300" dirty="0"/>
          </a:p>
        </p:txBody>
      </p:sp>
      <p:sp>
        <p:nvSpPr>
          <p:cNvPr id="14" name="Text 12"/>
          <p:cNvSpPr/>
          <p:nvPr/>
        </p:nvSpPr>
        <p:spPr>
          <a:xfrm>
            <a:off x="10629900" y="2324100"/>
            <a:ext cx="6191250" cy="952500"/>
          </a:xfrm>
          <a:prstGeom prst="rect">
            <a:avLst/>
          </a:prstGeom>
          <a:noFill/>
          <a:ln/>
        </p:spPr>
        <p:txBody>
          <a:bodyPr wrap="square" lIns="0" tIns="12144" rIns="0" bIns="-12144" rtlCol="0" anchor="t"/>
          <a:lstStyle/>
          <a:p>
            <a:pPr algn="l" indent="0" marL="0">
              <a:lnSpc>
                <a:spcPts val="2925"/>
              </a:lnSpc>
              <a:buNone/>
            </a:pPr>
            <a:r>
              <a:rPr lang="en-US" sz="2250" dirty="0" spc="-5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Theo</a:t>
            </a:r>
            <a:r>
              <a:rPr lang="en-US" sz="2250" dirty="0" spc="2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dõi</a:t>
            </a:r>
            <a:r>
              <a:rPr lang="en-US" sz="2250" dirty="0" spc="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quan</a:t>
            </a:r>
            <a:r>
              <a:rPr lang="en-US" sz="2250" dirty="0" spc="0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hệ</a:t>
            </a:r>
            <a:r>
              <a:rPr lang="en-US" sz="2250" dirty="0" spc="-2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bạn</a:t>
            </a:r>
            <a:r>
              <a:rPr lang="en-US" sz="2250" dirty="0" spc="-3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bè, hoặc</a:t>
            </a:r>
            <a:r>
              <a:rPr lang="en-US" sz="2250" dirty="0" spc="0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tìm</a:t>
            </a:r>
            <a:r>
              <a:rPr lang="en-US" sz="2250" dirty="0" spc="7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đường</a:t>
            </a:r>
            <a:endParaRPr lang="en-US" sz="2250" dirty="0"/>
          </a:p>
        </p:txBody>
      </p:sp>
      <p:sp>
        <p:nvSpPr>
          <p:cNvPr id="15" name="Shape 13"/>
          <p:cNvSpPr/>
          <p:nvPr/>
        </p:nvSpPr>
        <p:spPr>
          <a:xfrm>
            <a:off x="9448800" y="3619500"/>
            <a:ext cx="7620000" cy="2209800"/>
          </a:xfrm>
          <a:prstGeom prst="roundRect">
            <a:avLst>
              <a:gd name="adj" fmla="val 10345"/>
            </a:avLst>
          </a:prstGeom>
          <a:solidFill>
            <a:srgbClr val="2A2E3D"/>
          </a:solidFill>
          <a:ln/>
        </p:spPr>
      </p:sp>
      <p:sp>
        <p:nvSpPr>
          <p:cNvPr id="16" name="Text 14"/>
          <p:cNvSpPr/>
          <p:nvPr/>
        </p:nvSpPr>
        <p:spPr>
          <a:xfrm>
            <a:off x="9715500" y="4400550"/>
            <a:ext cx="647700" cy="647700"/>
          </a:xfrm>
          <a:prstGeom prst="roundRect">
            <a:avLst>
              <a:gd name="adj" fmla="val 50000"/>
            </a:avLst>
          </a:prstGeom>
          <a:solidFill>
            <a:srgbClr val="3DD6A0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550" dirty="0" spc="6" kern="0">
                <a:solidFill>
                  <a:srgbClr val="14161C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2</a:t>
            </a:r>
            <a:endParaRPr lang="en-US" sz="2550" dirty="0"/>
          </a:p>
        </p:txBody>
      </p:sp>
      <p:sp>
        <p:nvSpPr>
          <p:cNvPr id="17" name="Text 15"/>
          <p:cNvSpPr/>
          <p:nvPr/>
        </p:nvSpPr>
        <p:spPr>
          <a:xfrm>
            <a:off x="10629900" y="4038600"/>
            <a:ext cx="6191250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300" b="1" dirty="0" spc="-1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R-tree</a:t>
            </a:r>
            <a:endParaRPr lang="en-US" sz="3300" dirty="0"/>
          </a:p>
        </p:txBody>
      </p:sp>
      <p:sp>
        <p:nvSpPr>
          <p:cNvPr id="18" name="Text 16"/>
          <p:cNvSpPr/>
          <p:nvPr/>
        </p:nvSpPr>
        <p:spPr>
          <a:xfrm>
            <a:off x="10629900" y="4724400"/>
            <a:ext cx="6191250" cy="952500"/>
          </a:xfrm>
          <a:prstGeom prst="rect">
            <a:avLst/>
          </a:prstGeom>
          <a:noFill/>
          <a:ln/>
        </p:spPr>
        <p:txBody>
          <a:bodyPr wrap="square" lIns="0" tIns="12144" rIns="0" bIns="-12144" rtlCol="0" anchor="t"/>
          <a:lstStyle/>
          <a:p>
            <a:pPr algn="l" indent="0" marL="0">
              <a:lnSpc>
                <a:spcPts val="2925"/>
              </a:lnSpc>
              <a:buNone/>
            </a:pPr>
            <a:r>
              <a:rPr lang="en-US" sz="2250" dirty="0" spc="-2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Tìm</a:t>
            </a:r>
            <a:r>
              <a:rPr lang="en-US" sz="2250" dirty="0" spc="-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hàng</a:t>
            </a:r>
            <a:r>
              <a:rPr lang="en-US" sz="2250" dirty="0" spc="-16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xóm</a:t>
            </a:r>
            <a:r>
              <a:rPr lang="en-US" sz="2250" dirty="0" spc="-12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gần</a:t>
            </a:r>
            <a:r>
              <a:rPr lang="en-US" sz="2250" dirty="0" spc="-9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nhất</a:t>
            </a:r>
            <a:endParaRPr lang="en-US" sz="2250" dirty="0"/>
          </a:p>
        </p:txBody>
      </p:sp>
      <p:sp>
        <p:nvSpPr>
          <p:cNvPr id="19" name="Shape 17"/>
          <p:cNvSpPr/>
          <p:nvPr/>
        </p:nvSpPr>
        <p:spPr>
          <a:xfrm>
            <a:off x="9448800" y="6019800"/>
            <a:ext cx="7620000" cy="2209800"/>
          </a:xfrm>
          <a:prstGeom prst="roundRect">
            <a:avLst>
              <a:gd name="adj" fmla="val 10345"/>
            </a:avLst>
          </a:prstGeom>
          <a:solidFill>
            <a:srgbClr val="2A2E3D"/>
          </a:solidFill>
          <a:ln/>
        </p:spPr>
      </p:sp>
      <p:sp>
        <p:nvSpPr>
          <p:cNvPr id="20" name="Text 18"/>
          <p:cNvSpPr/>
          <p:nvPr/>
        </p:nvSpPr>
        <p:spPr>
          <a:xfrm>
            <a:off x="9715500" y="6800850"/>
            <a:ext cx="647700" cy="647700"/>
          </a:xfrm>
          <a:prstGeom prst="roundRect">
            <a:avLst>
              <a:gd name="adj" fmla="val 50000"/>
            </a:avLst>
          </a:prstGeom>
          <a:solidFill>
            <a:srgbClr val="3DD6A0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550" dirty="0" spc="2" kern="0">
                <a:solidFill>
                  <a:srgbClr val="14161C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3</a:t>
            </a:r>
            <a:endParaRPr lang="en-US" sz="2550" dirty="0"/>
          </a:p>
        </p:txBody>
      </p:sp>
      <p:sp>
        <p:nvSpPr>
          <p:cNvPr id="21" name="Text 19"/>
          <p:cNvSpPr/>
          <p:nvPr/>
        </p:nvSpPr>
        <p:spPr>
          <a:xfrm>
            <a:off x="10629900" y="6438900"/>
            <a:ext cx="6191250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300" b="1" dirty="0" spc="-5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Vertex</a:t>
            </a:r>
            <a:r>
              <a:rPr lang="en-US" sz="3300" b="1" dirty="0" spc="-2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buffer</a:t>
            </a:r>
            <a:endParaRPr lang="en-US" sz="3300" dirty="0"/>
          </a:p>
        </p:txBody>
      </p:sp>
      <p:sp>
        <p:nvSpPr>
          <p:cNvPr id="22" name="Text 20"/>
          <p:cNvSpPr/>
          <p:nvPr/>
        </p:nvSpPr>
        <p:spPr>
          <a:xfrm>
            <a:off x="10629900" y="7124700"/>
            <a:ext cx="6191250" cy="952500"/>
          </a:xfrm>
          <a:prstGeom prst="rect">
            <a:avLst/>
          </a:prstGeom>
          <a:noFill/>
          <a:ln/>
        </p:spPr>
        <p:txBody>
          <a:bodyPr wrap="square" lIns="0" tIns="12144" rIns="0" bIns="-12144" rtlCol="0" anchor="t"/>
          <a:lstStyle/>
          <a:p>
            <a:pPr algn="l" indent="0" marL="0">
              <a:lnSpc>
                <a:spcPts val="2925"/>
              </a:lnSpc>
              <a:buNone/>
            </a:pPr>
            <a:r>
              <a:rPr lang="en-US" sz="2250" dirty="0" spc="48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Gửi</a:t>
            </a:r>
            <a:r>
              <a:rPr lang="en-US" sz="2250" dirty="0" spc="5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dữ</a:t>
            </a:r>
            <a:r>
              <a:rPr lang="en-US" sz="2250" dirty="0" spc="-2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liệu</a:t>
            </a:r>
            <a:r>
              <a:rPr lang="en-US" sz="2250" dirty="0" spc="-10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tới</a:t>
            </a:r>
            <a:r>
              <a:rPr lang="en-US" sz="2250" dirty="0" spc="-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GPU</a:t>
            </a:r>
            <a:r>
              <a:rPr lang="en-US" sz="2250" dirty="0" spc="0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nhằm</a:t>
            </a:r>
            <a:r>
              <a:rPr lang="en-US" sz="2250" dirty="0" spc="-17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vẽ</a:t>
            </a:r>
            <a:endParaRPr lang="en-US" sz="2250" dirty="0"/>
          </a:p>
        </p:txBody>
      </p:sp>
      <p:sp>
        <p:nvSpPr>
          <p:cNvPr id="23" name="Shape 21"/>
          <p:cNvSpPr/>
          <p:nvPr/>
        </p:nvSpPr>
        <p:spPr>
          <a:xfrm>
            <a:off x="9810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13239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16668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20097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2352675" y="9439275"/>
            <a:ext cx="133350" cy="133350"/>
          </a:xfrm>
          <a:prstGeom prst="ellipse">
            <a:avLst/>
          </a:prstGeom>
          <a:solidFill>
            <a:srgbClr val="FF6A4D"/>
          </a:solidFill>
          <a:ln w="19050">
            <a:solidFill>
              <a:srgbClr val="FF6A4D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6955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30384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33813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37242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914400" y="9696450"/>
            <a:ext cx="76200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16 ·</a:t>
            </a:r>
            <a:r>
              <a:rPr lang="en-US" sz="1650" dirty="0" spc="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05/09</a:t>
            </a:r>
            <a:endParaRPr lang="en-US" sz="1650" dirty="0"/>
          </a:p>
        </p:txBody>
      </p:sp>
      <p:sp>
        <p:nvSpPr>
          <p:cNvPr id="33" name="Shape 31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34" name="Moda image moda-export-watermark-20006dc9-48ff-4af3-93ca-d1a15c3c1be0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144000" y="914400"/>
            <a:ext cx="8229600" cy="7848600"/>
          </a:xfrm>
          <a:prstGeom prst="roundRect">
            <a:avLst>
              <a:gd name="adj" fmla="val 3398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914400" y="914400"/>
            <a:ext cx="790575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28" kern="0" dirty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ĐỐI</a:t>
            </a:r>
            <a:r>
              <a:rPr lang="en-US" sz="1950" b="1" spc="225" kern="0" dirty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CHIẾU</a:t>
            </a:r>
            <a:r>
              <a:rPr lang="en-US" sz="1950" b="1" spc="216" kern="0" dirty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VỚI</a:t>
            </a:r>
            <a:r>
              <a:rPr lang="en-US" sz="1950" b="1" spc="227" kern="0" dirty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THƯ</a:t>
            </a:r>
            <a:r>
              <a:rPr lang="en-US" sz="1950" b="1" spc="225" kern="0" dirty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VIỆN</a:t>
            </a:r>
            <a:r>
              <a:rPr lang="en-US" sz="1950" b="1" spc="151" kern="0" dirty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JAVA</a:t>
            </a:r>
            <a:endParaRPr lang="en-US" sz="1950" dirty="0"/>
          </a:p>
        </p:txBody>
      </p:sp>
      <p:sp>
        <p:nvSpPr>
          <p:cNvPr id="4" name="Text 2"/>
          <p:cNvSpPr/>
          <p:nvPr/>
        </p:nvSpPr>
        <p:spPr>
          <a:xfrm>
            <a:off x="914400" y="1333500"/>
            <a:ext cx="6096000" cy="2190750"/>
          </a:xfrm>
          <a:prstGeom prst="rect">
            <a:avLst/>
          </a:prstGeom>
          <a:noFill/>
          <a:ln/>
        </p:spPr>
        <p:txBody>
          <a:bodyPr wrap="square" lIns="0" tIns="52578" rIns="0" bIns="-52578" rtlCol="0" anchor="t"/>
          <a:lstStyle/>
          <a:p>
            <a:pPr algn="l" indent="0" marL="0">
              <a:lnSpc>
                <a:spcPts val="7452"/>
              </a:lnSpc>
              <a:buNone/>
            </a:pPr>
            <a:r>
              <a:rPr lang="en-US" sz="6900" dirty="0" spc="-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Gặp</a:t>
            </a:r>
            <a:r>
              <a:rPr lang="en-US" sz="6900" dirty="0" spc="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lại</a:t>
            </a:r>
            <a:r>
              <a:rPr lang="en-US" sz="6900" dirty="0" spc="-14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trong</a:t>
            </a:r>
            <a:r>
              <a:rPr lang="en-US" sz="6900" dirty="0" spc="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thư</a:t>
            </a:r>
            <a:r>
              <a:rPr lang="en-US" sz="6900" dirty="0" spc="4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viện</a:t>
            </a:r>
            <a:r>
              <a:rPr lang="en-US" sz="6900" dirty="0" spc="-9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Java</a:t>
            </a:r>
            <a:endParaRPr lang="en-US" sz="6900" dirty="0"/>
          </a:p>
        </p:txBody>
      </p:sp>
      <p:sp>
        <p:nvSpPr>
          <p:cNvPr id="5" name="Text 3"/>
          <p:cNvSpPr/>
          <p:nvPr/>
        </p:nvSpPr>
        <p:spPr>
          <a:xfrm>
            <a:off x="914400" y="3571875"/>
            <a:ext cx="7905750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Năm</a:t>
            </a:r>
            <a:r>
              <a:rPr lang="en-US" sz="3000" b="1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cấu trúc</a:t>
            </a:r>
            <a:r>
              <a:rPr lang="en-US" sz="3000" b="1" dirty="0" spc="-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có</a:t>
            </a:r>
            <a:r>
              <a:rPr lang="en-US" sz="3000" b="1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sẵn</a:t>
            </a:r>
            <a:r>
              <a:rPr lang="en-US" sz="3000" b="1" dirty="0" spc="-1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trong</a:t>
            </a:r>
            <a:r>
              <a:rPr lang="en-US" sz="3000" b="1" dirty="0" spc="-2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Java</a:t>
            </a:r>
            <a:endParaRPr lang="en-US" sz="3000" dirty="0"/>
          </a:p>
        </p:txBody>
      </p:sp>
      <p:sp>
        <p:nvSpPr>
          <p:cNvPr id="6" name="Text 4"/>
          <p:cNvSpPr/>
          <p:nvPr/>
        </p:nvSpPr>
        <p:spPr>
          <a:xfrm>
            <a:off x="914400" y="4286250"/>
            <a:ext cx="7905750" cy="1143000"/>
          </a:xfrm>
          <a:prstGeom prst="rect">
            <a:avLst/>
          </a:prstGeom>
          <a:noFill/>
          <a:ln/>
        </p:spPr>
        <p:txBody>
          <a:bodyPr wrap="square" lIns="0" tIns="6001" rIns="0" bIns="-6001" rtlCol="0" anchor="t"/>
          <a:lstStyle/>
          <a:p>
            <a:pPr algn="l" indent="0" marL="0">
              <a:lnSpc>
                <a:spcPts val="3780"/>
              </a:lnSpc>
              <a:buNone/>
            </a:pPr>
            <a:r>
              <a:rPr lang="en-US" sz="270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JDK</a:t>
            </a:r>
            <a:r>
              <a:rPr lang="en-US" sz="270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là</a:t>
            </a:r>
            <a:r>
              <a:rPr lang="en-US" sz="2700" dirty="0" spc="-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bộ</a:t>
            </a:r>
            <a:r>
              <a:rPr lang="en-US" sz="270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công cụ</a:t>
            </a:r>
            <a:r>
              <a:rPr lang="en-US" sz="2700" dirty="0" spc="-1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phát</a:t>
            </a:r>
            <a:r>
              <a:rPr lang="en-US" sz="2700" dirty="0" spc="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triển</a:t>
            </a:r>
            <a:r>
              <a:rPr lang="en-US" sz="2700" dirty="0" spc="-1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Java;</a:t>
            </a:r>
            <a:r>
              <a:rPr lang="en-US" sz="2700" dirty="0" spc="-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2700" dirty="0" spc="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trích</a:t>
            </a:r>
            <a:r>
              <a:rPr lang="en-US" sz="270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mã nguồn</a:t>
            </a:r>
            <a:r>
              <a:rPr lang="en-US" sz="270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của</a:t>
            </a:r>
            <a:r>
              <a:rPr lang="en-US" sz="2700" dirty="0" spc="-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nó</a:t>
            </a:r>
            <a:r>
              <a:rPr lang="en-US" sz="2700" dirty="0" spc="1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để</a:t>
            </a:r>
            <a:r>
              <a:rPr lang="en-US" sz="2700" dirty="0" spc="1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đối</a:t>
            </a:r>
            <a:r>
              <a:rPr lang="en-US" sz="270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chiếu.</a:t>
            </a:r>
            <a:endParaRPr lang="en-US" sz="2700" dirty="0"/>
          </a:p>
        </p:txBody>
      </p:sp>
      <p:sp>
        <p:nvSpPr>
          <p:cNvPr id="7" name="Text 5"/>
          <p:cNvSpPr/>
          <p:nvPr/>
        </p:nvSpPr>
        <p:spPr>
          <a:xfrm>
            <a:off x="914400" y="5572125"/>
            <a:ext cx="5905500" cy="647700"/>
          </a:xfrm>
          <a:prstGeom prst="roundRect">
            <a:avLst>
              <a:gd name="adj" fmla="val 50000"/>
            </a:avLst>
          </a:prstGeom>
          <a:solidFill>
            <a:srgbClr val="14161C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 spc="-8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Nên</a:t>
            </a:r>
            <a:r>
              <a:rPr lang="en-US" sz="2100" b="1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dùng</a:t>
            </a:r>
            <a:r>
              <a:rPr lang="en-US" sz="2100" b="1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Deque</a:t>
            </a:r>
            <a:r>
              <a:rPr lang="en-US" sz="2100" b="1" dirty="0" spc="-1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thay</a:t>
            </a:r>
            <a:r>
              <a:rPr lang="en-US" sz="2100" b="1" dirty="0" spc="-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lớp</a:t>
            </a:r>
            <a:r>
              <a:rPr lang="en-US" sz="2100" b="1" dirty="0" spc="-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Stack</a:t>
            </a:r>
            <a:r>
              <a:rPr lang="en-US" sz="2100" b="1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cũ</a:t>
            </a:r>
            <a:endParaRPr lang="en-US" sz="2100" dirty="0"/>
          </a:p>
        </p:txBody>
      </p:sp>
      <p:sp>
        <p:nvSpPr>
          <p:cNvPr id="8" name="Shape 6"/>
          <p:cNvSpPr/>
          <p:nvPr/>
        </p:nvSpPr>
        <p:spPr>
          <a:xfrm>
            <a:off x="914400" y="6572250"/>
            <a:ext cx="7620000" cy="2000250"/>
          </a:xfrm>
          <a:prstGeom prst="roundRect">
            <a:avLst>
              <a:gd name="adj" fmla="val 13333"/>
            </a:avLst>
          </a:prstGeom>
          <a:solidFill>
            <a:srgbClr val="E8E0CF"/>
          </a:solidFill>
          <a:ln/>
        </p:spPr>
      </p:sp>
      <p:sp>
        <p:nvSpPr>
          <p:cNvPr id="9" name="Text 7"/>
          <p:cNvSpPr/>
          <p:nvPr/>
        </p:nvSpPr>
        <p:spPr>
          <a:xfrm>
            <a:off x="1257300" y="6838950"/>
            <a:ext cx="66675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25" kern="0" dirty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GHI</a:t>
            </a:r>
            <a:r>
              <a:rPr lang="en-US" sz="1800" b="1" spc="227" kern="0" dirty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NHỚ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1257300" y="7296150"/>
            <a:ext cx="7048500" cy="1143000"/>
          </a:xfrm>
          <a:prstGeom prst="rect">
            <a:avLst/>
          </a:prstGeom>
          <a:noFill/>
          <a:ln/>
        </p:spPr>
        <p:txBody>
          <a:bodyPr wrap="square" lIns="0" tIns="9700" rIns="0" bIns="-9700" rtlCol="0" anchor="t"/>
          <a:lstStyle/>
          <a:p>
            <a:pPr algn="l" indent="0" marL="0">
              <a:lnSpc>
                <a:spcPts val="3443"/>
              </a:lnSpc>
              <a:buNone/>
            </a:pP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Chỉ là</a:t>
            </a:r>
            <a:r>
              <a:rPr lang="en-US" sz="2550" dirty="0" spc="-1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vài</a:t>
            </a:r>
            <a:r>
              <a:rPr lang="en-US" sz="2550" dirty="0" spc="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trường</a:t>
            </a:r>
            <a:r>
              <a:rPr lang="en-US" sz="25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hợp</a:t>
            </a:r>
            <a:r>
              <a:rPr lang="en-US" sz="2550" dirty="0" spc="1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đã</a:t>
            </a:r>
            <a:r>
              <a:rPr lang="en-US" sz="2550" dirty="0" spc="1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đối</a:t>
            </a: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chiếu,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 phải</a:t>
            </a:r>
            <a:r>
              <a:rPr lang="en-US" sz="25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danh</a:t>
            </a:r>
            <a:r>
              <a:rPr lang="en-US" sz="2550" dirty="0" spc="-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sách</a:t>
            </a:r>
            <a:r>
              <a:rPr lang="en-US" sz="2550" dirty="0" spc="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đầy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đủ.</a:t>
            </a:r>
            <a:endParaRPr lang="en-US" sz="2550" dirty="0"/>
          </a:p>
        </p:txBody>
      </p:sp>
      <p:sp>
        <p:nvSpPr>
          <p:cNvPr id="11" name="Text 9"/>
          <p:cNvSpPr/>
          <p:nvPr/>
        </p:nvSpPr>
        <p:spPr>
          <a:xfrm>
            <a:off x="9525000" y="1181100"/>
            <a:ext cx="74295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02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CẤU</a:t>
            </a:r>
            <a:r>
              <a:rPr lang="en-US" sz="1800" b="1" spc="217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TRÚC</a:t>
            </a:r>
            <a:r>
              <a:rPr lang="en-US" sz="1800" b="1" spc="179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1800" b="1" spc="203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LỚP</a:t>
            </a:r>
            <a:r>
              <a:rPr lang="en-US" sz="1800" b="1" spc="214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TRONG</a:t>
            </a:r>
            <a:r>
              <a:rPr lang="en-US" sz="1800" b="1" spc="228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JDK</a:t>
            </a:r>
            <a:endParaRPr lang="en-US" sz="1800" dirty="0"/>
          </a:p>
        </p:txBody>
      </p:sp>
      <p:sp>
        <p:nvSpPr>
          <p:cNvPr id="12" name="Connector line-1792338542686-782992093"/>
          <p:cNvSpPr/>
          <p:nvPr/>
        </p:nvSpPr>
        <p:spPr>
          <a:xfrm>
            <a:off x="12687300" y="3581400"/>
            <a:ext cx="628650" cy="0"/>
          </a:xfrm>
          <a:prstGeom prst="line">
            <a:avLst/>
          </a:prstGeom>
          <a:noFill/>
          <a:ln w="47625">
            <a:solidFill>
              <a:srgbClr val="1F3FD1"/>
            </a:solidFill>
            <a:prstDash val="solid"/>
            <a:headEnd type="none"/>
            <a:tailEnd type="triangle"/>
          </a:ln>
        </p:spPr>
      </p:sp>
      <p:sp>
        <p:nvSpPr>
          <p:cNvPr id="13" name="Shape 11"/>
          <p:cNvSpPr/>
          <p:nvPr/>
        </p:nvSpPr>
        <p:spPr>
          <a:xfrm>
            <a:off x="13411200" y="2971800"/>
            <a:ext cx="3657600" cy="1219200"/>
          </a:xfrm>
          <a:prstGeom prst="roundRect">
            <a:avLst>
              <a:gd name="adj" fmla="val 18750"/>
            </a:avLst>
          </a:prstGeom>
          <a:solidFill>
            <a:srgbClr val="F3EEE3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13639800" y="3067050"/>
            <a:ext cx="3238500" cy="495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50" dirty="0" spc="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Deque</a:t>
            </a:r>
            <a:endParaRPr lang="en-US" sz="2850" dirty="0"/>
          </a:p>
        </p:txBody>
      </p:sp>
      <p:sp>
        <p:nvSpPr>
          <p:cNvPr id="15" name="Text 13"/>
          <p:cNvSpPr/>
          <p:nvPr/>
        </p:nvSpPr>
        <p:spPr>
          <a:xfrm>
            <a:off x="13639800" y="3562350"/>
            <a:ext cx="3238500" cy="685800"/>
          </a:xfrm>
          <a:prstGeom prst="rect">
            <a:avLst/>
          </a:prstGeom>
          <a:noFill/>
          <a:ln/>
        </p:spPr>
        <p:txBody>
          <a:bodyPr wrap="square" lIns="0" tIns="9716" rIns="0" bIns="-9716" rtlCol="0" anchor="t"/>
          <a:lstStyle/>
          <a:p>
            <a:pPr algn="l" indent="0" marL="0">
              <a:lnSpc>
                <a:spcPts val="2340"/>
              </a:lnSpc>
              <a:buNone/>
            </a:pPr>
            <a:r>
              <a:rPr lang="en-US" sz="1800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dùng</a:t>
            </a:r>
            <a:r>
              <a:rPr lang="en-US" sz="180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như</a:t>
            </a:r>
            <a:r>
              <a:rPr lang="en-US" sz="1800" dirty="0" spc="-1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ngăn</a:t>
            </a:r>
            <a:r>
              <a:rPr lang="en-US" sz="1800" dirty="0" spc="-1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xếp</a:t>
            </a:r>
            <a:r>
              <a:rPr lang="en-US" sz="1800" dirty="0" spc="-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LIFO</a:t>
            </a:r>
            <a:endParaRPr lang="en-US" sz="1800" dirty="0"/>
          </a:p>
        </p:txBody>
      </p:sp>
      <p:sp>
        <p:nvSpPr>
          <p:cNvPr id="16" name="Connector line-1792338542693-103865905"/>
          <p:cNvSpPr/>
          <p:nvPr/>
        </p:nvSpPr>
        <p:spPr>
          <a:xfrm>
            <a:off x="12687300" y="4953000"/>
            <a:ext cx="628650" cy="0"/>
          </a:xfrm>
          <a:prstGeom prst="line">
            <a:avLst/>
          </a:prstGeom>
          <a:noFill/>
          <a:ln w="47625">
            <a:solidFill>
              <a:srgbClr val="1F3FD1"/>
            </a:solidFill>
            <a:prstDash val="solid"/>
            <a:headEnd type="none"/>
            <a:tailEnd type="triangle"/>
          </a:ln>
        </p:spPr>
      </p:sp>
      <p:sp>
        <p:nvSpPr>
          <p:cNvPr id="17" name="Shape 15"/>
          <p:cNvSpPr/>
          <p:nvPr/>
        </p:nvSpPr>
        <p:spPr>
          <a:xfrm>
            <a:off x="13411200" y="4343400"/>
            <a:ext cx="3657600" cy="1219200"/>
          </a:xfrm>
          <a:prstGeom prst="roundRect">
            <a:avLst>
              <a:gd name="adj" fmla="val 18750"/>
            </a:avLst>
          </a:prstGeom>
          <a:solidFill>
            <a:srgbClr val="F3EEE3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13639800" y="4438650"/>
            <a:ext cx="3238500" cy="495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50" dirty="0" spc="7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Queue</a:t>
            </a:r>
            <a:endParaRPr lang="en-US" sz="2850" dirty="0"/>
          </a:p>
        </p:txBody>
      </p:sp>
      <p:sp>
        <p:nvSpPr>
          <p:cNvPr id="19" name="Text 17"/>
          <p:cNvSpPr/>
          <p:nvPr/>
        </p:nvSpPr>
        <p:spPr>
          <a:xfrm>
            <a:off x="13639800" y="4933950"/>
            <a:ext cx="3238500" cy="685800"/>
          </a:xfrm>
          <a:prstGeom prst="rect">
            <a:avLst/>
          </a:prstGeom>
          <a:noFill/>
          <a:ln/>
        </p:spPr>
        <p:txBody>
          <a:bodyPr wrap="square" lIns="0" tIns="9716" rIns="0" bIns="-9716" rtlCol="0" anchor="t"/>
          <a:lstStyle/>
          <a:p>
            <a:pPr algn="l" indent="0" marL="0">
              <a:lnSpc>
                <a:spcPts val="2340"/>
              </a:lnSpc>
              <a:buNone/>
            </a:pPr>
            <a:r>
              <a:rPr lang="en-US" sz="180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thường</a:t>
            </a:r>
            <a:r>
              <a:rPr lang="en-US" sz="1800" dirty="0" spc="-1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xếp</a:t>
            </a:r>
            <a:r>
              <a:rPr lang="en-US" sz="180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theo thứ</a:t>
            </a:r>
            <a:r>
              <a:rPr lang="en-US" sz="180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tự</a:t>
            </a:r>
            <a:r>
              <a:rPr lang="en-US" sz="1800" dirty="0" spc="-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vào</a:t>
            </a:r>
            <a:r>
              <a:rPr lang="en-US" sz="1800" dirty="0" spc="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trước</a:t>
            </a:r>
            <a:r>
              <a:rPr lang="en-US" sz="1800" dirty="0" spc="-2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ra</a:t>
            </a:r>
            <a:r>
              <a:rPr lang="en-US" sz="1800" dirty="0" spc="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trước</a:t>
            </a:r>
            <a:endParaRPr lang="en-US" sz="1800" dirty="0"/>
          </a:p>
        </p:txBody>
      </p:sp>
      <p:sp>
        <p:nvSpPr>
          <p:cNvPr id="20" name="Connector line-1792338542698-524543205"/>
          <p:cNvSpPr/>
          <p:nvPr/>
        </p:nvSpPr>
        <p:spPr>
          <a:xfrm>
            <a:off x="12687300" y="6324600"/>
            <a:ext cx="628650" cy="0"/>
          </a:xfrm>
          <a:prstGeom prst="line">
            <a:avLst/>
          </a:prstGeom>
          <a:noFill/>
          <a:ln w="47625">
            <a:solidFill>
              <a:srgbClr val="B45309"/>
            </a:solidFill>
            <a:prstDash val="solid"/>
            <a:headEnd type="none"/>
            <a:tailEnd type="triangle"/>
          </a:ln>
        </p:spPr>
      </p:sp>
      <p:sp>
        <p:nvSpPr>
          <p:cNvPr id="21" name="Shape 19"/>
          <p:cNvSpPr/>
          <p:nvPr/>
        </p:nvSpPr>
        <p:spPr>
          <a:xfrm>
            <a:off x="13411200" y="5715000"/>
            <a:ext cx="3657600" cy="1219200"/>
          </a:xfrm>
          <a:prstGeom prst="roundRect">
            <a:avLst>
              <a:gd name="adj" fmla="val 18750"/>
            </a:avLst>
          </a:prstGeom>
          <a:solidFill>
            <a:srgbClr val="F3EEE3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13639800" y="5810250"/>
            <a:ext cx="3238500" cy="495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50" dirty="0" spc="4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PriorityQueue</a:t>
            </a:r>
            <a:endParaRPr lang="en-US" sz="2850" dirty="0"/>
          </a:p>
        </p:txBody>
      </p:sp>
      <p:sp>
        <p:nvSpPr>
          <p:cNvPr id="23" name="Connector line-1792420733825-298648923"/>
          <p:cNvSpPr/>
          <p:nvPr/>
        </p:nvSpPr>
        <p:spPr>
          <a:xfrm>
            <a:off x="12687300" y="2209800"/>
            <a:ext cx="628650" cy="0"/>
          </a:xfrm>
          <a:prstGeom prst="line">
            <a:avLst/>
          </a:prstGeom>
          <a:noFill/>
          <a:ln w="47625">
            <a:solidFill>
              <a:srgbClr val="1F3FD1"/>
            </a:solidFill>
            <a:prstDash val="solid"/>
            <a:headEnd type="none"/>
            <a:tailEnd type="triangle"/>
          </a:ln>
        </p:spPr>
      </p:sp>
      <p:sp>
        <p:nvSpPr>
          <p:cNvPr id="24" name="Text 22"/>
          <p:cNvSpPr/>
          <p:nvPr/>
        </p:nvSpPr>
        <p:spPr>
          <a:xfrm>
            <a:off x="13639800" y="6305550"/>
            <a:ext cx="3238500" cy="685800"/>
          </a:xfrm>
          <a:prstGeom prst="rect">
            <a:avLst/>
          </a:prstGeom>
          <a:noFill/>
          <a:ln/>
        </p:spPr>
        <p:txBody>
          <a:bodyPr wrap="square" lIns="0" tIns="9716" rIns="0" bIns="-9716" rtlCol="0" anchor="t"/>
          <a:lstStyle/>
          <a:p>
            <a:pPr algn="l" indent="0" marL="0">
              <a:lnSpc>
                <a:spcPts val="2340"/>
              </a:lnSpc>
              <a:buNone/>
            </a:pPr>
            <a:r>
              <a:rPr lang="en-US" sz="1800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hàng</a:t>
            </a:r>
            <a:r>
              <a:rPr lang="en-US" sz="1800" dirty="0" spc="1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đợi</a:t>
            </a:r>
            <a:r>
              <a:rPr lang="en-US" sz="1800" dirty="0" spc="1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ưu</a:t>
            </a:r>
            <a:r>
              <a:rPr lang="en-US" sz="1800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tiên,</a:t>
            </a:r>
            <a:r>
              <a:rPr lang="en-US" sz="1800" dirty="0" spc="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dựa</a:t>
            </a:r>
            <a:r>
              <a:rPr lang="en-US" sz="1800" dirty="0" spc="-1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trên</a:t>
            </a:r>
            <a:r>
              <a:rPr lang="en-US" sz="1800" dirty="0" spc="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đống</a:t>
            </a:r>
            <a:r>
              <a:rPr lang="en-US" sz="1800" dirty="0" spc="1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ưu</a:t>
            </a:r>
            <a:r>
              <a:rPr lang="en-US" sz="180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tiên</a:t>
            </a:r>
            <a:endParaRPr lang="en-US" sz="1800" dirty="0"/>
          </a:p>
        </p:txBody>
      </p:sp>
      <p:sp>
        <p:nvSpPr>
          <p:cNvPr id="25" name="Shape 23"/>
          <p:cNvSpPr/>
          <p:nvPr/>
        </p:nvSpPr>
        <p:spPr>
          <a:xfrm>
            <a:off x="13411200" y="1600200"/>
            <a:ext cx="3657600" cy="1219200"/>
          </a:xfrm>
          <a:prstGeom prst="roundRect">
            <a:avLst>
              <a:gd name="adj" fmla="val 18750"/>
            </a:avLst>
          </a:prstGeom>
          <a:solidFill>
            <a:srgbClr val="F3EEE3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26" name="Connector line-1792338542704-293480118"/>
          <p:cNvSpPr/>
          <p:nvPr/>
        </p:nvSpPr>
        <p:spPr>
          <a:xfrm>
            <a:off x="12687300" y="7696200"/>
            <a:ext cx="628650" cy="0"/>
          </a:xfrm>
          <a:prstGeom prst="line">
            <a:avLst/>
          </a:prstGeom>
          <a:noFill/>
          <a:ln w="47625">
            <a:solidFill>
              <a:srgbClr val="B45309"/>
            </a:solidFill>
            <a:prstDash val="solid"/>
            <a:headEnd type="none"/>
            <a:tailEnd type="triangle"/>
          </a:ln>
        </p:spPr>
      </p:sp>
      <p:sp>
        <p:nvSpPr>
          <p:cNvPr id="27" name="Text 25"/>
          <p:cNvSpPr/>
          <p:nvPr/>
        </p:nvSpPr>
        <p:spPr>
          <a:xfrm>
            <a:off x="13639800" y="1695450"/>
            <a:ext cx="3238500" cy="495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50" dirty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List</a:t>
            </a:r>
            <a:endParaRPr lang="en-US" sz="2850" dirty="0"/>
          </a:p>
        </p:txBody>
      </p:sp>
      <p:sp>
        <p:nvSpPr>
          <p:cNvPr id="28" name="Shape 26"/>
          <p:cNvSpPr/>
          <p:nvPr/>
        </p:nvSpPr>
        <p:spPr>
          <a:xfrm>
            <a:off x="13411200" y="7086600"/>
            <a:ext cx="3657600" cy="1219200"/>
          </a:xfrm>
          <a:prstGeom prst="roundRect">
            <a:avLst>
              <a:gd name="adj" fmla="val 18750"/>
            </a:avLst>
          </a:prstGeom>
          <a:solidFill>
            <a:srgbClr val="F3EEE3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13639800" y="2190750"/>
            <a:ext cx="3238500" cy="685800"/>
          </a:xfrm>
          <a:prstGeom prst="rect">
            <a:avLst/>
          </a:prstGeom>
          <a:noFill/>
          <a:ln/>
        </p:spPr>
        <p:txBody>
          <a:bodyPr wrap="square" lIns="0" tIns="9716" rIns="0" bIns="-9716" rtlCol="0" anchor="t"/>
          <a:lstStyle/>
          <a:p>
            <a:pPr algn="l" indent="0" marL="0">
              <a:lnSpc>
                <a:spcPts val="2340"/>
              </a:lnSpc>
              <a:buNone/>
            </a:pPr>
            <a:r>
              <a:rPr lang="en-US" sz="1800" dirty="0" spc="-1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dãy</a:t>
            </a:r>
            <a:r>
              <a:rPr lang="en-US" sz="1800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có</a:t>
            </a:r>
            <a:r>
              <a:rPr lang="en-US" sz="180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thứ tự, truy</a:t>
            </a:r>
            <a:r>
              <a:rPr lang="en-US" sz="180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cập</a:t>
            </a:r>
            <a:r>
              <a:rPr lang="en-US" sz="180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theo</a:t>
            </a:r>
            <a:r>
              <a:rPr lang="en-US" sz="180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chỉ</a:t>
            </a:r>
            <a:r>
              <a:rPr lang="en-US" sz="1800" dirty="0" spc="-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số</a:t>
            </a:r>
            <a:endParaRPr lang="en-US" sz="1800" dirty="0"/>
          </a:p>
        </p:txBody>
      </p:sp>
      <p:sp>
        <p:nvSpPr>
          <p:cNvPr id="30" name="Text 28"/>
          <p:cNvSpPr/>
          <p:nvPr/>
        </p:nvSpPr>
        <p:spPr>
          <a:xfrm>
            <a:off x="13639800" y="7181850"/>
            <a:ext cx="3238500" cy="495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50" dirty="0" spc="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HashSet</a:t>
            </a:r>
            <a:endParaRPr lang="en-US" sz="2850" dirty="0"/>
          </a:p>
        </p:txBody>
      </p:sp>
      <p:sp>
        <p:nvSpPr>
          <p:cNvPr id="31" name="Text 29"/>
          <p:cNvSpPr/>
          <p:nvPr/>
        </p:nvSpPr>
        <p:spPr>
          <a:xfrm>
            <a:off x="13639800" y="7677150"/>
            <a:ext cx="3238500" cy="685800"/>
          </a:xfrm>
          <a:prstGeom prst="rect">
            <a:avLst/>
          </a:prstGeom>
          <a:noFill/>
          <a:ln/>
        </p:spPr>
        <p:txBody>
          <a:bodyPr wrap="square" lIns="0" tIns="9716" rIns="0" bIns="-9716" rtlCol="0" anchor="t"/>
          <a:lstStyle/>
          <a:p>
            <a:pPr algn="l" indent="0" marL="0">
              <a:lnSpc>
                <a:spcPts val="2340"/>
              </a:lnSpc>
              <a:buNone/>
            </a:pPr>
            <a:r>
              <a:rPr lang="en-US" sz="1800" dirty="0" spc="1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dựa</a:t>
            </a:r>
            <a:r>
              <a:rPr lang="en-US" sz="1800" dirty="0" spc="-1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trên</a:t>
            </a:r>
            <a:r>
              <a:rPr lang="en-US" sz="1800" dirty="0" spc="-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một</a:t>
            </a:r>
            <a:r>
              <a:rPr lang="en-US" sz="1800" dirty="0" spc="-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bảng</a:t>
            </a:r>
            <a:r>
              <a:rPr lang="en-US" sz="1800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băm</a:t>
            </a:r>
            <a:endParaRPr lang="en-US" sz="1800" dirty="0"/>
          </a:p>
        </p:txBody>
      </p:sp>
      <p:sp>
        <p:nvSpPr>
          <p:cNvPr id="32" name="Shape 30"/>
          <p:cNvSpPr/>
          <p:nvPr/>
        </p:nvSpPr>
        <p:spPr>
          <a:xfrm>
            <a:off x="9810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13239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16668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20097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23526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2695575" y="9439275"/>
            <a:ext cx="133350" cy="133350"/>
          </a:xfrm>
          <a:prstGeom prst="ellipse">
            <a:avLst/>
          </a:prstGeom>
          <a:solidFill>
            <a:srgbClr val="E8472B"/>
          </a:solidFill>
          <a:ln w="19050">
            <a:solidFill>
              <a:srgbClr val="E8472B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30384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33813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37242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914400" y="9696450"/>
            <a:ext cx="76200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16 ·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06/09</a:t>
            </a:r>
            <a:endParaRPr lang="en-US" sz="1650" dirty="0"/>
          </a:p>
        </p:txBody>
      </p:sp>
      <p:sp>
        <p:nvSpPr>
          <p:cNvPr id="42" name="Text 40"/>
          <p:cNvSpPr/>
          <p:nvPr/>
        </p:nvSpPr>
        <p:spPr>
          <a:xfrm>
            <a:off x="9448800" y="2971800"/>
            <a:ext cx="3143250" cy="1219200"/>
          </a:xfrm>
          <a:prstGeom prst="roundRect">
            <a:avLst>
              <a:gd name="adj" fmla="val 18750"/>
            </a:avLst>
          </a:prstGeom>
          <a:solidFill>
            <a:srgbClr val="1F3FD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 spc="-8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Ngăn</a:t>
            </a:r>
            <a:r>
              <a:rPr lang="en-US" sz="2400" b="1" dirty="0" spc="-2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xếp</a:t>
            </a:r>
            <a:endParaRPr lang="en-US" sz="2400" dirty="0"/>
          </a:p>
          <a:p>
            <a:pPr algn="ctr" indent="0" marL="0">
              <a:buNone/>
            </a:pPr>
            <a:r>
              <a:rPr lang="en-US" sz="2400" b="1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(Stack)</a:t>
            </a:r>
            <a:endParaRPr lang="en-US" sz="2400" dirty="0"/>
          </a:p>
        </p:txBody>
      </p:sp>
      <p:sp>
        <p:nvSpPr>
          <p:cNvPr id="43" name="Text 41"/>
          <p:cNvSpPr/>
          <p:nvPr/>
        </p:nvSpPr>
        <p:spPr>
          <a:xfrm>
            <a:off x="9448800" y="4343400"/>
            <a:ext cx="3143250" cy="1219200"/>
          </a:xfrm>
          <a:prstGeom prst="roundRect">
            <a:avLst>
              <a:gd name="adj" fmla="val 18750"/>
            </a:avLst>
          </a:prstGeom>
          <a:solidFill>
            <a:srgbClr val="1F3FD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 spc="-8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Hàng</a:t>
            </a:r>
            <a:r>
              <a:rPr lang="en-US" sz="2400" b="1" dirty="0" spc="1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đợi</a:t>
            </a:r>
            <a:endParaRPr lang="en-US" sz="2400" dirty="0"/>
          </a:p>
          <a:p>
            <a:pPr algn="ctr" indent="0" marL="0">
              <a:buNone/>
            </a:pPr>
            <a:r>
              <a:rPr lang="en-US" sz="2400" b="1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(Queue)</a:t>
            </a:r>
            <a:endParaRPr lang="en-US" sz="2400" dirty="0"/>
          </a:p>
        </p:txBody>
      </p:sp>
      <p:sp>
        <p:nvSpPr>
          <p:cNvPr id="44" name="Text 42"/>
          <p:cNvSpPr/>
          <p:nvPr/>
        </p:nvSpPr>
        <p:spPr>
          <a:xfrm>
            <a:off x="9448800" y="5715000"/>
            <a:ext cx="3143250" cy="1219200"/>
          </a:xfrm>
          <a:prstGeom prst="roundRect">
            <a:avLst>
              <a:gd name="adj" fmla="val 18750"/>
            </a:avLst>
          </a:prstGeom>
          <a:solidFill>
            <a:srgbClr val="B45309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 spc="-1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Đống</a:t>
            </a:r>
            <a:endParaRPr lang="en-US" sz="2400" dirty="0"/>
          </a:p>
          <a:p>
            <a:pPr algn="ctr" indent="0" marL="0">
              <a:buNone/>
            </a:pPr>
            <a:r>
              <a:rPr lang="en-US" sz="2400" b="1" dirty="0" spc="-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(Heap)</a:t>
            </a:r>
            <a:endParaRPr lang="en-US" sz="2400" dirty="0"/>
          </a:p>
        </p:txBody>
      </p:sp>
      <p:sp>
        <p:nvSpPr>
          <p:cNvPr id="45" name="Text 43"/>
          <p:cNvSpPr/>
          <p:nvPr/>
        </p:nvSpPr>
        <p:spPr>
          <a:xfrm>
            <a:off x="9448800" y="7086600"/>
            <a:ext cx="3143250" cy="1219200"/>
          </a:xfrm>
          <a:prstGeom prst="roundRect">
            <a:avLst>
              <a:gd name="adj" fmla="val 18750"/>
            </a:avLst>
          </a:prstGeom>
          <a:solidFill>
            <a:srgbClr val="B45309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Bảng</a:t>
            </a:r>
            <a:r>
              <a:rPr lang="en-US" sz="2400" b="1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băm</a:t>
            </a:r>
            <a:endParaRPr lang="en-US" sz="2400" dirty="0"/>
          </a:p>
          <a:p>
            <a:pPr algn="ctr" indent="0" marL="0">
              <a:buNone/>
            </a:pPr>
            <a:r>
              <a:rPr lang="en-US" sz="2400" b="1" dirty="0" spc="-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(Hash</a:t>
            </a:r>
            <a:r>
              <a:rPr lang="en-US" sz="2400" b="1" dirty="0" spc="-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table)</a:t>
            </a:r>
            <a:endParaRPr lang="en-US" sz="2400" dirty="0"/>
          </a:p>
        </p:txBody>
      </p:sp>
      <p:sp>
        <p:nvSpPr>
          <p:cNvPr id="46" name="Text 44"/>
          <p:cNvSpPr/>
          <p:nvPr/>
        </p:nvSpPr>
        <p:spPr>
          <a:xfrm>
            <a:off x="9448800" y="1600200"/>
            <a:ext cx="3143250" cy="1219200"/>
          </a:xfrm>
          <a:prstGeom prst="roundRect">
            <a:avLst>
              <a:gd name="adj" fmla="val 18750"/>
            </a:avLst>
          </a:prstGeom>
          <a:solidFill>
            <a:srgbClr val="1F3FD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Danh</a:t>
            </a:r>
            <a:r>
              <a:rPr lang="en-US" sz="2400" b="1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sách</a:t>
            </a:r>
            <a:endParaRPr lang="en-US" sz="2400" dirty="0"/>
          </a:p>
          <a:p>
            <a:pPr algn="ctr" indent="0" marL="0">
              <a:buNone/>
            </a:pPr>
            <a:r>
              <a:rPr lang="en-US" sz="2400" b="1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(List)</a:t>
            </a:r>
            <a:endParaRPr lang="en-US" sz="2400" dirty="0"/>
          </a:p>
        </p:txBody>
      </p:sp>
      <p:sp>
        <p:nvSpPr>
          <p:cNvPr id="47" name="Shape 45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48" name="Moda image moda-export-watermark-5854dc3e-1ed9-4591-9ee1-7f0926b50366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144000" y="914400"/>
            <a:ext cx="8229600" cy="7848600"/>
          </a:xfrm>
          <a:prstGeom prst="roundRect">
            <a:avLst>
              <a:gd name="adj" fmla="val 3398"/>
            </a:avLst>
          </a:prstGeom>
          <a:solidFill>
            <a:srgbClr val="1E212B"/>
          </a:solidFill>
          <a:ln w="19050">
            <a:solidFill>
              <a:srgbClr val="2C304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914400" y="914400"/>
            <a:ext cx="790575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03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TỔNG</a:t>
            </a:r>
            <a:r>
              <a:rPr lang="en-US" sz="1950" b="1" spc="223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KẾT</a:t>
            </a:r>
            <a:endParaRPr lang="en-US" sz="1950" dirty="0"/>
          </a:p>
        </p:txBody>
      </p:sp>
      <p:sp>
        <p:nvSpPr>
          <p:cNvPr id="4" name="Text 2"/>
          <p:cNvSpPr/>
          <p:nvPr/>
        </p:nvSpPr>
        <p:spPr>
          <a:xfrm>
            <a:off x="914400" y="1333500"/>
            <a:ext cx="7905750" cy="1143000"/>
          </a:xfrm>
          <a:prstGeom prst="rect">
            <a:avLst/>
          </a:prstGeom>
          <a:noFill/>
          <a:ln/>
        </p:spPr>
        <p:txBody>
          <a:bodyPr wrap="square" lIns="0" tIns="52578" rIns="0" bIns="-52578" rtlCol="0" anchor="t"/>
          <a:lstStyle/>
          <a:p>
            <a:pPr algn="l" indent="0" marL="0">
              <a:lnSpc>
                <a:spcPts val="7452"/>
              </a:lnSpc>
              <a:buNone/>
            </a:pPr>
            <a:r>
              <a:rPr lang="en-US" sz="6900" dirty="0" spc="-3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Giới</a:t>
            </a:r>
            <a:r>
              <a:rPr lang="en-US" sz="6900" dirty="0" spc="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hạn</a:t>
            </a:r>
            <a:r>
              <a:rPr lang="en-US" sz="6900" dirty="0" spc="-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cần</a:t>
            </a:r>
            <a:r>
              <a:rPr lang="en-US" sz="6900" dirty="0" spc="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nhớ</a:t>
            </a:r>
            <a:endParaRPr lang="en-US" sz="6900" dirty="0"/>
          </a:p>
        </p:txBody>
      </p:sp>
      <p:sp>
        <p:nvSpPr>
          <p:cNvPr id="5" name="Text 3"/>
          <p:cNvSpPr/>
          <p:nvPr/>
        </p:nvSpPr>
        <p:spPr>
          <a:xfrm>
            <a:off x="914400" y="2714625"/>
            <a:ext cx="7905750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150" b="1" dirty="0" spc="-9" kern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Nguồn</a:t>
            </a:r>
            <a:r>
              <a:rPr lang="en-US" sz="3150" b="1" dirty="0" spc="-10" kern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</a:t>
            </a:r>
            <a:r>
              <a:rPr lang="en-US" sz="3150" b="1" dirty="0" spc="-8" kern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nói</a:t>
            </a:r>
            <a:r>
              <a:rPr lang="en-US" sz="3150" b="1" dirty="0" spc="-29" kern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về</a:t>
            </a:r>
            <a:endParaRPr lang="en-US" sz="3150" dirty="0"/>
          </a:p>
        </p:txBody>
      </p:sp>
      <p:sp>
        <p:nvSpPr>
          <p:cNvPr id="6" name="Text richtext-1792338688073-603336583"/>
          <p:cNvSpPr/>
          <p:nvPr/>
        </p:nvSpPr>
        <p:spPr>
          <a:xfrm>
            <a:off x="914400" y="3476625"/>
            <a:ext cx="7905750" cy="1809750"/>
          </a:xfrm>
          <a:prstGeom prst="rect">
            <a:avLst/>
          </a:prstGeom>
          <a:noFill/>
          <a:ln/>
        </p:spPr>
        <p:txBody>
          <a:bodyPr wrap="square" lIns="0" tIns="6001" rIns="0" bIns="-6001" rtlCol="0" anchor="t"/>
          <a:lstStyle/>
          <a:p>
            <a:pPr algn="l" marL="342900" indent="-244981">
              <a:lnSpc>
                <a:spcPts val="3780"/>
              </a:lnSpc>
              <a:spcAft>
                <a:spcPts val="1050"/>
              </a:spcAft>
              <a:buSzPct val="100000"/>
              <a:buFont typeface="Arial"/>
              <a:buChar char="•"/>
            </a:pPr>
            <a:r>
              <a:rPr lang="en-US" sz="2700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Cách các</a:t>
            </a:r>
            <a:r>
              <a:rPr lang="en-US" sz="270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cấu</a:t>
            </a:r>
            <a:r>
              <a:rPr lang="en-US" sz="270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trúc</a:t>
            </a:r>
            <a:r>
              <a:rPr lang="en-US" sz="2700" dirty="0" spc="-1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hoạt</a:t>
            </a:r>
            <a:r>
              <a:rPr lang="en-US" sz="2700" dirty="0" spc="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động</a:t>
            </a:r>
            <a:r>
              <a:rPr lang="en-US" sz="2700" dirty="0" spc="-4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ra</a:t>
            </a:r>
            <a:r>
              <a:rPr lang="en-US" sz="2700" dirty="0" spc="-1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sao</a:t>
            </a:r>
            <a:endParaRPr lang="en-US" sz="2700" dirty="0"/>
          </a:p>
          <a:p>
            <a:pPr algn="l" marL="342900" indent="-244981">
              <a:lnSpc>
                <a:spcPts val="3780"/>
              </a:lnSpc>
              <a:spcAft>
                <a:spcPts val="1050"/>
              </a:spcAft>
              <a:buSzPct val="100000"/>
              <a:buFont typeface="Arial"/>
              <a:buChar char="•"/>
            </a:pPr>
            <a:r>
              <a:rPr lang="en-US" sz="270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Khi nào</a:t>
            </a:r>
            <a:r>
              <a:rPr lang="en-US" sz="2700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dùng</a:t>
            </a:r>
            <a:r>
              <a:rPr lang="en-US" sz="270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cấu</a:t>
            </a:r>
            <a:r>
              <a:rPr lang="en-US" sz="270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trúc</a:t>
            </a:r>
            <a:r>
              <a:rPr lang="en-US" sz="2700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nào</a:t>
            </a:r>
            <a:endParaRPr lang="en-US" sz="2700" dirty="0"/>
          </a:p>
          <a:p>
            <a:pPr algn="l" marL="342900" indent="-244981">
              <a:lnSpc>
                <a:spcPts val="3780"/>
              </a:lnSpc>
              <a:buSzPct val="100000"/>
              <a:buFont typeface="Arial"/>
              <a:buChar char="•"/>
            </a:pPr>
            <a:r>
              <a:rPr lang="en-US" sz="2700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Cách</a:t>
            </a:r>
            <a:r>
              <a:rPr lang="en-US" sz="2700" dirty="0" spc="2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ứng</a:t>
            </a:r>
            <a:r>
              <a:rPr lang="en-US" sz="2700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dụng</a:t>
            </a:r>
            <a:r>
              <a:rPr lang="en-US" sz="2700" dirty="0" spc="-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thật</a:t>
            </a:r>
            <a:r>
              <a:rPr lang="en-US" sz="2700" dirty="0" spc="-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sự</a:t>
            </a:r>
            <a:r>
              <a:rPr lang="en-US" sz="2700" dirty="0" spc="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được</a:t>
            </a:r>
            <a:r>
              <a:rPr lang="en-US" sz="2700" dirty="0" spc="-3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xây</a:t>
            </a:r>
            <a:endParaRPr lang="en-US" sz="2700" dirty="0"/>
          </a:p>
        </p:txBody>
      </p:sp>
      <p:sp>
        <p:nvSpPr>
          <p:cNvPr id="7" name="Text 5"/>
          <p:cNvSpPr/>
          <p:nvPr/>
        </p:nvSpPr>
        <p:spPr>
          <a:xfrm>
            <a:off x="914400" y="5524500"/>
            <a:ext cx="5905500" cy="647700"/>
          </a:xfrm>
          <a:prstGeom prst="roundRect">
            <a:avLst>
              <a:gd name="adj" fmla="val 50000"/>
            </a:avLst>
          </a:prstGeom>
          <a:solidFill>
            <a:srgbClr val="FF6A4D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Ví</a:t>
            </a:r>
            <a:r>
              <a:rPr lang="en-US" sz="2100" b="1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dụ</a:t>
            </a:r>
            <a:r>
              <a:rPr lang="en-US" sz="2100" b="1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chỉ</a:t>
            </a:r>
            <a:r>
              <a:rPr lang="en-US" sz="2100" b="1" dirty="0" spc="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để</a:t>
            </a:r>
            <a:r>
              <a:rPr lang="en-US" sz="2100" b="1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minh</a:t>
            </a:r>
            <a:r>
              <a:rPr lang="en-US" sz="2100" b="1" dirty="0" spc="-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họa</a:t>
            </a:r>
            <a:endParaRPr lang="en-US" sz="2100" dirty="0"/>
          </a:p>
        </p:txBody>
      </p:sp>
      <p:sp>
        <p:nvSpPr>
          <p:cNvPr id="8" name="Shape 6"/>
          <p:cNvSpPr/>
          <p:nvPr/>
        </p:nvSpPr>
        <p:spPr>
          <a:xfrm>
            <a:off x="914400" y="6477000"/>
            <a:ext cx="7620000" cy="2095500"/>
          </a:xfrm>
          <a:prstGeom prst="roundRect">
            <a:avLst>
              <a:gd name="adj" fmla="val 12727"/>
            </a:avLst>
          </a:prstGeom>
          <a:solidFill>
            <a:srgbClr val="1E212B"/>
          </a:solidFill>
          <a:ln w="19050">
            <a:solidFill>
              <a:srgbClr val="2C304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1257300" y="6743700"/>
            <a:ext cx="66675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25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GHI</a:t>
            </a:r>
            <a:r>
              <a:rPr lang="en-US" sz="1800" b="1" spc="227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NHỚ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1257300" y="7200900"/>
            <a:ext cx="7048500" cy="1333500"/>
          </a:xfrm>
          <a:prstGeom prst="rect">
            <a:avLst/>
          </a:prstGeom>
          <a:noFill/>
          <a:ln/>
        </p:spPr>
        <p:txBody>
          <a:bodyPr wrap="square" lIns="0" tIns="9700" rIns="0" bIns="-9700" rtlCol="0" anchor="t"/>
          <a:lstStyle/>
          <a:p>
            <a:pPr algn="l" indent="0" marL="0">
              <a:lnSpc>
                <a:spcPts val="3443"/>
              </a:lnSpc>
              <a:buNone/>
            </a:pPr>
            <a:r>
              <a:rPr lang="en-US" sz="2550" dirty="0" spc="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Ba</a:t>
            </a:r>
            <a:r>
              <a:rPr lang="en-US" sz="25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nhóm là</a:t>
            </a:r>
            <a:r>
              <a:rPr lang="en-US" sz="255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cách</a:t>
            </a:r>
            <a:r>
              <a:rPr lang="en-US" sz="255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chia</a:t>
            </a:r>
            <a:r>
              <a:rPr lang="en-US" sz="255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của</a:t>
            </a:r>
            <a:r>
              <a:rPr lang="en-US" sz="2550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bài,</a:t>
            </a:r>
            <a:r>
              <a:rPr lang="en-US" sz="25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 phải</a:t>
            </a:r>
            <a:r>
              <a:rPr lang="en-US" sz="255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của</a:t>
            </a:r>
            <a:r>
              <a:rPr lang="en-US" sz="255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nguồn.</a:t>
            </a:r>
            <a:endParaRPr lang="en-US" sz="2550" dirty="0"/>
          </a:p>
        </p:txBody>
      </p:sp>
      <p:sp>
        <p:nvSpPr>
          <p:cNvPr id="11" name="Text 9"/>
          <p:cNvSpPr/>
          <p:nvPr/>
        </p:nvSpPr>
        <p:spPr>
          <a:xfrm>
            <a:off x="9525000" y="1219200"/>
            <a:ext cx="74295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24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ĐẾM</a:t>
            </a:r>
            <a:r>
              <a:rPr lang="en-US" sz="1800" b="1" spc="223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LẠI</a:t>
            </a:r>
            <a:r>
              <a:rPr lang="en-US" sz="1800" b="1" spc="211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DANH</a:t>
            </a:r>
            <a:r>
              <a:rPr lang="en-US" sz="1800" b="1" spc="205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SÁCH</a:t>
            </a:r>
            <a:endParaRPr lang="en-US" sz="1800" dirty="0"/>
          </a:p>
        </p:txBody>
      </p:sp>
      <p:sp>
        <p:nvSpPr>
          <p:cNvPr id="12" name="Text 10"/>
          <p:cNvSpPr/>
          <p:nvPr/>
        </p:nvSpPr>
        <p:spPr>
          <a:xfrm>
            <a:off x="9620250" y="1600200"/>
            <a:ext cx="2286000" cy="1428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0" dirty="0" spc="-1" kern="0">
                <a:solidFill>
                  <a:srgbClr val="9AA0B5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10</a:t>
            </a:r>
            <a:endParaRPr lang="en-US" sz="9000" dirty="0"/>
          </a:p>
        </p:txBody>
      </p:sp>
      <p:sp>
        <p:nvSpPr>
          <p:cNvPr id="13" name="Text 11"/>
          <p:cNvSpPr/>
          <p:nvPr/>
        </p:nvSpPr>
        <p:spPr>
          <a:xfrm>
            <a:off x="9620250" y="2971800"/>
            <a:ext cx="26670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 spc="-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Tiêu</a:t>
            </a:r>
            <a:r>
              <a:rPr lang="en-US" sz="1800" dirty="0" spc="1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đề</a:t>
            </a:r>
            <a:r>
              <a:rPr lang="en-US" sz="1800" dirty="0" spc="-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nguồn</a:t>
            </a:r>
            <a:r>
              <a:rPr lang="en-US" sz="18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nói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12287250" y="2209800"/>
            <a:ext cx="1428750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250" dirty="0" spc="-1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so</a:t>
            </a:r>
            <a:r>
              <a:rPr lang="en-US" sz="2250" dirty="0" spc="-12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với</a:t>
            </a:r>
            <a:endParaRPr lang="en-US" sz="2250" dirty="0"/>
          </a:p>
        </p:txBody>
      </p:sp>
      <p:sp>
        <p:nvSpPr>
          <p:cNvPr id="15" name="Text 13"/>
          <p:cNvSpPr/>
          <p:nvPr/>
        </p:nvSpPr>
        <p:spPr>
          <a:xfrm>
            <a:off x="14001750" y="1600200"/>
            <a:ext cx="2286000" cy="1428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0" dirty="0" spc="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11</a:t>
            </a:r>
            <a:endParaRPr lang="en-US" sz="9000" dirty="0"/>
          </a:p>
        </p:txBody>
      </p:sp>
      <p:sp>
        <p:nvSpPr>
          <p:cNvPr id="16" name="Text 14"/>
          <p:cNvSpPr/>
          <p:nvPr/>
        </p:nvSpPr>
        <p:spPr>
          <a:xfrm>
            <a:off x="14001750" y="2971800"/>
            <a:ext cx="28575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Danh</a:t>
            </a:r>
            <a:r>
              <a:rPr lang="en-US" sz="180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sách</a:t>
            </a:r>
            <a:r>
              <a:rPr lang="en-US" sz="180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có</a:t>
            </a:r>
            <a:endParaRPr lang="en-US" sz="1800" dirty="0"/>
          </a:p>
        </p:txBody>
      </p:sp>
      <p:sp>
        <p:nvSpPr>
          <p:cNvPr id="17" name="Connector line-1792338688112-823717332"/>
          <p:cNvSpPr/>
          <p:nvPr/>
        </p:nvSpPr>
        <p:spPr>
          <a:xfrm>
            <a:off x="9448800" y="3486150"/>
            <a:ext cx="7620000" cy="0"/>
          </a:xfrm>
          <a:prstGeom prst="line">
            <a:avLst/>
          </a:prstGeom>
          <a:noFill/>
          <a:ln w="19050">
            <a:solidFill>
              <a:srgbClr val="2C3040"/>
            </a:solidFill>
            <a:prstDash val="solid"/>
            <a:headEnd type="none"/>
            <a:tailEnd type="none"/>
          </a:ln>
        </p:spPr>
      </p:sp>
      <p:sp>
        <p:nvSpPr>
          <p:cNvPr id="18" name="Text 16"/>
          <p:cNvSpPr/>
          <p:nvPr/>
        </p:nvSpPr>
        <p:spPr>
          <a:xfrm>
            <a:off x="9448800" y="3695700"/>
            <a:ext cx="76200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b="1" spc="131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DANH</a:t>
            </a:r>
            <a:r>
              <a:rPr lang="en-US" sz="1650" b="1" spc="128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SÁCH</a:t>
            </a:r>
            <a:r>
              <a:rPr lang="en-US" sz="1650" b="1" spc="109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1650" b="1" spc="150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THỨ</a:t>
            </a:r>
            <a:r>
              <a:rPr lang="en-US" sz="1650" b="1" spc="151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TỰ</a:t>
            </a:r>
            <a:r>
              <a:rPr lang="en-US" sz="1650" b="1" spc="154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b="1" spc="153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4</a:t>
            </a:r>
            <a:endParaRPr lang="en-US" sz="1650" dirty="0"/>
          </a:p>
        </p:txBody>
      </p:sp>
      <p:sp>
        <p:nvSpPr>
          <p:cNvPr id="19" name="Text 17"/>
          <p:cNvSpPr/>
          <p:nvPr/>
        </p:nvSpPr>
        <p:spPr>
          <a:xfrm>
            <a:off x="9448800" y="4057650"/>
            <a:ext cx="1809750" cy="571500"/>
          </a:xfrm>
          <a:prstGeom prst="roundRect">
            <a:avLst>
              <a:gd name="adj" fmla="val 50000"/>
            </a:avLst>
          </a:prstGeom>
          <a:solidFill>
            <a:srgbClr val="7C93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50" b="1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List</a:t>
            </a:r>
            <a:endParaRPr lang="en-US" sz="1950" dirty="0"/>
          </a:p>
        </p:txBody>
      </p:sp>
      <p:sp>
        <p:nvSpPr>
          <p:cNvPr id="20" name="Text 18"/>
          <p:cNvSpPr/>
          <p:nvPr/>
        </p:nvSpPr>
        <p:spPr>
          <a:xfrm>
            <a:off x="11382375" y="4057650"/>
            <a:ext cx="1809750" cy="571500"/>
          </a:xfrm>
          <a:prstGeom prst="roundRect">
            <a:avLst>
              <a:gd name="adj" fmla="val 50000"/>
            </a:avLst>
          </a:prstGeom>
          <a:solidFill>
            <a:srgbClr val="7C93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50" b="1" dirty="0" spc="-1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Array</a:t>
            </a:r>
            <a:endParaRPr lang="en-US" sz="1950" dirty="0"/>
          </a:p>
        </p:txBody>
      </p:sp>
      <p:sp>
        <p:nvSpPr>
          <p:cNvPr id="21" name="Text 19"/>
          <p:cNvSpPr/>
          <p:nvPr/>
        </p:nvSpPr>
        <p:spPr>
          <a:xfrm>
            <a:off x="13315950" y="4057650"/>
            <a:ext cx="1809750" cy="571500"/>
          </a:xfrm>
          <a:prstGeom prst="roundRect">
            <a:avLst>
              <a:gd name="adj" fmla="val 50000"/>
            </a:avLst>
          </a:prstGeom>
          <a:solidFill>
            <a:srgbClr val="7C93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50" b="1" dirty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Stack</a:t>
            </a:r>
            <a:endParaRPr lang="en-US" sz="1950" dirty="0"/>
          </a:p>
        </p:txBody>
      </p:sp>
      <p:sp>
        <p:nvSpPr>
          <p:cNvPr id="22" name="Text 20"/>
          <p:cNvSpPr/>
          <p:nvPr/>
        </p:nvSpPr>
        <p:spPr>
          <a:xfrm>
            <a:off x="15249525" y="4057650"/>
            <a:ext cx="1809750" cy="571500"/>
          </a:xfrm>
          <a:prstGeom prst="roundRect">
            <a:avLst>
              <a:gd name="adj" fmla="val 50000"/>
            </a:avLst>
          </a:prstGeom>
          <a:solidFill>
            <a:srgbClr val="7C93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50" b="1" dirty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Queue</a:t>
            </a:r>
            <a:endParaRPr lang="en-US" sz="1950" dirty="0"/>
          </a:p>
        </p:txBody>
      </p:sp>
      <p:sp>
        <p:nvSpPr>
          <p:cNvPr id="23" name="Text 21"/>
          <p:cNvSpPr/>
          <p:nvPr/>
        </p:nvSpPr>
        <p:spPr>
          <a:xfrm>
            <a:off x="9448800" y="4895850"/>
            <a:ext cx="76200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b="1" spc="146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TRA</a:t>
            </a:r>
            <a:r>
              <a:rPr lang="en-US" sz="1650" b="1" spc="174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CỨU</a:t>
            </a:r>
            <a:r>
              <a:rPr lang="en-US" sz="1650" b="1" spc="107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1650" b="1" spc="138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SẮP</a:t>
            </a:r>
            <a:r>
              <a:rPr lang="en-US" sz="1650" b="1" spc="149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VIỆC</a:t>
            </a:r>
            <a:r>
              <a:rPr lang="en-US" sz="1650" b="1" spc="154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b="1" spc="152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4</a:t>
            </a:r>
            <a:endParaRPr lang="en-US" sz="1650" dirty="0"/>
          </a:p>
        </p:txBody>
      </p:sp>
      <p:sp>
        <p:nvSpPr>
          <p:cNvPr id="24" name="Text 22"/>
          <p:cNvSpPr/>
          <p:nvPr/>
        </p:nvSpPr>
        <p:spPr>
          <a:xfrm>
            <a:off x="9448800" y="5257800"/>
            <a:ext cx="1809750" cy="571500"/>
          </a:xfrm>
          <a:prstGeom prst="roundRect">
            <a:avLst>
              <a:gd name="adj" fmla="val 50000"/>
            </a:avLst>
          </a:prstGeom>
          <a:solidFill>
            <a:srgbClr val="FFB454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50" b="1" dirty="0" spc="-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Hash</a:t>
            </a:r>
            <a:r>
              <a:rPr lang="en-US" sz="1950" b="1" dirty="0" spc="-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table</a:t>
            </a:r>
            <a:endParaRPr lang="en-US" sz="1950" dirty="0"/>
          </a:p>
        </p:txBody>
      </p:sp>
      <p:sp>
        <p:nvSpPr>
          <p:cNvPr id="25" name="Text 23"/>
          <p:cNvSpPr/>
          <p:nvPr/>
        </p:nvSpPr>
        <p:spPr>
          <a:xfrm>
            <a:off x="11382375" y="5257800"/>
            <a:ext cx="1809750" cy="571500"/>
          </a:xfrm>
          <a:prstGeom prst="roundRect">
            <a:avLst>
              <a:gd name="adj" fmla="val 50000"/>
            </a:avLst>
          </a:prstGeom>
          <a:solidFill>
            <a:srgbClr val="FFB454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50" b="1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Heap</a:t>
            </a:r>
            <a:endParaRPr lang="en-US" sz="1950" dirty="0"/>
          </a:p>
        </p:txBody>
      </p:sp>
      <p:sp>
        <p:nvSpPr>
          <p:cNvPr id="26" name="Text 24"/>
          <p:cNvSpPr/>
          <p:nvPr/>
        </p:nvSpPr>
        <p:spPr>
          <a:xfrm>
            <a:off x="13315950" y="5257800"/>
            <a:ext cx="1809750" cy="571500"/>
          </a:xfrm>
          <a:prstGeom prst="roundRect">
            <a:avLst>
              <a:gd name="adj" fmla="val 50000"/>
            </a:avLst>
          </a:prstGeom>
          <a:solidFill>
            <a:srgbClr val="FFB454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50" b="1" dirty="0" spc="-3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Tree</a:t>
            </a:r>
            <a:endParaRPr lang="en-US" sz="1950" dirty="0"/>
          </a:p>
        </p:txBody>
      </p:sp>
      <p:sp>
        <p:nvSpPr>
          <p:cNvPr id="27" name="Text 25"/>
          <p:cNvSpPr/>
          <p:nvPr/>
        </p:nvSpPr>
        <p:spPr>
          <a:xfrm>
            <a:off x="15249525" y="5257800"/>
            <a:ext cx="1809750" cy="571500"/>
          </a:xfrm>
          <a:prstGeom prst="roundRect">
            <a:avLst>
              <a:gd name="adj" fmla="val 50000"/>
            </a:avLst>
          </a:prstGeom>
          <a:solidFill>
            <a:srgbClr val="FFB454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50" b="1" dirty="0" spc="-1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Suffix</a:t>
            </a:r>
            <a:r>
              <a:rPr lang="en-US" sz="1950" b="1" dirty="0" spc="-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tree</a:t>
            </a:r>
            <a:endParaRPr lang="en-US" sz="1950" dirty="0"/>
          </a:p>
        </p:txBody>
      </p:sp>
      <p:sp>
        <p:nvSpPr>
          <p:cNvPr id="28" name="Text 26"/>
          <p:cNvSpPr/>
          <p:nvPr/>
        </p:nvSpPr>
        <p:spPr>
          <a:xfrm>
            <a:off x="9448800" y="6096000"/>
            <a:ext cx="76200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b="1" spc="140" kern="0" dirty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QUAN</a:t>
            </a:r>
            <a:r>
              <a:rPr lang="en-US" sz="1650" b="1" spc="149" kern="0" dirty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HỆ,</a:t>
            </a:r>
            <a:r>
              <a:rPr lang="en-US" sz="1650" b="1" spc="150" kern="0" dirty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 GIAN,</a:t>
            </a:r>
            <a:r>
              <a:rPr lang="en-US" sz="1650" b="1" spc="155" kern="0" dirty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ĐỒ</a:t>
            </a:r>
            <a:r>
              <a:rPr lang="en-US" sz="1650" b="1" spc="133" kern="0" dirty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HỌA</a:t>
            </a:r>
            <a:r>
              <a:rPr lang="en-US" sz="1650" b="1" spc="153" kern="0" dirty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b="1" spc="151" kern="0" dirty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3</a:t>
            </a:r>
            <a:endParaRPr lang="en-US" sz="1650" dirty="0"/>
          </a:p>
        </p:txBody>
      </p:sp>
      <p:sp>
        <p:nvSpPr>
          <p:cNvPr id="29" name="Text 27"/>
          <p:cNvSpPr/>
          <p:nvPr/>
        </p:nvSpPr>
        <p:spPr>
          <a:xfrm>
            <a:off x="9448800" y="6457950"/>
            <a:ext cx="2381250" cy="571500"/>
          </a:xfrm>
          <a:prstGeom prst="roundRect">
            <a:avLst>
              <a:gd name="adj" fmla="val 50000"/>
            </a:avLst>
          </a:prstGeom>
          <a:solidFill>
            <a:srgbClr val="3DD6A0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50" b="1" dirty="0" spc="-1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Graph</a:t>
            </a:r>
            <a:endParaRPr lang="en-US" sz="1950" dirty="0"/>
          </a:p>
        </p:txBody>
      </p:sp>
      <p:sp>
        <p:nvSpPr>
          <p:cNvPr id="30" name="Text 28"/>
          <p:cNvSpPr/>
          <p:nvPr/>
        </p:nvSpPr>
        <p:spPr>
          <a:xfrm>
            <a:off x="12068175" y="6457950"/>
            <a:ext cx="2381250" cy="571500"/>
          </a:xfrm>
          <a:prstGeom prst="roundRect">
            <a:avLst>
              <a:gd name="adj" fmla="val 50000"/>
            </a:avLst>
          </a:prstGeom>
          <a:solidFill>
            <a:srgbClr val="3DD6A0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50" b="1" dirty="0" spc="-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R-tree</a:t>
            </a:r>
            <a:endParaRPr lang="en-US" sz="1950" dirty="0"/>
          </a:p>
        </p:txBody>
      </p:sp>
      <p:sp>
        <p:nvSpPr>
          <p:cNvPr id="31" name="Text 29"/>
          <p:cNvSpPr/>
          <p:nvPr/>
        </p:nvSpPr>
        <p:spPr>
          <a:xfrm>
            <a:off x="14687550" y="6457950"/>
            <a:ext cx="2381250" cy="571500"/>
          </a:xfrm>
          <a:prstGeom prst="roundRect">
            <a:avLst>
              <a:gd name="adj" fmla="val 50000"/>
            </a:avLst>
          </a:prstGeom>
          <a:solidFill>
            <a:srgbClr val="3DD6A0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50" b="1" dirty="0" spc="-2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Vertex</a:t>
            </a:r>
            <a:r>
              <a:rPr lang="en-US" sz="1950" b="1" dirty="0" spc="-1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buffer</a:t>
            </a:r>
            <a:endParaRPr lang="en-US" sz="1950" dirty="0"/>
          </a:p>
        </p:txBody>
      </p:sp>
      <p:sp>
        <p:nvSpPr>
          <p:cNvPr id="32" name="Text 30"/>
          <p:cNvSpPr/>
          <p:nvPr/>
        </p:nvSpPr>
        <p:spPr>
          <a:xfrm>
            <a:off x="9448800" y="7524750"/>
            <a:ext cx="7620000" cy="952500"/>
          </a:xfrm>
          <a:prstGeom prst="rect">
            <a:avLst/>
          </a:prstGeom>
          <a:noFill/>
          <a:ln/>
        </p:spPr>
        <p:txBody>
          <a:bodyPr wrap="square" lIns="0" tIns="8557" rIns="0" bIns="-8557" rtlCol="0" anchor="t"/>
          <a:lstStyle/>
          <a:p>
            <a:pPr algn="l" indent="0" marL="0">
              <a:lnSpc>
                <a:spcPts val="3038"/>
              </a:lnSpc>
              <a:buNone/>
            </a:pPr>
            <a:r>
              <a:rPr lang="en-US" sz="2250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Bài theo</a:t>
            </a:r>
            <a:r>
              <a:rPr lang="en-US" sz="225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danh</a:t>
            </a:r>
            <a:r>
              <a:rPr lang="en-US" sz="225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sách:</a:t>
            </a:r>
            <a:r>
              <a:rPr lang="en-US" sz="2250" dirty="0" spc="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đủ</a:t>
            </a:r>
            <a:r>
              <a:rPr lang="en-US" sz="2250" dirty="0" spc="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mười</a:t>
            </a:r>
            <a:r>
              <a:rPr lang="en-US" sz="2250" dirty="0" spc="-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một</a:t>
            </a:r>
            <a:r>
              <a:rPr lang="en-US" sz="2250" dirty="0" spc="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mục.</a:t>
            </a:r>
            <a:endParaRPr lang="en-US" sz="2250" dirty="0"/>
          </a:p>
        </p:txBody>
      </p:sp>
      <p:sp>
        <p:nvSpPr>
          <p:cNvPr id="33" name="Shape 31"/>
          <p:cNvSpPr/>
          <p:nvPr/>
        </p:nvSpPr>
        <p:spPr>
          <a:xfrm>
            <a:off x="9810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13239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16668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20097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23526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26955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3038475" y="9439275"/>
            <a:ext cx="133350" cy="133350"/>
          </a:xfrm>
          <a:prstGeom prst="ellipse">
            <a:avLst/>
          </a:prstGeom>
          <a:solidFill>
            <a:srgbClr val="FF6A4D"/>
          </a:solidFill>
          <a:ln w="19050">
            <a:solidFill>
              <a:srgbClr val="FF6A4D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33813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37242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914400" y="9696450"/>
            <a:ext cx="76200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16 ·</a:t>
            </a:r>
            <a:r>
              <a:rPr lang="en-US" sz="1650" dirty="0" spc="-1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07/09</a:t>
            </a:r>
            <a:endParaRPr lang="en-US" sz="1650" dirty="0"/>
          </a:p>
        </p:txBody>
      </p:sp>
      <p:sp>
        <p:nvSpPr>
          <p:cNvPr id="43" name="Shape 41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44" name="Moda image moda-export-watermark-33c8b54e-7128-49ee-97d9-06e262c8163d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144000" y="914400"/>
            <a:ext cx="8229600" cy="7848600"/>
          </a:xfrm>
          <a:prstGeom prst="roundRect">
            <a:avLst>
              <a:gd name="adj" fmla="val 3398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914400" y="914400"/>
            <a:ext cx="790575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26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NHÌN</a:t>
            </a:r>
            <a:r>
              <a:rPr lang="en-US" sz="1950" b="1" spc="227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HÌNH</a:t>
            </a:r>
            <a:r>
              <a:rPr lang="en-US" sz="1950" b="1" spc="224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TRẢ</a:t>
            </a:r>
            <a:r>
              <a:rPr lang="en-US" sz="1950" b="1" spc="205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LỜI</a:t>
            </a:r>
            <a:endParaRPr lang="en-US" sz="1950" dirty="0"/>
          </a:p>
        </p:txBody>
      </p:sp>
      <p:sp>
        <p:nvSpPr>
          <p:cNvPr id="4" name="Text 2"/>
          <p:cNvSpPr/>
          <p:nvPr/>
        </p:nvSpPr>
        <p:spPr>
          <a:xfrm>
            <a:off x="914400" y="1333500"/>
            <a:ext cx="7905750" cy="2000250"/>
          </a:xfrm>
          <a:prstGeom prst="rect">
            <a:avLst/>
          </a:prstGeom>
          <a:noFill/>
          <a:ln/>
        </p:spPr>
        <p:txBody>
          <a:bodyPr wrap="square" lIns="0" tIns="50292" rIns="0" bIns="-50292" rtlCol="0" anchor="t"/>
          <a:lstStyle/>
          <a:p>
            <a:pPr algn="l" indent="0" marL="0">
              <a:lnSpc>
                <a:spcPts val="7128"/>
              </a:lnSpc>
              <a:buNone/>
            </a:pPr>
            <a:r>
              <a:rPr lang="en-US" sz="6600" dirty="0" spc="-8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Hoàn</a:t>
            </a:r>
            <a:r>
              <a:rPr lang="en-US" sz="6600" dirty="0" spc="-5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tác,</a:t>
            </a:r>
            <a:r>
              <a:rPr lang="en-US" sz="6600" dirty="0" spc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lệnh</a:t>
            </a:r>
            <a:r>
              <a:rPr lang="en-US" sz="6600" dirty="0" spc="-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in:</a:t>
            </a:r>
            <a:endParaRPr lang="en-US" sz="6600" dirty="0"/>
          </a:p>
          <a:p>
            <a:pPr algn="l" indent="0" marL="0">
              <a:lnSpc>
                <a:spcPts val="7128"/>
              </a:lnSpc>
              <a:buNone/>
            </a:pPr>
            <a:r>
              <a:rPr lang="en-US" sz="6600" dirty="0" spc="-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cấu</a:t>
            </a:r>
            <a:r>
              <a:rPr lang="en-US" sz="6600" dirty="0" spc="8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trúc</a:t>
            </a:r>
            <a:r>
              <a:rPr lang="en-US" sz="6600" dirty="0" spc="-37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nào?</a:t>
            </a:r>
            <a:endParaRPr lang="en-US" sz="6600" dirty="0"/>
          </a:p>
        </p:txBody>
      </p:sp>
      <p:sp>
        <p:nvSpPr>
          <p:cNvPr id="5" name="Text 3"/>
          <p:cNvSpPr/>
          <p:nvPr/>
        </p:nvSpPr>
        <p:spPr>
          <a:xfrm>
            <a:off x="914400" y="3524250"/>
            <a:ext cx="7905750" cy="1238250"/>
          </a:xfrm>
          <a:prstGeom prst="rect">
            <a:avLst/>
          </a:prstGeom>
          <a:noFill/>
          <a:ln/>
        </p:spPr>
        <p:txBody>
          <a:bodyPr wrap="square" lIns="0" tIns="5667" rIns="0" bIns="-5667" rtlCol="0" anchor="t"/>
          <a:lstStyle/>
          <a:p>
            <a:pPr algn="l" indent="0" marL="0">
              <a:lnSpc>
                <a:spcPts val="3570"/>
              </a:lnSpc>
              <a:buNone/>
            </a:pPr>
            <a:r>
              <a:rPr lang="en-US" sz="2550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Bạn</a:t>
            </a:r>
            <a:r>
              <a:rPr lang="en-US" sz="2550" dirty="0" spc="-1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gõ</a:t>
            </a:r>
            <a:r>
              <a:rPr lang="en-US" sz="255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chữ</a:t>
            </a:r>
            <a:r>
              <a:rPr lang="en-US" sz="2550" dirty="0" spc="-1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trong</a:t>
            </a:r>
            <a:r>
              <a:rPr lang="en-US" sz="2550" dirty="0" spc="-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một</a:t>
            </a:r>
            <a:r>
              <a:rPr lang="en-US" sz="2550" dirty="0" spc="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trình</a:t>
            </a:r>
            <a:r>
              <a:rPr lang="en-US" sz="2550" dirty="0" spc="-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soạn</a:t>
            </a:r>
            <a:r>
              <a:rPr lang="en-US" sz="2550" dirty="0" spc="-1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văn</a:t>
            </a:r>
            <a:r>
              <a:rPr lang="en-US" sz="2550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bản,</a:t>
            </a:r>
            <a:r>
              <a:rPr lang="en-US" sz="255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bấm</a:t>
            </a:r>
            <a:r>
              <a:rPr lang="en-US" sz="2550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hoàn</a:t>
            </a:r>
            <a:r>
              <a:rPr lang="en-US" sz="2550" dirty="0" spc="-1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tác</a:t>
            </a:r>
            <a:r>
              <a:rPr lang="en-US" sz="2550" dirty="0" spc="-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ba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lần</a:t>
            </a:r>
            <a:r>
              <a:rPr lang="en-US" sz="2550" dirty="0" spc="-2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rồi</a:t>
            </a: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làm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lại</a:t>
            </a:r>
            <a:r>
              <a:rPr lang="en-US" sz="2550" dirty="0" spc="-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một</a:t>
            </a: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lần.</a:t>
            </a:r>
            <a:endParaRPr lang="en-US" sz="2550" dirty="0"/>
          </a:p>
        </p:txBody>
      </p:sp>
      <p:sp>
        <p:nvSpPr>
          <p:cNvPr id="6" name="Shape 4"/>
          <p:cNvSpPr/>
          <p:nvPr/>
        </p:nvSpPr>
        <p:spPr>
          <a:xfrm>
            <a:off x="914400" y="5048250"/>
            <a:ext cx="7620000" cy="2952750"/>
          </a:xfrm>
          <a:prstGeom prst="roundRect">
            <a:avLst>
              <a:gd name="adj" fmla="val 9032"/>
            </a:avLst>
          </a:prstGeom>
          <a:solidFill>
            <a:srgbClr val="F8D9D0"/>
          </a:solidFill>
          <a:ln/>
        </p:spPr>
      </p:sp>
      <p:sp>
        <p:nvSpPr>
          <p:cNvPr id="7" name="Text 5"/>
          <p:cNvSpPr/>
          <p:nvPr/>
        </p:nvSpPr>
        <p:spPr>
          <a:xfrm>
            <a:off x="1257300" y="5334000"/>
            <a:ext cx="66675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02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CÂU</a:t>
            </a:r>
            <a:r>
              <a:rPr lang="en-US" sz="1800" b="1" spc="227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HỎI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1257300" y="5810250"/>
            <a:ext cx="7048500" cy="2667000"/>
          </a:xfrm>
          <a:prstGeom prst="rect">
            <a:avLst/>
          </a:prstGeom>
          <a:noFill/>
          <a:ln/>
        </p:spPr>
        <p:txBody>
          <a:bodyPr wrap="square" lIns="0" tIns="9144" rIns="0" bIns="-9144" rtlCol="0" anchor="t"/>
          <a:lstStyle/>
          <a:p>
            <a:pPr algn="l" indent="0" marL="0">
              <a:lnSpc>
                <a:spcPts val="3240"/>
              </a:lnSpc>
              <a:spcAft>
                <a:spcPts val="1200"/>
              </a:spcAft>
              <a:buNone/>
            </a:pPr>
            <a:r>
              <a:rPr lang="en-US" sz="240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1.</a:t>
            </a:r>
            <a:r>
              <a:rPr lang="en-US" sz="240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Nguồn</a:t>
            </a:r>
            <a:r>
              <a:rPr lang="en-US" sz="2400" dirty="0" spc="-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gắn</a:t>
            </a:r>
            <a:r>
              <a:rPr lang="en-US" sz="2400" dirty="0" spc="-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việc</a:t>
            </a:r>
            <a:r>
              <a:rPr lang="en-US" sz="2400" dirty="0" spc="-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này</a:t>
            </a:r>
            <a:r>
              <a:rPr lang="en-US" sz="2400" dirty="0" spc="-1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với</a:t>
            </a:r>
            <a:r>
              <a:rPr lang="en-US" sz="240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cấu</a:t>
            </a:r>
            <a:r>
              <a:rPr lang="en-US" sz="2400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trúc nào?</a:t>
            </a:r>
            <a:endParaRPr lang="en-US" sz="2400" dirty="0"/>
          </a:p>
          <a:p>
            <a:pPr algn="l" indent="0" marL="0">
              <a:lnSpc>
                <a:spcPts val="3240"/>
              </a:lnSpc>
              <a:spcAft>
                <a:spcPts val="1200"/>
              </a:spcAft>
              <a:buNone/>
            </a:pPr>
            <a:r>
              <a:rPr lang="en-US" sz="240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2.</a:t>
            </a:r>
            <a:r>
              <a:rPr lang="en-US" sz="2400" dirty="0" spc="3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Vì</a:t>
            </a:r>
            <a:r>
              <a:rPr lang="en-US" sz="2400" dirty="0" spc="-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sao</a:t>
            </a:r>
            <a:r>
              <a:rPr lang="en-US" sz="2400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kiểu</a:t>
            </a:r>
            <a:r>
              <a:rPr lang="en-US" sz="2400" dirty="0" spc="-1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vào</a:t>
            </a:r>
            <a:r>
              <a:rPr lang="en-US" sz="2400" dirty="0" spc="-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sau,</a:t>
            </a:r>
            <a:r>
              <a:rPr lang="en-US" sz="2400" dirty="0" spc="-2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ra</a:t>
            </a:r>
            <a:r>
              <a:rPr lang="en-US" sz="2400" dirty="0" spc="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trước</a:t>
            </a:r>
            <a:r>
              <a:rPr lang="en-US" sz="240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hợp</a:t>
            </a:r>
            <a:r>
              <a:rPr lang="en-US" sz="2400" dirty="0" spc="-1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với</a:t>
            </a:r>
            <a:r>
              <a:rPr lang="en-US" sz="240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nó?</a:t>
            </a:r>
            <a:endParaRPr lang="en-US" sz="2400" dirty="0"/>
          </a:p>
          <a:p>
            <a:pPr algn="l" indent="0" marL="0">
              <a:lnSpc>
                <a:spcPts val="3240"/>
              </a:lnSpc>
              <a:buNone/>
            </a:pPr>
            <a:r>
              <a:rPr lang="en-US" sz="240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3. Nhiều</a:t>
            </a:r>
            <a:r>
              <a:rPr lang="en-US" sz="240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lệnh</a:t>
            </a:r>
            <a:r>
              <a:rPr lang="en-US" sz="240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in</a:t>
            </a:r>
            <a:r>
              <a:rPr lang="en-US" sz="2400" dirty="0" spc="-1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tới</a:t>
            </a:r>
            <a:r>
              <a:rPr lang="en-US" sz="240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một</a:t>
            </a:r>
            <a:r>
              <a:rPr lang="en-US" sz="2400" dirty="0" spc="-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máy</a:t>
            </a:r>
            <a:r>
              <a:rPr lang="en-US" sz="240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in:</a:t>
            </a:r>
            <a:r>
              <a:rPr lang="en-US" sz="240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cấu</a:t>
            </a:r>
            <a:r>
              <a:rPr lang="en-US" sz="2400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trúc nào?</a:t>
            </a:r>
            <a:endParaRPr lang="en-US" sz="2400" dirty="0"/>
          </a:p>
        </p:txBody>
      </p:sp>
      <p:sp>
        <p:nvSpPr>
          <p:cNvPr id="9" name="Text 7"/>
          <p:cNvSpPr/>
          <p:nvPr/>
        </p:nvSpPr>
        <p:spPr>
          <a:xfrm>
            <a:off x="9525000" y="1219200"/>
            <a:ext cx="74295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199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ĐÁP</a:t>
            </a:r>
            <a:r>
              <a:rPr lang="en-US" sz="1800" b="1" spc="223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ÁN</a:t>
            </a:r>
            <a:endParaRPr lang="en-US" sz="1800" dirty="0"/>
          </a:p>
        </p:txBody>
      </p:sp>
      <p:sp>
        <p:nvSpPr>
          <p:cNvPr id="10" name="Shape 8"/>
          <p:cNvSpPr/>
          <p:nvPr/>
        </p:nvSpPr>
        <p:spPr>
          <a:xfrm>
            <a:off x="9448800" y="1809750"/>
            <a:ext cx="7620000" cy="1905000"/>
          </a:xfrm>
          <a:prstGeom prst="roundRect">
            <a:avLst>
              <a:gd name="adj" fmla="val 12000"/>
            </a:avLst>
          </a:prstGeom>
          <a:solidFill>
            <a:srgbClr val="DDE3FA"/>
          </a:solidFill>
          <a:ln/>
        </p:spPr>
      </p:sp>
      <p:sp>
        <p:nvSpPr>
          <p:cNvPr id="11" name="Text 9"/>
          <p:cNvSpPr/>
          <p:nvPr/>
        </p:nvSpPr>
        <p:spPr>
          <a:xfrm>
            <a:off x="9715500" y="2438400"/>
            <a:ext cx="647700" cy="647700"/>
          </a:xfrm>
          <a:prstGeom prst="roundRect">
            <a:avLst>
              <a:gd name="adj" fmla="val 50000"/>
            </a:avLst>
          </a:prstGeom>
          <a:solidFill>
            <a:srgbClr val="E8472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550" dirty="0" kern="0">
                <a:solidFill>
                  <a:srgbClr val="F3EEE3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1</a:t>
            </a:r>
            <a:endParaRPr lang="en-US" sz="2550" dirty="0"/>
          </a:p>
        </p:txBody>
      </p:sp>
      <p:sp>
        <p:nvSpPr>
          <p:cNvPr id="12" name="Text 10"/>
          <p:cNvSpPr/>
          <p:nvPr/>
        </p:nvSpPr>
        <p:spPr>
          <a:xfrm>
            <a:off x="10629900" y="2152650"/>
            <a:ext cx="6191250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 spc="-10" kern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Ngăn</a:t>
            </a:r>
            <a:r>
              <a:rPr lang="en-US" sz="3000" b="1" dirty="0" spc="-29" kern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xếp</a:t>
            </a:r>
            <a:r>
              <a:rPr lang="en-US" sz="3000" b="1" dirty="0" spc="-2" kern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(Stack)</a:t>
            </a:r>
            <a:endParaRPr lang="en-US" sz="3000" dirty="0"/>
          </a:p>
        </p:txBody>
      </p:sp>
      <p:sp>
        <p:nvSpPr>
          <p:cNvPr id="13" name="Text 11"/>
          <p:cNvSpPr/>
          <p:nvPr/>
        </p:nvSpPr>
        <p:spPr>
          <a:xfrm>
            <a:off x="10629900" y="2762250"/>
            <a:ext cx="6191250" cy="857250"/>
          </a:xfrm>
          <a:prstGeom prst="rect">
            <a:avLst/>
          </a:prstGeom>
          <a:noFill/>
          <a:ln/>
        </p:spPr>
        <p:txBody>
          <a:bodyPr wrap="square" lIns="0" tIns="11335" rIns="0" bIns="-11335" rtlCol="0" anchor="t"/>
          <a:lstStyle/>
          <a:p>
            <a:pPr algn="l" indent="0" marL="0">
              <a:lnSpc>
                <a:spcPts val="2730"/>
              </a:lnSpc>
              <a:buNone/>
            </a:pPr>
            <a:r>
              <a:rPr lang="en-US" sz="2100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Hoàn</a:t>
            </a:r>
            <a:r>
              <a:rPr lang="en-US" sz="2100" dirty="0" spc="-1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tác</a:t>
            </a:r>
            <a:r>
              <a:rPr lang="en-US" sz="2100" dirty="0" spc="-1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2100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làm</a:t>
            </a:r>
            <a:r>
              <a:rPr lang="en-US" sz="210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lại</a:t>
            </a:r>
            <a:r>
              <a:rPr lang="en-US" sz="2100" dirty="0" spc="-1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trong</a:t>
            </a:r>
            <a:r>
              <a:rPr lang="en-US" sz="2100" dirty="0" spc="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trình</a:t>
            </a:r>
            <a:r>
              <a:rPr lang="en-US" sz="2100" dirty="0" spc="-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soạn</a:t>
            </a:r>
            <a:r>
              <a:rPr lang="en-US" sz="2100" dirty="0" spc="-1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văn</a:t>
            </a:r>
            <a:r>
              <a:rPr lang="en-US" sz="2100" dirty="0" spc="-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bản</a:t>
            </a:r>
            <a:endParaRPr lang="en-US" sz="2100" dirty="0"/>
          </a:p>
        </p:txBody>
      </p:sp>
      <p:sp>
        <p:nvSpPr>
          <p:cNvPr id="14" name="Shape 12"/>
          <p:cNvSpPr/>
          <p:nvPr/>
        </p:nvSpPr>
        <p:spPr>
          <a:xfrm>
            <a:off x="9448800" y="3943350"/>
            <a:ext cx="7620000" cy="1905000"/>
          </a:xfrm>
          <a:prstGeom prst="roundRect">
            <a:avLst>
              <a:gd name="adj" fmla="val 12000"/>
            </a:avLst>
          </a:prstGeom>
          <a:solidFill>
            <a:srgbClr val="DDE3FA"/>
          </a:solidFill>
          <a:ln/>
        </p:spPr>
      </p:sp>
      <p:sp>
        <p:nvSpPr>
          <p:cNvPr id="15" name="Text 13"/>
          <p:cNvSpPr/>
          <p:nvPr/>
        </p:nvSpPr>
        <p:spPr>
          <a:xfrm>
            <a:off x="9715500" y="4572000"/>
            <a:ext cx="647700" cy="647700"/>
          </a:xfrm>
          <a:prstGeom prst="roundRect">
            <a:avLst>
              <a:gd name="adj" fmla="val 50000"/>
            </a:avLst>
          </a:prstGeom>
          <a:solidFill>
            <a:srgbClr val="E8472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550" dirty="0" spc="6" kern="0">
                <a:solidFill>
                  <a:srgbClr val="F3EEE3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2</a:t>
            </a:r>
            <a:endParaRPr lang="en-US" sz="2550" dirty="0"/>
          </a:p>
        </p:txBody>
      </p:sp>
      <p:sp>
        <p:nvSpPr>
          <p:cNvPr id="16" name="Text 14"/>
          <p:cNvSpPr/>
          <p:nvPr/>
        </p:nvSpPr>
        <p:spPr>
          <a:xfrm>
            <a:off x="10629900" y="4286250"/>
            <a:ext cx="6191250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 spc="-20" kern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LIFO:</a:t>
            </a:r>
            <a:r>
              <a:rPr lang="en-US" sz="3000" b="1" dirty="0" spc="-16" kern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vào</a:t>
            </a:r>
            <a:r>
              <a:rPr lang="en-US" sz="3000" b="1" dirty="0" spc="2" kern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sau,</a:t>
            </a:r>
            <a:r>
              <a:rPr lang="en-US" sz="3000" b="1" dirty="0" spc="-22" kern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ra</a:t>
            </a:r>
            <a:r>
              <a:rPr lang="en-US" sz="3000" b="1" dirty="0" spc="11" kern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trước</a:t>
            </a:r>
            <a:endParaRPr lang="en-US" sz="3000" dirty="0"/>
          </a:p>
        </p:txBody>
      </p:sp>
      <p:sp>
        <p:nvSpPr>
          <p:cNvPr id="17" name="Text 15"/>
          <p:cNvSpPr/>
          <p:nvPr/>
        </p:nvSpPr>
        <p:spPr>
          <a:xfrm>
            <a:off x="10629900" y="4895850"/>
            <a:ext cx="6191250" cy="857250"/>
          </a:xfrm>
          <a:prstGeom prst="rect">
            <a:avLst/>
          </a:prstGeom>
          <a:noFill/>
          <a:ln/>
        </p:spPr>
        <p:txBody>
          <a:bodyPr wrap="square" lIns="0" tIns="11335" rIns="0" bIns="-11335" rtlCol="0" anchor="t"/>
          <a:lstStyle/>
          <a:p>
            <a:pPr algn="l" indent="0" marL="0">
              <a:lnSpc>
                <a:spcPts val="2730"/>
              </a:lnSpc>
              <a:buNone/>
            </a:pPr>
            <a:r>
              <a:rPr lang="en-US" sz="210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Thao</a:t>
            </a:r>
            <a:r>
              <a:rPr lang="en-US" sz="2100" dirty="0" spc="-1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tác</a:t>
            </a:r>
            <a:r>
              <a:rPr lang="en-US" sz="2100" dirty="0" spc="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vừa</a:t>
            </a:r>
            <a:r>
              <a:rPr lang="en-US" sz="210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làm</a:t>
            </a:r>
            <a:r>
              <a:rPr lang="en-US" sz="2100" dirty="0" spc="-1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xong</a:t>
            </a:r>
            <a:r>
              <a:rPr lang="en-US" sz="2100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là</a:t>
            </a:r>
            <a:r>
              <a:rPr lang="en-US" sz="210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thao</a:t>
            </a:r>
            <a:r>
              <a:rPr lang="en-US" sz="2100" dirty="0" spc="-1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tác</a:t>
            </a:r>
            <a:r>
              <a:rPr lang="en-US" sz="2100" dirty="0" spc="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được</a:t>
            </a:r>
            <a:r>
              <a:rPr lang="en-US" sz="2100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hoàn</a:t>
            </a:r>
            <a:r>
              <a:rPr lang="en-US" sz="2100" dirty="0" spc="-1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tác</a:t>
            </a:r>
            <a:r>
              <a:rPr lang="en-US" sz="2100" dirty="0" spc="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đầu</a:t>
            </a:r>
            <a:r>
              <a:rPr lang="en-US" sz="210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tiên</a:t>
            </a:r>
            <a:endParaRPr lang="en-US" sz="2100" dirty="0"/>
          </a:p>
        </p:txBody>
      </p:sp>
      <p:sp>
        <p:nvSpPr>
          <p:cNvPr id="18" name="Shape 16"/>
          <p:cNvSpPr/>
          <p:nvPr/>
        </p:nvSpPr>
        <p:spPr>
          <a:xfrm>
            <a:off x="9448800" y="6076950"/>
            <a:ext cx="7620000" cy="1905000"/>
          </a:xfrm>
          <a:prstGeom prst="roundRect">
            <a:avLst>
              <a:gd name="adj" fmla="val 12000"/>
            </a:avLst>
          </a:prstGeom>
          <a:solidFill>
            <a:srgbClr val="DDE3FA"/>
          </a:solidFill>
          <a:ln/>
        </p:spPr>
      </p:sp>
      <p:sp>
        <p:nvSpPr>
          <p:cNvPr id="19" name="Text 17"/>
          <p:cNvSpPr/>
          <p:nvPr/>
        </p:nvSpPr>
        <p:spPr>
          <a:xfrm>
            <a:off x="9715500" y="6705600"/>
            <a:ext cx="647700" cy="647700"/>
          </a:xfrm>
          <a:prstGeom prst="roundRect">
            <a:avLst>
              <a:gd name="adj" fmla="val 50000"/>
            </a:avLst>
          </a:prstGeom>
          <a:solidFill>
            <a:srgbClr val="E8472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550" dirty="0" spc="2" kern="0">
                <a:solidFill>
                  <a:srgbClr val="F3EEE3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3</a:t>
            </a:r>
            <a:endParaRPr lang="en-US" sz="2550" dirty="0"/>
          </a:p>
        </p:txBody>
      </p:sp>
      <p:sp>
        <p:nvSpPr>
          <p:cNvPr id="20" name="Text 18"/>
          <p:cNvSpPr/>
          <p:nvPr/>
        </p:nvSpPr>
        <p:spPr>
          <a:xfrm>
            <a:off x="10629900" y="6419850"/>
            <a:ext cx="6191250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 spc="-8" kern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Hàng</a:t>
            </a:r>
            <a:r>
              <a:rPr lang="en-US" sz="3000" b="1" dirty="0" spc="13" kern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đợi</a:t>
            </a:r>
            <a:r>
              <a:rPr lang="en-US" sz="3000" b="1" dirty="0" spc="1" kern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(Queue)</a:t>
            </a:r>
            <a:endParaRPr lang="en-US" sz="3000" dirty="0"/>
          </a:p>
        </p:txBody>
      </p:sp>
      <p:sp>
        <p:nvSpPr>
          <p:cNvPr id="21" name="Text 19"/>
          <p:cNvSpPr/>
          <p:nvPr/>
        </p:nvSpPr>
        <p:spPr>
          <a:xfrm>
            <a:off x="10629900" y="7029450"/>
            <a:ext cx="6191250" cy="857250"/>
          </a:xfrm>
          <a:prstGeom prst="rect">
            <a:avLst/>
          </a:prstGeom>
          <a:noFill/>
          <a:ln/>
        </p:spPr>
        <p:txBody>
          <a:bodyPr wrap="square" lIns="0" tIns="11335" rIns="0" bIns="-11335" rtlCol="0" anchor="t"/>
          <a:lstStyle/>
          <a:p>
            <a:pPr algn="l" indent="0" marL="0">
              <a:lnSpc>
                <a:spcPts val="2730"/>
              </a:lnSpc>
              <a:buNone/>
            </a:pPr>
            <a:r>
              <a:rPr lang="en-US" sz="210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Nguồn</a:t>
            </a:r>
            <a:r>
              <a:rPr lang="en-US" sz="2100" dirty="0" spc="-1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gắn</a:t>
            </a:r>
            <a:r>
              <a:rPr lang="en-US" sz="210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các</a:t>
            </a:r>
            <a:r>
              <a:rPr lang="en-US" sz="210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lệnh</a:t>
            </a:r>
            <a:r>
              <a:rPr lang="en-US" sz="210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in</a:t>
            </a:r>
            <a:r>
              <a:rPr lang="en-US" sz="2100" dirty="0" spc="-1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với</a:t>
            </a:r>
            <a:r>
              <a:rPr lang="en-US" sz="210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hàng</a:t>
            </a:r>
            <a:r>
              <a:rPr lang="en-US" sz="2100" dirty="0" spc="1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đợi</a:t>
            </a:r>
            <a:endParaRPr lang="en-US" sz="2100" dirty="0"/>
          </a:p>
        </p:txBody>
      </p:sp>
      <p:sp>
        <p:nvSpPr>
          <p:cNvPr id="22" name="Shape 20"/>
          <p:cNvSpPr/>
          <p:nvPr/>
        </p:nvSpPr>
        <p:spPr>
          <a:xfrm>
            <a:off x="9810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13239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16668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0097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23526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26955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30384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3381375" y="9439275"/>
            <a:ext cx="133350" cy="133350"/>
          </a:xfrm>
          <a:prstGeom prst="ellipse">
            <a:avLst/>
          </a:prstGeom>
          <a:solidFill>
            <a:srgbClr val="E8472B"/>
          </a:solidFill>
          <a:ln w="19050">
            <a:solidFill>
              <a:srgbClr val="E8472B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37242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914400" y="9696450"/>
            <a:ext cx="76200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16 ·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08/09</a:t>
            </a:r>
            <a:endParaRPr lang="en-US" sz="1650" dirty="0"/>
          </a:p>
        </p:txBody>
      </p:sp>
      <p:sp>
        <p:nvSpPr>
          <p:cNvPr id="32" name="Shape 30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33" name="Moda image moda-export-watermark-876a652e-c4ee-4d5a-a34c-0b72390400bd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14400"/>
            <a:ext cx="790575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14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BA</a:t>
            </a:r>
            <a:r>
              <a:rPr lang="en-US" sz="1950" b="1" spc="226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TỪ</a:t>
            </a:r>
            <a:r>
              <a:rPr lang="en-US" sz="1950" b="1" spc="225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VIẾT</a:t>
            </a:r>
            <a:r>
              <a:rPr lang="en-US" sz="1950" b="1" spc="127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TẮT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11430000" cy="1238250"/>
          </a:xfrm>
          <a:prstGeom prst="rect">
            <a:avLst/>
          </a:prstGeom>
          <a:noFill/>
          <a:ln/>
        </p:spPr>
        <p:txBody>
          <a:bodyPr wrap="square" lIns="0" tIns="59436" rIns="0" bIns="-59436" rtlCol="0" anchor="t"/>
          <a:lstStyle/>
          <a:p>
            <a:pPr algn="l" indent="0" marL="0">
              <a:lnSpc>
                <a:spcPts val="8424"/>
              </a:lnSpc>
              <a:buNone/>
            </a:pPr>
            <a:r>
              <a:rPr lang="en-US" sz="7800" dirty="0" spc="-6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Từ</a:t>
            </a:r>
            <a:r>
              <a:rPr lang="en-US" sz="7800" dirty="0" spc="-1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khóa</a:t>
            </a:r>
            <a:r>
              <a:rPr lang="en-US" sz="7800" dirty="0" spc="-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cần nhớ</a:t>
            </a:r>
            <a:endParaRPr lang="en-US" sz="7800" dirty="0"/>
          </a:p>
        </p:txBody>
      </p:sp>
      <p:sp>
        <p:nvSpPr>
          <p:cNvPr id="4" name="Shape 2"/>
          <p:cNvSpPr/>
          <p:nvPr/>
        </p:nvSpPr>
        <p:spPr>
          <a:xfrm>
            <a:off x="914400" y="2857500"/>
            <a:ext cx="5276850" cy="3143250"/>
          </a:xfrm>
          <a:prstGeom prst="roundRect">
            <a:avLst>
              <a:gd name="adj" fmla="val 8485"/>
            </a:avLst>
          </a:prstGeom>
          <a:solidFill>
            <a:srgbClr val="1E212B"/>
          </a:solidFill>
          <a:ln w="19050">
            <a:solidFill>
              <a:srgbClr val="2C3040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219200" y="3086100"/>
            <a:ext cx="466725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500" dirty="0" spc="-41" kern="0">
                <a:solidFill>
                  <a:srgbClr val="7C93FF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LIFO</a:t>
            </a:r>
            <a:endParaRPr lang="en-US" sz="7500" dirty="0"/>
          </a:p>
        </p:txBody>
      </p:sp>
      <p:sp>
        <p:nvSpPr>
          <p:cNvPr id="6" name="Text 4"/>
          <p:cNvSpPr/>
          <p:nvPr/>
        </p:nvSpPr>
        <p:spPr>
          <a:xfrm>
            <a:off x="1219200" y="4305300"/>
            <a:ext cx="466725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b="1" dirty="0" spc="-22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Last</a:t>
            </a:r>
            <a:r>
              <a:rPr lang="en-US" sz="2100" b="1" dirty="0" spc="0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In,</a:t>
            </a:r>
            <a:r>
              <a:rPr lang="en-US" sz="2100" b="1" dirty="0" spc="-5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First</a:t>
            </a:r>
            <a:r>
              <a:rPr lang="en-US" sz="2100" b="1" dirty="0" spc="-2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Out</a:t>
            </a:r>
            <a:endParaRPr lang="en-US" sz="2100" dirty="0"/>
          </a:p>
        </p:txBody>
      </p:sp>
      <p:sp>
        <p:nvSpPr>
          <p:cNvPr id="7" name="Text 5"/>
          <p:cNvSpPr/>
          <p:nvPr/>
        </p:nvSpPr>
        <p:spPr>
          <a:xfrm>
            <a:off x="1219200" y="4819650"/>
            <a:ext cx="4667250" cy="1047750"/>
          </a:xfrm>
          <a:prstGeom prst="rect">
            <a:avLst/>
          </a:prstGeom>
          <a:noFill/>
          <a:ln/>
        </p:spPr>
        <p:txBody>
          <a:bodyPr wrap="square" lIns="0" tIns="9144" rIns="0" bIns="-9144" rtlCol="0" anchor="t"/>
          <a:lstStyle/>
          <a:p>
            <a:pPr algn="l" indent="0" marL="0">
              <a:lnSpc>
                <a:spcPts val="3240"/>
              </a:lnSpc>
              <a:buNone/>
            </a:pPr>
            <a:r>
              <a:rPr lang="en-US" sz="2400" dirty="0" spc="-3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Vào</a:t>
            </a:r>
            <a:r>
              <a:rPr lang="en-US" sz="2400" dirty="0" spc="-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sau,</a:t>
            </a:r>
            <a:r>
              <a:rPr lang="en-US" sz="2400" dirty="0" spc="-3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ra</a:t>
            </a:r>
            <a:r>
              <a:rPr lang="en-US" sz="2400" dirty="0" spc="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trước:</a:t>
            </a:r>
            <a:r>
              <a:rPr lang="en-US" sz="240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kiểu</a:t>
            </a:r>
            <a:r>
              <a:rPr lang="en-US" sz="2400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của</a:t>
            </a:r>
            <a:r>
              <a:rPr lang="en-US" sz="2400" dirty="0" spc="-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ngăn</a:t>
            </a:r>
            <a:r>
              <a:rPr lang="en-US" sz="2400" dirty="0" spc="-1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xếp</a:t>
            </a:r>
            <a:endParaRPr lang="en-US" sz="2400" dirty="0"/>
          </a:p>
        </p:txBody>
      </p:sp>
      <p:sp>
        <p:nvSpPr>
          <p:cNvPr id="8" name="Shape 6"/>
          <p:cNvSpPr/>
          <p:nvPr/>
        </p:nvSpPr>
        <p:spPr>
          <a:xfrm>
            <a:off x="6505575" y="2857500"/>
            <a:ext cx="5276850" cy="3143250"/>
          </a:xfrm>
          <a:prstGeom prst="roundRect">
            <a:avLst>
              <a:gd name="adj" fmla="val 8485"/>
            </a:avLst>
          </a:prstGeom>
          <a:solidFill>
            <a:srgbClr val="1E212B"/>
          </a:solidFill>
          <a:ln w="19050">
            <a:solidFill>
              <a:srgbClr val="2C304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810375" y="3086100"/>
            <a:ext cx="466725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500" dirty="0" spc="8" kern="0">
                <a:solidFill>
                  <a:srgbClr val="3DD6A0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GPU</a:t>
            </a:r>
            <a:endParaRPr lang="en-US" sz="7500" dirty="0"/>
          </a:p>
        </p:txBody>
      </p:sp>
      <p:sp>
        <p:nvSpPr>
          <p:cNvPr id="10" name="Text 8"/>
          <p:cNvSpPr/>
          <p:nvPr/>
        </p:nvSpPr>
        <p:spPr>
          <a:xfrm>
            <a:off x="6810375" y="4305300"/>
            <a:ext cx="466725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b="1" dirty="0" spc="-8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Graphics</a:t>
            </a:r>
            <a:r>
              <a:rPr lang="en-US" sz="2100" b="1" dirty="0" spc="-9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Processing</a:t>
            </a:r>
            <a:r>
              <a:rPr lang="en-US" sz="2100" b="1" dirty="0" spc="-2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Unit</a:t>
            </a:r>
            <a:endParaRPr lang="en-US" sz="2100" dirty="0"/>
          </a:p>
        </p:txBody>
      </p:sp>
      <p:sp>
        <p:nvSpPr>
          <p:cNvPr id="11" name="Text 9"/>
          <p:cNvSpPr/>
          <p:nvPr/>
        </p:nvSpPr>
        <p:spPr>
          <a:xfrm>
            <a:off x="6810375" y="4819650"/>
            <a:ext cx="4667250" cy="1047750"/>
          </a:xfrm>
          <a:prstGeom prst="rect">
            <a:avLst/>
          </a:prstGeom>
          <a:noFill/>
          <a:ln/>
        </p:spPr>
        <p:txBody>
          <a:bodyPr wrap="square" lIns="0" tIns="9144" rIns="0" bIns="-9144" rtlCol="0" anchor="t"/>
          <a:lstStyle/>
          <a:p>
            <a:pPr algn="l" indent="0" marL="0">
              <a:lnSpc>
                <a:spcPts val="3240"/>
              </a:lnSpc>
              <a:buNone/>
            </a:pPr>
            <a:r>
              <a:rPr lang="en-US" sz="2400" dirty="0" spc="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Bộ xử</a:t>
            </a:r>
            <a:r>
              <a:rPr lang="en-US" sz="240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lý</a:t>
            </a:r>
            <a:r>
              <a:rPr lang="en-US" sz="2400" dirty="0" spc="18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đồ</a:t>
            </a:r>
            <a:r>
              <a:rPr lang="en-US" sz="240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họa,</a:t>
            </a:r>
            <a:r>
              <a:rPr lang="en-US" sz="240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chip</a:t>
            </a:r>
            <a:r>
              <a:rPr lang="en-US" sz="2400" dirty="0" spc="-1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chuyên</a:t>
            </a:r>
            <a:r>
              <a:rPr lang="en-US" sz="2400" dirty="0" spc="-1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vẽ</a:t>
            </a:r>
            <a:r>
              <a:rPr lang="en-US" sz="240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hình</a:t>
            </a:r>
            <a:endParaRPr lang="en-US" sz="2400" dirty="0"/>
          </a:p>
        </p:txBody>
      </p:sp>
      <p:sp>
        <p:nvSpPr>
          <p:cNvPr id="12" name="Shape 10"/>
          <p:cNvSpPr/>
          <p:nvPr/>
        </p:nvSpPr>
        <p:spPr>
          <a:xfrm>
            <a:off x="12096750" y="2857500"/>
            <a:ext cx="5276850" cy="3143250"/>
          </a:xfrm>
          <a:prstGeom prst="roundRect">
            <a:avLst>
              <a:gd name="adj" fmla="val 8485"/>
            </a:avLst>
          </a:prstGeom>
          <a:solidFill>
            <a:srgbClr val="1E212B"/>
          </a:solidFill>
          <a:ln w="19050">
            <a:solidFill>
              <a:srgbClr val="2C304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12401550" y="3086100"/>
            <a:ext cx="466725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500" dirty="0" spc="-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JDK</a:t>
            </a:r>
            <a:endParaRPr lang="en-US" sz="7500" dirty="0"/>
          </a:p>
        </p:txBody>
      </p:sp>
      <p:sp>
        <p:nvSpPr>
          <p:cNvPr id="14" name="Text 12"/>
          <p:cNvSpPr/>
          <p:nvPr/>
        </p:nvSpPr>
        <p:spPr>
          <a:xfrm>
            <a:off x="12401550" y="4305300"/>
            <a:ext cx="466725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b="1" dirty="0" spc="-26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Java</a:t>
            </a:r>
            <a:r>
              <a:rPr lang="en-US" sz="2100" b="1" dirty="0" spc="-18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Development</a:t>
            </a:r>
            <a:r>
              <a:rPr lang="en-US" sz="2100" b="1" dirty="0" spc="-3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Kit</a:t>
            </a:r>
            <a:endParaRPr lang="en-US" sz="2100" dirty="0"/>
          </a:p>
        </p:txBody>
      </p:sp>
      <p:sp>
        <p:nvSpPr>
          <p:cNvPr id="15" name="Text 13"/>
          <p:cNvSpPr/>
          <p:nvPr/>
        </p:nvSpPr>
        <p:spPr>
          <a:xfrm>
            <a:off x="12401550" y="4819650"/>
            <a:ext cx="4667250" cy="1047750"/>
          </a:xfrm>
          <a:prstGeom prst="rect">
            <a:avLst/>
          </a:prstGeom>
          <a:noFill/>
          <a:ln/>
        </p:spPr>
        <p:txBody>
          <a:bodyPr wrap="square" lIns="0" tIns="9144" rIns="0" bIns="-9144" rtlCol="0" anchor="t"/>
          <a:lstStyle/>
          <a:p>
            <a:pPr algn="l" indent="0" marL="0">
              <a:lnSpc>
                <a:spcPts val="3240"/>
              </a:lnSpc>
              <a:buNone/>
            </a:pPr>
            <a:r>
              <a:rPr lang="en-US" sz="2400" dirty="0" spc="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Bộ</a:t>
            </a:r>
            <a:r>
              <a:rPr lang="en-US" sz="240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công</a:t>
            </a:r>
            <a:r>
              <a:rPr lang="en-US" sz="2400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cụ</a:t>
            </a:r>
            <a:r>
              <a:rPr lang="en-US" sz="2400" dirty="0" spc="-8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phát</a:t>
            </a:r>
            <a:r>
              <a:rPr lang="en-US" sz="2400" dirty="0" spc="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triển</a:t>
            </a:r>
            <a:r>
              <a:rPr lang="en-US" sz="2400" dirty="0" spc="-1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Java,</a:t>
            </a:r>
            <a:r>
              <a:rPr lang="en-US" sz="2400" dirty="0" spc="-8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gồm</a:t>
            </a:r>
            <a:r>
              <a:rPr lang="en-US" sz="240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thư</a:t>
            </a:r>
            <a:r>
              <a:rPr lang="en-US" sz="240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viện</a:t>
            </a:r>
            <a:r>
              <a:rPr lang="en-US" sz="240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chuẩn</a:t>
            </a:r>
            <a:endParaRPr lang="en-US" sz="2400" dirty="0"/>
          </a:p>
        </p:txBody>
      </p:sp>
      <p:sp>
        <p:nvSpPr>
          <p:cNvPr id="16" name="Shape 14"/>
          <p:cNvSpPr/>
          <p:nvPr/>
        </p:nvSpPr>
        <p:spPr>
          <a:xfrm>
            <a:off x="914400" y="6305550"/>
            <a:ext cx="16459200" cy="2552700"/>
          </a:xfrm>
          <a:prstGeom prst="roundRect">
            <a:avLst>
              <a:gd name="adj" fmla="val 10448"/>
            </a:avLst>
          </a:prstGeom>
          <a:solidFill>
            <a:srgbClr val="1E212B"/>
          </a:solidFill>
          <a:ln w="19050">
            <a:solidFill>
              <a:srgbClr val="2C304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1257300" y="6572250"/>
            <a:ext cx="66675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25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NGUỒN ĐỐI</a:t>
            </a:r>
            <a:r>
              <a:rPr lang="en-US" sz="1800" b="1" spc="227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CHIẾU</a:t>
            </a:r>
            <a:endParaRPr lang="en-US" sz="1800" dirty="0"/>
          </a:p>
        </p:txBody>
      </p:sp>
      <p:sp>
        <p:nvSpPr>
          <p:cNvPr id="18" name="Text richtext-1792338749613-473797066"/>
          <p:cNvSpPr/>
          <p:nvPr/>
        </p:nvSpPr>
        <p:spPr>
          <a:xfrm>
            <a:off x="1257300" y="7029450"/>
            <a:ext cx="15716250" cy="1047750"/>
          </a:xfrm>
          <a:prstGeom prst="rect">
            <a:avLst/>
          </a:prstGeom>
          <a:noFill/>
          <a:ln/>
        </p:spPr>
        <p:txBody>
          <a:bodyPr wrap="square" lIns="0" tIns="5001" rIns="0" bIns="-5001" rtlCol="0" anchor="t"/>
          <a:lstStyle/>
          <a:p>
            <a:pPr algn="l" marL="285750" indent="-204151">
              <a:lnSpc>
                <a:spcPts val="3150"/>
              </a:lnSpc>
              <a:spcAft>
                <a:spcPts val="900"/>
              </a:spcAft>
              <a:buSzPct val="100000"/>
              <a:buFont typeface="Arial"/>
              <a:buChar char="•"/>
            </a:pPr>
            <a:r>
              <a:rPr lang="en-US" sz="225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OpenJDK:</a:t>
            </a:r>
            <a:r>
              <a:rPr lang="en-US" sz="2250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List,</a:t>
            </a:r>
            <a:r>
              <a:rPr lang="en-US" sz="225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Deque,</a:t>
            </a:r>
            <a:r>
              <a:rPr lang="en-US" sz="225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Queue,</a:t>
            </a:r>
            <a:r>
              <a:rPr lang="en-US" sz="2250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PriorityQueue,</a:t>
            </a:r>
            <a:r>
              <a:rPr lang="en-US" sz="2250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HashSet</a:t>
            </a:r>
            <a:endParaRPr lang="en-US" sz="2250" dirty="0"/>
          </a:p>
          <a:p>
            <a:pPr algn="l" marL="285750" indent="-204151">
              <a:lnSpc>
                <a:spcPts val="3150"/>
              </a:lnSpc>
              <a:buSzPct val="100000"/>
              <a:buFont typeface="Arial"/>
              <a:buChar char="•"/>
            </a:pPr>
            <a:r>
              <a:rPr lang="en-US" sz="225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MDN:</a:t>
            </a:r>
            <a:r>
              <a:rPr lang="en-US" sz="2250" dirty="0" spc="-1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Array,</a:t>
            </a:r>
            <a:r>
              <a:rPr lang="en-US" sz="225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DOM, GPU,</a:t>
            </a:r>
            <a:r>
              <a:rPr lang="en-US" sz="2250" dirty="0" spc="-1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WebGLBuffer</a:t>
            </a:r>
            <a:endParaRPr lang="en-US" sz="2250" dirty="0"/>
          </a:p>
        </p:txBody>
      </p:sp>
      <p:sp>
        <p:nvSpPr>
          <p:cNvPr id="19" name="Text 17"/>
          <p:cNvSpPr/>
          <p:nvPr/>
        </p:nvSpPr>
        <p:spPr>
          <a:xfrm>
            <a:off x="1257300" y="8210550"/>
            <a:ext cx="15716250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dirty="0" spc="-6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ByteByteGo</a:t>
            </a:r>
            <a:r>
              <a:rPr lang="en-US" sz="2100" dirty="0" spc="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chỉ</a:t>
            </a:r>
            <a:r>
              <a:rPr lang="en-US" sz="2100" dirty="0" spc="-2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cho</a:t>
            </a:r>
            <a:r>
              <a:rPr lang="en-US" sz="2100" dirty="0" spc="-10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tên</a:t>
            </a:r>
            <a:r>
              <a:rPr lang="en-US" sz="2100" dirty="0" spc="-18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2100" dirty="0" spc="-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ví</a:t>
            </a:r>
            <a:r>
              <a:rPr lang="en-US" sz="2100" dirty="0" spc="-2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dụ.</a:t>
            </a:r>
            <a:r>
              <a:rPr lang="en-US" sz="2100" dirty="0" spc="-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Đã</a:t>
            </a:r>
            <a:r>
              <a:rPr lang="en-US" sz="2100" dirty="0" spc="6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đọc</a:t>
            </a:r>
            <a:r>
              <a:rPr lang="en-US" sz="2100" dirty="0" spc="-16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ngày</a:t>
            </a:r>
            <a:r>
              <a:rPr lang="en-US" sz="2100" dirty="0" spc="0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2026-10-19.</a:t>
            </a:r>
            <a:r>
              <a:rPr lang="en-US" sz="2100" dirty="0" spc="-10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Cây</a:t>
            </a:r>
            <a:r>
              <a:rPr lang="en-US" sz="2100" dirty="0" spc="-2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hậu</a:t>
            </a:r>
            <a:r>
              <a:rPr lang="en-US" sz="2100" dirty="0" spc="-13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tố,</a:t>
            </a:r>
            <a:r>
              <a:rPr lang="en-US" sz="2100" dirty="0" spc="1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đồ</a:t>
            </a:r>
            <a:r>
              <a:rPr lang="en-US" sz="2100" dirty="0" spc="-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thị,</a:t>
            </a:r>
            <a:r>
              <a:rPr lang="en-US" sz="2100" dirty="0" spc="-15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R-tree</a:t>
            </a:r>
            <a:r>
              <a:rPr lang="en-US" sz="2100" dirty="0" spc="4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chưa</a:t>
            </a:r>
            <a:r>
              <a:rPr lang="en-US" sz="2100" dirty="0" spc="10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đối</a:t>
            </a:r>
            <a:r>
              <a:rPr lang="en-US" sz="2100" dirty="0" spc="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chiếu.</a:t>
            </a:r>
            <a:endParaRPr lang="en-US" sz="2100" dirty="0"/>
          </a:p>
        </p:txBody>
      </p:sp>
      <p:sp>
        <p:nvSpPr>
          <p:cNvPr id="20" name="Shape 18"/>
          <p:cNvSpPr/>
          <p:nvPr/>
        </p:nvSpPr>
        <p:spPr>
          <a:xfrm>
            <a:off x="9810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13239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6668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20097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23526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6955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30384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33813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3724275" y="9439275"/>
            <a:ext cx="133350" cy="133350"/>
          </a:xfrm>
          <a:prstGeom prst="ellipse">
            <a:avLst/>
          </a:prstGeom>
          <a:solidFill>
            <a:srgbClr val="FF6A4D"/>
          </a:solidFill>
          <a:ln w="19050">
            <a:solidFill>
              <a:srgbClr val="FF6A4D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914400" y="9696450"/>
            <a:ext cx="76200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16 ·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09/09</a:t>
            </a:r>
            <a:endParaRPr lang="en-US" sz="1650" dirty="0"/>
          </a:p>
        </p:txBody>
      </p:sp>
      <p:sp>
        <p:nvSpPr>
          <p:cNvPr id="30" name="Shape 28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31" name="Moda image moda-export-watermark-615d3b4f-f6e4-483e-99ca-e878b2011c01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2026-10-19T14:39:10Z</dcterms:created>
  <dcterms:modified xsi:type="dcterms:W3CDTF">2026-10-19T14:39:10Z</dcterms:modified>
</cp:coreProperties>
</file>