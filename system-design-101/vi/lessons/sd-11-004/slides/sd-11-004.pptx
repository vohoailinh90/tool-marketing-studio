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5334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thảm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họa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mây: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2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2792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792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92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lâu,</a:t>
            </a:r>
            <a:r>
              <a:rPr lang="en-US" sz="2792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92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92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92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liệu?</a:t>
            </a:r>
            <a:endParaRPr lang="en-US" sz="2792" dirty="0"/>
          </a:p>
        </p:txBody>
      </p:sp>
      <p:sp>
        <p:nvSpPr>
          <p:cNvPr id="5" name="Connector line-1792420697258-937131766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đựng,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485900" cy="1809750"/>
          </a:xfrm>
          <a:custGeom>
            <a:avLst/>
            <a:gdLst/>
            <a:ahLst/>
            <a:cxnLst/>
            <a:rect l="l" t="t" r="r" b="b"/>
            <a:pathLst>
              <a:path w="1485900" h="1809750">
                <a:moveTo>
                  <a:pt x="0" y="1809750"/>
                </a:moveTo>
                <a:cubicBezTo>
                  <a:pt x="723900" y="18097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485900" cy="476250"/>
          </a:xfrm>
          <a:custGeom>
            <a:avLst/>
            <a:gdLst/>
            <a:ahLst/>
            <a:cxnLst/>
            <a:rect l="l" t="t" r="r" b="b"/>
            <a:pathLst>
              <a:path w="1485900" h="476250">
                <a:moveTo>
                  <a:pt x="0" y="476250"/>
                </a:moveTo>
                <a:cubicBezTo>
                  <a:pt x="723900" y="476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857250"/>
          </a:xfrm>
          <a:custGeom>
            <a:avLst/>
            <a:gdLst/>
            <a:ahLst/>
            <a:cxnLst/>
            <a:rect l="l" t="t" r="r" b="b"/>
            <a:pathLst>
              <a:path w="1485900" h="857250">
                <a:moveTo>
                  <a:pt x="0" y="0"/>
                </a:moveTo>
                <a:cubicBezTo>
                  <a:pt x="723900" y="0"/>
                  <a:pt x="723900" y="857250"/>
                  <a:pt x="1485900" y="857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190750"/>
          </a:xfrm>
          <a:custGeom>
            <a:avLst/>
            <a:gdLst/>
            <a:ahLst/>
            <a:cxnLst/>
            <a:rect l="l" t="t" r="r" b="b"/>
            <a:pathLst>
              <a:path w="1485900" h="2190750">
                <a:moveTo>
                  <a:pt x="0" y="0"/>
                </a:moveTo>
                <a:cubicBezTo>
                  <a:pt x="723900" y="0"/>
                  <a:pt x="723900" y="2190750"/>
                  <a:pt x="1485900" y="2190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2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100" b="1" dirty="0" spc="2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Đèn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cùng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170feb6-5e8a-4417-93b6-71e47778be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Càng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càng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đắt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f05593e-4ffc-49f6-8cb4-5c33ed89ab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3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0" y="2857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0" y="28575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16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1800" dirty="0"/>
          </a:p>
        </p:txBody>
      </p:sp>
      <p:sp>
        <p:nvSpPr>
          <p:cNvPr id="7" name="Connector line-1792420701096-605901661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5433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35433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7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RTO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62500" y="3543300"/>
            <a:ext cx="6286500" cy="2095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285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1430000" y="3543300"/>
            <a:ext cx="561975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kinh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doanh,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chọn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9055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RPO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762500" y="5905500"/>
            <a:ext cx="6286500" cy="2095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bao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430000" y="5905500"/>
            <a:ext cx="561975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kinh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doanh,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chọn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a4596fe-73e4-4bb8-b408-fea0184eae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BACKUP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RESTORE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endParaRPr lang="en-US" sz="6900" dirty="0"/>
          </a:p>
        </p:txBody>
      </p:sp>
      <p:sp>
        <p:nvSpPr>
          <p:cNvPr id="4" name="Connector line-1792420702006-876258646"/>
          <p:cNvSpPr/>
          <p:nvPr/>
        </p:nvSpPr>
        <p:spPr>
          <a:xfrm>
            <a:off x="4457700" y="4286250"/>
            <a:ext cx="762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0702006-551885357"/>
          <p:cNvSpPr/>
          <p:nvPr/>
        </p:nvSpPr>
        <p:spPr>
          <a:xfrm>
            <a:off x="8763000" y="4286250"/>
            <a:ext cx="762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420702006-951660945"/>
          <p:cNvSpPr/>
          <p:nvPr/>
        </p:nvSpPr>
        <p:spPr>
          <a:xfrm>
            <a:off x="13068300" y="4286250"/>
            <a:ext cx="762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143250"/>
            <a:ext cx="35052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 ở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257800" y="3143250"/>
            <a:ext cx="3467100" cy="2286000"/>
          </a:xfrm>
          <a:prstGeom prst="roundRect">
            <a:avLst>
              <a:gd name="adj" fmla="val 13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Thảm</a:t>
            </a:r>
            <a:r>
              <a:rPr lang="en-US" sz="25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63100" y="3143250"/>
            <a:ext cx="3467100" cy="22860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868400" y="3143250"/>
            <a:ext cx="3505200" cy="22860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 dữ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6286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2" name="Text richtext-1792420702016-308267227"/>
          <p:cNvSpPr/>
          <p:nvPr/>
        </p:nvSpPr>
        <p:spPr>
          <a:xfrm>
            <a:off x="1295400" y="62865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b="1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0e1744d-670b-4642-a71b-58c3616fa1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PILOT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LIGHT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Đèn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mồi: chỉ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572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1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95400" y="3810000"/>
            <a:ext cx="4762500" cy="2857500"/>
          </a:xfrm>
          <a:prstGeom prst="roundRect">
            <a:avLst>
              <a:gd name="adj" fmla="val 8000"/>
            </a:avLst>
          </a:prstGeom>
          <a:solidFill>
            <a:srgbClr val="2A2410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3810000"/>
            <a:ext cx="4381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Lõi:</a:t>
            </a:r>
            <a:r>
              <a:rPr lang="en-US" sz="30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300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r>
              <a:rPr lang="en-US" sz="30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0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30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luôn</a:t>
            </a:r>
            <a:r>
              <a:rPr lang="en-US" sz="30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381750" y="3810000"/>
            <a:ext cx="476250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 w="28575">
            <a:solidFill>
              <a:srgbClr val="3A3F52"/>
            </a:solidFill>
            <a:prstDash val="lgDash"/>
          </a:ln>
        </p:spPr>
      </p:sp>
      <p:sp>
        <p:nvSpPr>
          <p:cNvPr id="9" name="Text 7"/>
          <p:cNvSpPr/>
          <p:nvPr/>
        </p:nvSpPr>
        <p:spPr>
          <a:xfrm>
            <a:off x="6572250" y="3810000"/>
            <a:ext cx="4381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còn</a:t>
            </a:r>
            <a:r>
              <a:rPr lang="en-US" sz="2850" dirty="0" spc="2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850" dirty="0" spc="-30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468100" y="3810000"/>
            <a:ext cx="552450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 w="28575">
            <a:solidFill>
              <a:srgbClr val="3A3F52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1658600" y="3810000"/>
            <a:ext cx="5143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Thảm</a:t>
            </a:r>
            <a:r>
              <a:rPr lang="en-US" sz="2850" dirty="0" spc="-2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họa:</a:t>
            </a:r>
            <a:r>
              <a:rPr lang="en-US" sz="2850" dirty="0" spc="-19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850" dirty="0" spc="-16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-23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0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850" dirty="0" spc="1" kern="0">
                <a:solidFill>
                  <a:srgbClr val="6B708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55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ấm,</a:t>
            </a:r>
            <a:r>
              <a:rPr lang="en-US" sz="2550" b="1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như</a:t>
            </a:r>
            <a:r>
              <a:rPr lang="en-US" sz="255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c3c8196-b86c-43c2-b46f-bb8e38bc37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WARM</a:t>
            </a:r>
            <a:r>
              <a:rPr lang="en-US" sz="1800" b="1" spc="26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STANDBY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phòng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ấm: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ĐÈN MỒI</a:t>
            </a:r>
            <a:endParaRPr lang="en-US" sz="2250" dirty="0"/>
          </a:p>
        </p:txBody>
      </p:sp>
      <p:sp>
        <p:nvSpPr>
          <p:cNvPr id="6" name="Text richtext-1792420734276-330031609"/>
          <p:cNvSpPr/>
          <p:nvPr/>
        </p:nvSpPr>
        <p:spPr>
          <a:xfrm>
            <a:off x="1295400" y="40957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còn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thảm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333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2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</a:t>
            </a:r>
            <a:endParaRPr lang="en-US" sz="2250" dirty="0"/>
          </a:p>
        </p:txBody>
      </p:sp>
      <p:sp>
        <p:nvSpPr>
          <p:cNvPr id="9" name="Text richtext-1792420734309-485011825"/>
          <p:cNvSpPr/>
          <p:nvPr/>
        </p:nvSpPr>
        <p:spPr>
          <a:xfrm>
            <a:off x="9753600" y="40957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42e9674-9185-4f26-bc73-3e0ee40a85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 /</a:t>
            </a:r>
            <a:r>
              <a:rPr lang="en-US" sz="1800" b="1" spc="2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MULTI-SITE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 cùng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99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499" dirty="0"/>
          </a:p>
        </p:txBody>
      </p:sp>
      <p:sp>
        <p:nvSpPr>
          <p:cNvPr id="5" name="Text 3"/>
          <p:cNvSpPr/>
          <p:nvPr/>
        </p:nvSpPr>
        <p:spPr>
          <a:xfrm>
            <a:off x="6667500" y="3238500"/>
            <a:ext cx="10706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vùng,</a:t>
            </a:r>
            <a:r>
              <a:rPr lang="en-US" sz="42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42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420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42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42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42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42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667500" y="5715000"/>
            <a:ext cx="107061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richtext-1792420735388-662704508"/>
          <p:cNvSpPr/>
          <p:nvPr/>
        </p:nvSpPr>
        <p:spPr>
          <a:xfrm>
            <a:off x="7048500" y="5715000"/>
            <a:ext cx="9944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Đắt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nhất;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khớp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407005d-cf1d-4b3d-8da0-ce7546471f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Ngừng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29908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908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44196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4196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58483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8483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5400" y="72771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2771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381250" y="27622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Ngừng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vùng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81250" y="41910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RPO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chặt,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56197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Đèn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hợp;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381250" y="70485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dượt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668d610-cc6d-4234-9293-f9a13b228b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Xu</a:t>
            </a:r>
            <a:r>
              <a:rPr lang="en-US" sz="69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429000"/>
            <a:ext cx="4495800" cy="4191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 tự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96100" y="3429000"/>
            <a:ext cx="4495800" cy="4191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3000" b="1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496800" y="3429000"/>
            <a:ext cx="4495800" cy="4191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9809679-1ea7-4cf2-a2fd-82348cc3df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7625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76225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RTO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52900" y="2762250"/>
            <a:ext cx="127635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Recovery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Objective: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476250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52900" y="4762500"/>
            <a:ext cx="127635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Recovery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Point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Objective: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048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7524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ac5256f-7731-4bb4-bb50-b6cfde1155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2026-10-19T14:39:33Z</dcterms:created>
  <dcterms:modified xsi:type="dcterms:W3CDTF">2026-10-19T14:39:33Z</dcterms:modified>
</cp:coreProperties>
</file>