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 qua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phim: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việc?</a:t>
            </a:r>
            <a:endParaRPr lang="en-US" sz="3000" dirty="0"/>
          </a:p>
        </p:txBody>
      </p:sp>
      <p:sp>
        <p:nvSpPr>
          <p:cNvPr id="5" name="Connector line-1792379340605-71271824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150" dirty="0" spc="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315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15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3150" dirty="0" spc="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315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0b33b3-10a8-4ee4-8896-dfdb6fbca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200" dirty="0" spc="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eb6dc46-c5f4-4f27-9855-b0bb89f7b1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Kotlin: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React: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đúng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2847fc4-7a88-4406-af4b-51dbca6016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3–4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sau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EUREKA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 dịch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SPRING</a:t>
            </a:r>
            <a:r>
              <a:rPr lang="en-US" sz="195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EVCache, Cassandra,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CockroachDB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e48ded-6119-42d8-a432-e96da5bb17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TRUYỀN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 DÒNG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4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"Fink";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lẽ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2e4b5ee-add8-452c-9a13-cfb7f67df8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7–8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cú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29575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72675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6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07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Flink, Spark</a:t>
            </a:r>
            <a:r>
              <a:rPr lang="en-US" sz="225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lý;</a:t>
            </a:r>
            <a:r>
              <a:rPr lang="en-US" sz="2250" dirty="0" spc="-27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Tableau</a:t>
            </a:r>
            <a:r>
              <a:rPr lang="en-US" sz="2250" dirty="0" spc="-17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250" dirty="0" spc="1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đồ;</a:t>
            </a:r>
            <a:r>
              <a:rPr lang="en-US" sz="225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Redshift.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44025" y="3048000"/>
            <a:ext cx="8029575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25025" y="3352800"/>
            <a:ext cx="72675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08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28625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725025" y="571500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Jenkins,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Gradle,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Spinnaker,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Chaos</a:t>
            </a:r>
            <a:r>
              <a:rPr lang="en-US" sz="2250" dirty="0" spc="-2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ra;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f53ec34-216e-42fa-a943-3789d800da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thứ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nào.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b03fe38-7bcf-47f9-8466-9dedd077e4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72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2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79423599-3843441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700" dirty="0"/>
          </a:p>
        </p:txBody>
      </p:sp>
      <p:sp>
        <p:nvSpPr>
          <p:cNvPr id="7" name="Connector line-1792379423601-539584618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liệu,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</p:txBody>
      </p:sp>
      <p:sp>
        <p:nvSpPr>
          <p:cNvPr id="9" name="Connector line-1792379423603-468755540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GraphQL,</a:t>
            </a:r>
            <a:r>
              <a:rPr lang="en-US" sz="22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endParaRPr lang="en-US" sz="2250" dirty="0"/>
          </a:p>
        </p:txBody>
      </p:sp>
      <p:sp>
        <p:nvSpPr>
          <p:cNvPr id="11" name="Connector line-1792379423606-381981714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Connector line-1792379423609-986284032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000500" y="6858000"/>
            <a:ext cx="10287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250" dirty="0"/>
          </a:p>
        </p:txBody>
      </p:sp>
      <p:sp>
        <p:nvSpPr>
          <p:cNvPr id="15" name="Connector line-1792379423612-776786948"/>
          <p:cNvSpPr/>
          <p:nvPr/>
        </p:nvSpPr>
        <p:spPr>
          <a:xfrm flipH="1">
            <a:off x="3810000" y="7429500"/>
            <a:ext cx="10668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b="1" dirty="0" spc="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48017c5-8e58-496c-98a6-38d7bf1b3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nghệ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nhanh;</a:t>
            </a:r>
            <a:r>
              <a:rPr lang="en-US" sz="225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225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công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2d32c1b-18d5-4585-94c5-bd13bcfde3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bcae0f3-43b7-44e7-9cf0-a70a6c6281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2026-10-19T03:11:08Z</dcterms:created>
  <dcterms:modified xsi:type="dcterms:W3CDTF">2026-10-19T03:11:08Z</dcterms:modified>
</cp:coreProperties>
</file>