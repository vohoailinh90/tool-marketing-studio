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embeddedFontLst>
    <p:embeddedFont>
      <p:font typeface="Be Vietnam Pro"/>
      <p:regular r:id="rId17"/>
      <p:bold r:id="rId15"/>
    </p:embeddedFont>
    <p:embeddedFont>
      <p:font typeface="Bricolage Grotesque ExtraBold"/>
      <p:regular r:id="rId16"/>
    </p:embeddedFont>
    <p:embeddedFont>
      <p:font typeface="Be Vietnam Pro Semi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9720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Bearer</a:t>
            </a:r>
            <a:r>
              <a:rPr lang="en-US" sz="81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HMAC:</a:t>
            </a:r>
            <a:r>
              <a:rPr lang="en-US" sz="8100" dirty="0" spc="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r>
              <a:rPr lang="en-US" sz="81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81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chứng</a:t>
            </a:r>
            <a:r>
              <a:rPr lang="en-US" sz="81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0075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0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token;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3000" dirty="0"/>
          </a:p>
        </p:txBody>
      </p:sp>
      <p:sp>
        <p:nvSpPr>
          <p:cNvPr id="5" name="Connector line-1792372582474-676276791"/>
          <p:cNvSpPr/>
          <p:nvPr/>
        </p:nvSpPr>
        <p:spPr>
          <a:xfrm>
            <a:off x="914400" y="723900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52475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100" dirty="0" spc="-1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096500" y="1524000"/>
            <a:ext cx="7277100" cy="342900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0" y="190500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BEARER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77500" y="257175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Trình</a:t>
            </a:r>
            <a:r>
              <a:rPr lang="en-US" sz="48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48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10096500" y="5334000"/>
            <a:ext cx="7277100" cy="3429000"/>
          </a:xfrm>
          <a:prstGeom prst="roundRect">
            <a:avLst>
              <a:gd name="adj" fmla="val 888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77500" y="5715000"/>
            <a:ext cx="6477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3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477500" y="6381750"/>
            <a:ext cx="6477000" cy="1905000"/>
          </a:xfrm>
          <a:prstGeom prst="rect">
            <a:avLst/>
          </a:prstGeom>
          <a:noFill/>
          <a:ln/>
        </p:spPr>
        <p:txBody>
          <a:bodyPr wrap="square" lIns="0" tIns="30480" rIns="0" bIns="-3048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4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48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điệp</a:t>
            </a:r>
            <a:endParaRPr lang="en-US" sz="480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eed53122-c6ba-4f88-b97a-62c6d96e29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API,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762500"/>
          </a:xfrm>
          <a:prstGeom prst="roundRect">
            <a:avLst>
              <a:gd name="adj" fmla="val 56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24000" y="352425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F5E1C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 dụng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3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24000" y="561975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0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30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620500" y="4476750"/>
            <a:ext cx="5143500" cy="1619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thư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viện</a:t>
            </a:r>
            <a:endParaRPr lang="en-US" sz="3600" dirty="0"/>
          </a:p>
        </p:txBody>
      </p:sp>
      <p:sp>
        <p:nvSpPr>
          <p:cNvPr id="8" name="Connector line-1792372597904-174728144"/>
          <p:cNvSpPr/>
          <p:nvPr/>
        </p:nvSpPr>
        <p:spPr>
          <a:xfrm>
            <a:off x="6096000" y="4238625"/>
            <a:ext cx="5524500" cy="1047750"/>
          </a:xfrm>
          <a:prstGeom prst="curvedConnector3">
            <a:avLst/>
          </a:prstGeom>
          <a:noFill/>
          <a:ln w="38100">
            <a:solidFill>
              <a:srgbClr val="B45309"/>
            </a:solidFill>
            <a:prstDash val="solid"/>
            <a:headEnd type="none"/>
            <a:tailEnd type="triangle" w="lg" len="lg"/>
          </a:ln>
        </p:spPr>
      </p:sp>
      <p:sp>
        <p:nvSpPr>
          <p:cNvPr id="9" name="Connector line-1792372597904-858710446"/>
          <p:cNvSpPr/>
          <p:nvPr/>
        </p:nvSpPr>
        <p:spPr>
          <a:xfrm flipV="1">
            <a:off x="6096000" y="5286375"/>
            <a:ext cx="5524500" cy="1047750"/>
          </a:xfrm>
          <a:prstGeom prst="curvedConnector3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10" name="Text 8"/>
          <p:cNvSpPr/>
          <p:nvPr/>
        </p:nvSpPr>
        <p:spPr>
          <a:xfrm>
            <a:off x="6334125" y="3695700"/>
            <a:ext cx="238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1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100" dirty="0" spc="-18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100" dirty="0" spc="-3" kern="0">
                <a:solidFill>
                  <a:srgbClr val="B45309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334125" y="6457950"/>
            <a:ext cx="2381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51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2100" dirty="0" spc="-18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yêu</a:t>
            </a:r>
            <a:r>
              <a:rPr lang="en-US" sz="2100" dirty="0" spc="-3" kern="0">
                <a:solidFill>
                  <a:srgbClr val="0F766E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cầu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14400" y="79057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 bảo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vệ</a:t>
            </a:r>
            <a:r>
              <a:rPr lang="en-US" sz="2700" dirty="0" spc="2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những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27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khác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nhau.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14400" y="8477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bảng</a:t>
            </a:r>
            <a:r>
              <a:rPr lang="en-US" sz="2250" dirty="0" spc="-1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02/08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d3394818-f661-471c-a4a4-9d701f3d308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BEARER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Bearer: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6900" dirty="0" spc="-4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token</a:t>
            </a: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5334000" cy="5524500"/>
          </a:xfrm>
          <a:prstGeom prst="roundRect">
            <a:avLst>
              <a:gd name="adj" fmla="val 5000"/>
            </a:avLst>
          </a:prstGeom>
          <a:solidFill>
            <a:srgbClr val="F5E1C4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86125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AI CÓ</a:t>
            </a:r>
            <a:r>
              <a:rPr lang="en-US" sz="2100" b="1" spc="13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100" dirty="0"/>
          </a:p>
        </p:txBody>
      </p:sp>
      <p:sp>
        <p:nvSpPr>
          <p:cNvPr id="6" name="Text richtext-1792372616458-526359754"/>
          <p:cNvSpPr/>
          <p:nvPr/>
        </p:nvSpPr>
        <p:spPr>
          <a:xfrm>
            <a:off x="1295400" y="4000500"/>
            <a:ext cx="4572000" cy="4000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phạm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77000" y="2952750"/>
            <a:ext cx="5334000" cy="55245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3286125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8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TRA</a:t>
            </a:r>
            <a:endParaRPr lang="en-US" sz="2100" dirty="0"/>
          </a:p>
        </p:txBody>
      </p:sp>
      <p:sp>
        <p:nvSpPr>
          <p:cNvPr id="9" name="Text richtext-1792372616485-321500411"/>
          <p:cNvSpPr/>
          <p:nvPr/>
        </p:nvSpPr>
        <p:spPr>
          <a:xfrm>
            <a:off x="6858000" y="4000500"/>
            <a:ext cx="4572000" cy="4000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 quyền</a:t>
            </a:r>
            <a:endParaRPr lang="en-US" sz="2700" dirty="0"/>
          </a:p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12039600" y="2952750"/>
            <a:ext cx="5334000" cy="55245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420600" y="3286125"/>
            <a:ext cx="457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5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2100" b="1" spc="14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100" b="1" spc="11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endParaRPr lang="en-US" sz="2100" dirty="0"/>
          </a:p>
        </p:txBody>
      </p:sp>
      <p:sp>
        <p:nvSpPr>
          <p:cNvPr id="12" name="Text richtext-1792372616494-645817732"/>
          <p:cNvSpPr/>
          <p:nvPr/>
        </p:nvSpPr>
        <p:spPr>
          <a:xfrm>
            <a:off x="12420600" y="4000500"/>
            <a:ext cx="4572000" cy="4000500"/>
          </a:xfrm>
          <a:prstGeom prst="rect">
            <a:avLst/>
          </a:prstGeom>
          <a:noFill/>
          <a:ln/>
        </p:spPr>
        <p:txBody>
          <a:bodyPr wrap="square" lIns="0" tIns="1715" rIns="0" bIns="-1715" rtlCol="0" anchor="t"/>
          <a:lstStyle/>
          <a:p>
            <a:pPr algn="l" marL="342900" indent="-244981">
              <a:lnSpc>
                <a:spcPts val="3915"/>
              </a:lnSpc>
              <a:buSzPct val="100000"/>
              <a:buFont typeface="Arial"/>
              <a:buChar char="•"/>
            </a:pPr>
            <a:r>
              <a:rPr lang="en-US" sz="2700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03/08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c3c6f2f7-0ef9-4c13-b975-e37e5cda1df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HMAC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HMAC: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6900" dirty="0" spc="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điệp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0096500" cy="6667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19050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Hai</a:t>
            </a:r>
            <a:r>
              <a:rPr lang="en-US" sz="2250" dirty="0" spc="-3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bên</a:t>
            </a:r>
            <a:r>
              <a:rPr lang="en-US" sz="2250" dirty="0" spc="0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250" dirty="0" spc="-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2250" dirty="0" spc="2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bí</a:t>
            </a:r>
            <a:r>
              <a:rPr lang="en-US" sz="2250" dirty="0" spc="-8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mật</a:t>
            </a:r>
            <a:r>
              <a:rPr lang="en-US" sz="2250" dirty="0" spc="-1" kern="0">
                <a:solidFill>
                  <a:srgbClr val="3DD6A0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914400" y="37147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30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581900" y="3714750"/>
            <a:ext cx="3429000" cy="857250"/>
          </a:xfrm>
          <a:prstGeom prst="roundRect">
            <a:avLst>
              <a:gd name="adj" fmla="val 22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30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nhận</a:t>
            </a:r>
            <a:endParaRPr lang="en-US" sz="3000" dirty="0"/>
          </a:p>
        </p:txBody>
      </p:sp>
      <p:sp>
        <p:nvSpPr>
          <p:cNvPr id="7" name="Connector line-1792372633297-694077406"/>
          <p:cNvSpPr/>
          <p:nvPr/>
        </p:nvSpPr>
        <p:spPr>
          <a:xfrm>
            <a:off x="2628900" y="4572000"/>
            <a:ext cx="0" cy="428625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8" name="Connector line-1792372633297-323625006"/>
          <p:cNvSpPr/>
          <p:nvPr/>
        </p:nvSpPr>
        <p:spPr>
          <a:xfrm>
            <a:off x="9296400" y="4572000"/>
            <a:ext cx="0" cy="4286250"/>
          </a:xfrm>
          <a:prstGeom prst="line">
            <a:avLst/>
          </a:prstGeom>
          <a:noFill/>
          <a:ln w="28575">
            <a:solidFill>
              <a:srgbClr val="5A5F70"/>
            </a:solidFill>
            <a:prstDash val="lgDash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428750" y="4953000"/>
            <a:ext cx="41910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44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244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244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44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2244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44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244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244" dirty="0"/>
          </a:p>
        </p:txBody>
      </p:sp>
      <p:sp>
        <p:nvSpPr>
          <p:cNvPr id="10" name="Connector line-1792372633302-651919923"/>
          <p:cNvSpPr/>
          <p:nvPr/>
        </p:nvSpPr>
        <p:spPr>
          <a:xfrm>
            <a:off x="2628900" y="6667500"/>
            <a:ext cx="6629400" cy="0"/>
          </a:xfrm>
          <a:prstGeom prst="line">
            <a:avLst/>
          </a:prstGeom>
          <a:noFill/>
          <a:ln w="47625">
            <a:solidFill>
              <a:srgbClr val="3DD6A0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143250" y="6143625"/>
            <a:ext cx="5715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250" b="1" dirty="0" spc="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250" b="1" dirty="0" spc="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+</a:t>
            </a:r>
            <a:r>
              <a:rPr lang="en-US" sz="22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7048500" y="7239000"/>
            <a:ext cx="3810000" cy="1047750"/>
          </a:xfrm>
          <a:prstGeom prst="roundRect">
            <a:avLst>
              <a:gd name="adj" fmla="val 16364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25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2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1620500" y="2762250"/>
            <a:ext cx="5753100" cy="6096000"/>
          </a:xfrm>
          <a:prstGeom prst="roundRect">
            <a:avLst>
              <a:gd name="adj" fmla="val 4636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001500" y="3095625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b="1" spc="15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LỆ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001500" y="3667125"/>
            <a:ext cx="4953000" cy="1524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Hỗ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2550" dirty="0"/>
          </a:p>
        </p:txBody>
      </p:sp>
      <p:sp>
        <p:nvSpPr>
          <p:cNvPr id="16" name="Connector line-1792372633314-765448598"/>
          <p:cNvSpPr/>
          <p:nvPr/>
        </p:nvSpPr>
        <p:spPr>
          <a:xfrm>
            <a:off x="12001500" y="5476875"/>
            <a:ext cx="49911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001500" y="57150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NHƯNG</a:t>
            </a:r>
            <a:r>
              <a:rPr lang="en-US" sz="1950" b="1" spc="15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1950" dirty="0"/>
          </a:p>
        </p:txBody>
      </p:sp>
      <p:sp>
        <p:nvSpPr>
          <p:cNvPr id="18" name="Text richtext-1792372633317-924489782"/>
          <p:cNvSpPr/>
          <p:nvPr/>
        </p:nvSpPr>
        <p:spPr>
          <a:xfrm>
            <a:off x="12001500" y="6286500"/>
            <a:ext cx="4953000" cy="23812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2400" dirty="0" spc="-1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ngăn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  <a:p>
            <a:pPr algn="l" marL="304800" indent="-217761">
              <a:lnSpc>
                <a:spcPts val="3360"/>
              </a:lnSpc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04/08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b3a71ff-bdfc-4918-9338-7b24f7429ed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 cách,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3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gửi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334000"/>
          </a:xfrm>
          <a:prstGeom prst="roundRect">
            <a:avLst>
              <a:gd name="adj" fmla="val 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86450" y="2990850"/>
            <a:ext cx="5657850" cy="819150"/>
          </a:xfrm>
          <a:prstGeom prst="roundRect">
            <a:avLst>
              <a:gd name="adj" fmla="val 20930"/>
            </a:avLst>
          </a:prstGeom>
          <a:solidFill>
            <a:srgbClr val="F5E1C4"/>
          </a:solidFill>
          <a:ln/>
        </p:spPr>
      </p:sp>
      <p:sp>
        <p:nvSpPr>
          <p:cNvPr id="6" name="Shape 4"/>
          <p:cNvSpPr/>
          <p:nvPr/>
        </p:nvSpPr>
        <p:spPr>
          <a:xfrm>
            <a:off x="11639550" y="2990850"/>
            <a:ext cx="5600700" cy="819150"/>
          </a:xfrm>
          <a:prstGeom prst="roundRect">
            <a:avLst>
              <a:gd name="adj" fmla="val 20930"/>
            </a:avLst>
          </a:prstGeom>
          <a:solidFill>
            <a:srgbClr val="CFE8E2"/>
          </a:solidFill>
          <a:ln/>
        </p:spPr>
      </p:sp>
      <p:sp>
        <p:nvSpPr>
          <p:cNvPr id="7" name="Text 5"/>
          <p:cNvSpPr/>
          <p:nvPr/>
        </p:nvSpPr>
        <p:spPr>
          <a:xfrm>
            <a:off x="6248400" y="3095625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Bearer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001500" y="3095625"/>
            <a:ext cx="5143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3000" dirty="0"/>
          </a:p>
        </p:txBody>
      </p:sp>
      <p:sp>
        <p:nvSpPr>
          <p:cNvPr id="9" name="Connector line-1792372682093-201742240"/>
          <p:cNvSpPr/>
          <p:nvPr/>
        </p:nvSpPr>
        <p:spPr>
          <a:xfrm>
            <a:off x="914400" y="381000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295400" y="419100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5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Gửi</a:t>
            </a:r>
            <a:r>
              <a:rPr lang="en-US" sz="225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248400" y="41910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6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001500" y="41910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Thông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endParaRPr lang="en-US" sz="2550" dirty="0"/>
          </a:p>
        </p:txBody>
      </p:sp>
      <p:sp>
        <p:nvSpPr>
          <p:cNvPr id="13" name="Connector line-1792372682099-660933151"/>
          <p:cNvSpPr/>
          <p:nvPr/>
        </p:nvSpPr>
        <p:spPr>
          <a:xfrm>
            <a:off x="914400" y="5267325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95400" y="5648325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2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248400" y="5648325"/>
            <a:ext cx="5143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55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2001500" y="5648325"/>
            <a:ext cx="5143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khóa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chung,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endParaRPr lang="en-US" sz="2550" dirty="0"/>
          </a:p>
        </p:txBody>
      </p:sp>
      <p:sp>
        <p:nvSpPr>
          <p:cNvPr id="17" name="Connector line-1792372682106-223727147"/>
          <p:cNvSpPr/>
          <p:nvPr/>
        </p:nvSpPr>
        <p:spPr>
          <a:xfrm>
            <a:off x="914400" y="6724650"/>
            <a:ext cx="164592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1295400" y="7105650"/>
            <a:ext cx="4381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Bí</a:t>
            </a:r>
            <a:r>
              <a:rPr lang="en-US" sz="2250" b="1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b="1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25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6248400" y="710565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55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2001500" y="7105650"/>
            <a:ext cx="5143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914400" y="84772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Cả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hai: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bảo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vệ</a:t>
            </a:r>
            <a:r>
              <a:rPr lang="en-US" sz="255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đường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truyền,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550" dirty="0" spc="-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quyền.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05/08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010d1666-30d4-4126-9dc8-94d0c63fec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459200" cy="666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4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3000" dirty="0" spc="-7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dirty="0" spc="-1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000" dirty="0" spc="-1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vẹn,</a:t>
            </a:r>
            <a:r>
              <a:rPr lang="en-US" sz="30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3000" dirty="0" spc="-2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HMAC</a:t>
            </a:r>
            <a:r>
              <a:rPr lang="en-US" sz="3000" dirty="0" spc="-1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30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khớp.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143125"/>
            <a:ext cx="16459200" cy="666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6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Vậy</a:t>
            </a:r>
            <a:r>
              <a:rPr lang="en-US" sz="3000" dirty="0" spc="2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0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26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30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3000" dirty="0" spc="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810000"/>
            <a:ext cx="114300" cy="142875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810000"/>
            <a:ext cx="15240000" cy="1524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r>
              <a:rPr lang="en-US" sz="84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8400" dirty="0" spc="-6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vẫn</a:t>
            </a:r>
            <a:r>
              <a:rPr lang="en-US" sz="84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4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8400" dirty="0" spc="-4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khớp.</a:t>
            </a:r>
            <a:endParaRPr lang="en-US" sz="8400" dirty="0"/>
          </a:p>
        </p:txBody>
      </p:sp>
      <p:sp>
        <p:nvSpPr>
          <p:cNvPr id="7" name="Shape 5"/>
          <p:cNvSpPr/>
          <p:nvPr/>
        </p:nvSpPr>
        <p:spPr>
          <a:xfrm>
            <a:off x="914400" y="6572250"/>
            <a:ext cx="5334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6858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1950" b="1" spc="14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95400" y="738187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Chống</a:t>
            </a:r>
            <a:r>
              <a:rPr lang="en-US" sz="24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giao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77000" y="6572250"/>
            <a:ext cx="5334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0" y="6858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6858000" y="738187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400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thông</a:t>
            </a:r>
            <a:r>
              <a:rPr lang="en-US" sz="24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039600" y="6572250"/>
            <a:ext cx="5334000" cy="2190750"/>
          </a:xfrm>
          <a:prstGeom prst="roundRect">
            <a:avLst>
              <a:gd name="adj" fmla="val 10435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420600" y="6858000"/>
            <a:ext cx="457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MỐC</a:t>
            </a:r>
            <a:r>
              <a:rPr lang="en-US" sz="1950" b="1" spc="15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20600" y="7381875"/>
            <a:ext cx="4572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 hẹp</a:t>
            </a:r>
            <a:r>
              <a:rPr lang="en-US" sz="2400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cửa</a:t>
            </a:r>
            <a:r>
              <a:rPr lang="en-US" sz="240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sổ,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06/08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0c266203-889f-4093-9c85-69c668d12ce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180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90512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4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2476500" y="2971800"/>
            <a:ext cx="1447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700" b="1" dirty="0" spc="4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476500" y="35242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250" dirty="0" spc="1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250" dirty="0" spc="-1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3815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452437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2476500" y="4591050"/>
            <a:ext cx="1447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nhúng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7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2476500" y="514350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250" dirty="0" spc="-1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duyệt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giữ</a:t>
            </a:r>
            <a:r>
              <a:rPr lang="en-US" sz="2250" dirty="0" spc="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1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250" dirty="0" spc="18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6000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614362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4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2476500" y="6210300"/>
            <a:ext cx="1447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Bearer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2476500" y="676275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4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250" dirty="0" spc="-15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bearer:</a:t>
            </a:r>
            <a:r>
              <a:rPr lang="en-US" sz="225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TLS,</a:t>
            </a:r>
            <a:r>
              <a:rPr lang="en-US" sz="2250" dirty="0" spc="-1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250" dirty="0" spc="-1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762000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8250" y="7762875"/>
            <a:ext cx="1047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6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2476500" y="7829550"/>
            <a:ext cx="14478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Thống nhất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7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2476500" y="8382000"/>
            <a:ext cx="1447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250" dirty="0" spc="-3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7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thức,</a:t>
            </a:r>
            <a:r>
              <a:rPr lang="en-US" sz="2250" dirty="0" spc="0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250" dirty="0" spc="-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250" dirty="0" spc="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9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32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</a:t>
            </a:r>
            <a:r>
              <a:rPr lang="en-US" sz="2250" dirty="0" spc="-16" kern="0">
                <a:solidFill>
                  <a:srgbClr val="4A494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soát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07/08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f96f7340-4bd9-4b76-89b5-5cba56e076e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năm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048000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295400" y="4000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9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295400" y="4857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0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-2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77000" y="276225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0" y="3048000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54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HMAC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858000" y="4000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 Message</a:t>
            </a: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6858000" y="4857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hàm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băm,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039600" y="2762250"/>
            <a:ext cx="5334000" cy="3619500"/>
          </a:xfrm>
          <a:prstGeom prst="roundRect">
            <a:avLst>
              <a:gd name="adj" fmla="val 7368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420600" y="3048000"/>
            <a:ext cx="4572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TLS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12420600" y="40005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Transport</a:t>
            </a:r>
            <a:r>
              <a:rPr lang="en-US" sz="195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Layer</a:t>
            </a:r>
            <a:r>
              <a:rPr lang="en-US" sz="19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420600" y="4857750"/>
            <a:ext cx="4572000" cy="123825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Bảo</a:t>
            </a:r>
            <a:r>
              <a:rPr lang="en-US" sz="24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6667500"/>
            <a:ext cx="16459200" cy="2286000"/>
          </a:xfrm>
          <a:prstGeom prst="roundRect">
            <a:avLst>
              <a:gd name="adj" fmla="val 11667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6877050"/>
            <a:ext cx="571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18" name="Text richtext-1792372739333-794382422"/>
          <p:cNvSpPr/>
          <p:nvPr/>
        </p:nvSpPr>
        <p:spPr>
          <a:xfrm>
            <a:off x="1295400" y="73533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Chuẩn6750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§1.2, 3.1, 5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Chuẩn2104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§1–2</a:t>
            </a:r>
            <a:endParaRPr lang="en-US" sz="2250" dirty="0"/>
          </a:p>
        </p:txBody>
      </p:sp>
      <p:sp>
        <p:nvSpPr>
          <p:cNvPr id="19" name="Text richtext-1792372739346-250566125"/>
          <p:cNvSpPr/>
          <p:nvPr/>
        </p:nvSpPr>
        <p:spPr>
          <a:xfrm>
            <a:off x="9334500" y="73533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2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Chuẩn6749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§2.1</a:t>
            </a:r>
            <a:endParaRPr lang="en-US" sz="2250" dirty="0"/>
          </a:p>
          <a:p>
            <a:pPr algn="l" marL="285750" indent="-204151">
              <a:lnSpc>
                <a:spcPts val="3150"/>
              </a:lnSpc>
              <a:buSzPct val="100000"/>
              <a:buFont typeface="Arial"/>
              <a:buChar char="•"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Chuẩn9421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§7.1.2,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7.2.1–2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41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08/08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b811a599-96ea-4a19-834e-9c5d0c1194e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2026-10-19T01:19:32Z</dcterms:created>
  <dcterms:modified xsi:type="dcterms:W3CDTF">2026-10-19T01:19:32Z</dcterms:modified>
</cp:coreProperties>
</file>