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Linux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mấy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9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sót.</a:t>
            </a:r>
            <a:endParaRPr lang="en-US" sz="3000" dirty="0"/>
          </a:p>
        </p:txBody>
      </p:sp>
      <p:sp>
        <p:nvSpPr>
          <p:cNvPr id="5" name="Connector line-1792390972271-925839850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boot(7)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bootup(7)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sụn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endParaRPr lang="en-US" sz="2400" dirty="0"/>
          </a:p>
        </p:txBody>
      </p:sp>
      <p:sp>
        <p:nvSpPr>
          <p:cNvPr id="10" name="Connector line-1792390972286-819274712"/>
          <p:cNvSpPr/>
          <p:nvPr/>
        </p:nvSpPr>
        <p:spPr>
          <a:xfrm>
            <a:off x="1266825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90972286-15419545"/>
          <p:cNvSpPr/>
          <p:nvPr/>
        </p:nvSpPr>
        <p:spPr>
          <a:xfrm>
            <a:off x="1266825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478000" y="5429250"/>
            <a:ext cx="342900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91bfd6c9-0a55-4628-bd6f-0fbded1fc5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5334000"/>
          </a:xfrm>
          <a:prstGeom prst="roundRect">
            <a:avLst>
              <a:gd name="adj" fmla="val 50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Khung</a:t>
            </a:r>
            <a:r>
              <a:rPr lang="en-US" sz="255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4572000" cy="3619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5334000"/>
          </a:xfrm>
          <a:prstGeom prst="roundRect">
            <a:avLst>
              <a:gd name="adj" fmla="val 5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38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Khung</a:t>
            </a:r>
            <a:r>
              <a:rPr lang="en-US" sz="25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858000" y="4095750"/>
            <a:ext cx="4572000" cy="3619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thêm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5334000"/>
          </a:xfrm>
          <a:prstGeom prst="roundRect">
            <a:avLst>
              <a:gd name="adj" fmla="val 5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238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Khung</a:t>
            </a:r>
            <a:r>
              <a:rPr lang="en-US" sz="255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420600" y="4095750"/>
            <a:ext cx="4572000" cy="3619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3" name="Connector line-1792390973351-26936784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7891192-d6dc-46e8-af97-8bd367b474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Từng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71625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1–3</a:t>
            </a:r>
            <a:r>
              <a:rPr lang="en-US" sz="24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40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24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sụn:</a:t>
            </a:r>
            <a:r>
              <a:rPr lang="en-US" sz="24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nạp,</a:t>
            </a:r>
            <a:r>
              <a:rPr lang="en-US" sz="2400" dirty="0" spc="-5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POST,</a:t>
            </a:r>
            <a:r>
              <a:rPr lang="en-US" sz="2400" dirty="0" spc="-9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phát</a:t>
            </a:r>
            <a:r>
              <a:rPr lang="en-US" sz="240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hiện</a:t>
            </a:r>
            <a:r>
              <a:rPr lang="en-US" sz="24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thiết</a:t>
            </a:r>
            <a:r>
              <a:rPr lang="en-US" sz="24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bị,</a:t>
            </a:r>
            <a:r>
              <a:rPr lang="en-US" sz="240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chọn</a:t>
            </a:r>
            <a:r>
              <a:rPr lang="en-US" sz="24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thiết</a:t>
            </a:r>
            <a:r>
              <a:rPr lang="en-US" sz="240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bị</a:t>
            </a:r>
            <a:r>
              <a:rPr lang="en-US" sz="24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khởi</a:t>
            </a:r>
            <a:r>
              <a:rPr lang="en-US" sz="240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0957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4B63DC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095750"/>
            <a:ext cx="1571625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r>
              <a:rPr lang="en-US" sz="24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4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r>
              <a:rPr lang="en-US" sz="24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</a:t>
            </a:r>
            <a:r>
              <a:rPr lang="en-US" sz="24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khởi</a:t>
            </a:r>
            <a:r>
              <a:rPr lang="en-US" sz="240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24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GRUB:</a:t>
            </a:r>
            <a:r>
              <a:rPr lang="en-US" sz="240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menu</a:t>
            </a:r>
            <a:r>
              <a:rPr lang="en-US" sz="24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2400" dirty="0" spc="1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điều</a:t>
            </a:r>
            <a:r>
              <a:rPr lang="en-US" sz="24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hành,</a:t>
            </a:r>
            <a:r>
              <a:rPr lang="en-US" sz="240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54292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7C8FE6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429250"/>
            <a:ext cx="1571625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r>
              <a:rPr lang="en-US" sz="24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4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r>
              <a:rPr lang="en-US" sz="24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sẵn</a:t>
            </a:r>
            <a:r>
              <a:rPr lang="en-US" sz="24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sàng;</a:t>
            </a:r>
            <a:r>
              <a:rPr lang="en-US" sz="2400" dirty="0" spc="-2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systemd</a:t>
            </a:r>
            <a:r>
              <a:rPr lang="en-US" sz="24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4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tiến</a:t>
            </a:r>
            <a:r>
              <a:rPr lang="en-US" sz="24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r>
              <a:rPr lang="en-US" sz="2400" dirty="0" spc="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đầu</a:t>
            </a:r>
            <a:r>
              <a:rPr lang="en-US" sz="24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tiên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67627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AEBBF0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762750"/>
            <a:ext cx="1571625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6–7</a:t>
            </a:r>
            <a:r>
              <a:rPr lang="en-US" sz="24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4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tiêu mặc</a:t>
            </a:r>
            <a:r>
              <a:rPr lang="en-US" sz="2400" dirty="0" spc="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định;</a:t>
            </a:r>
            <a:r>
              <a:rPr lang="en-US" sz="24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r>
              <a:rPr lang="en-US" sz="24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 tập</a:t>
            </a:r>
            <a:r>
              <a:rPr lang="en-US" sz="24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lệnh</a:t>
            </a: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khởi</a:t>
            </a:r>
            <a:r>
              <a:rPr lang="en-US" sz="24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8096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D6DDF8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809625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8</a:t>
            </a:r>
            <a:r>
              <a:rPr lang="en-US" sz="24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4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Màn</a:t>
            </a: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r>
              <a:rPr lang="en-US" sz="24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đăng nhập</a:t>
            </a:r>
            <a:endParaRPr lang="en-US" sz="2400" dirty="0"/>
          </a:p>
        </p:txBody>
      </p:sp>
      <p:sp>
        <p:nvSpPr>
          <p:cNvPr id="14" name="Connector line-1792390974295-73078280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5693869-ea2c-4f11-9f6d-6ac9d0e1e3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800" b="1" spc="27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nói,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7048500" cy="457200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sụn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sụn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GRUB.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6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 LẬP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82200" y="38100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1724" rIns="0" bIns="-11724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217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sụn</a:t>
            </a:r>
            <a:r>
              <a:rPr lang="en-US" sz="217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khởi</a:t>
            </a:r>
            <a:r>
              <a:rPr lang="en-US" sz="217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75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17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r>
              <a:rPr lang="en-US" sz="2175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7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bộ</a:t>
            </a:r>
            <a:r>
              <a:rPr lang="en-US" sz="217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nạp;</a:t>
            </a: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7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7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sụn</a:t>
            </a: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17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75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7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982200" y="53340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1724" rIns="0" bIns="-11724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2175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17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7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175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7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</a:t>
            </a:r>
            <a:r>
              <a:rPr lang="en-US" sz="217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7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7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75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initramfs</a:t>
            </a:r>
            <a:r>
              <a:rPr lang="en-US" sz="2175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7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hệ thống</a:t>
            </a:r>
            <a:r>
              <a:rPr lang="en-US" sz="2175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7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982200" y="685800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11724" rIns="0" bIns="-11724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17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7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175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75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7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17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7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75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graphical</a:t>
            </a:r>
            <a:r>
              <a:rPr lang="en-US" sz="2175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7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multi-user</a:t>
            </a:r>
            <a:r>
              <a:rPr lang="en-US" sz="2175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target;</a:t>
            </a: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175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7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75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init, không</a:t>
            </a:r>
            <a:r>
              <a:rPr lang="en-US" sz="2175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7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7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7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systemd.</a:t>
            </a:r>
            <a:endParaRPr lang="en-US" sz="2175" dirty="0"/>
          </a:p>
        </p:txBody>
      </p:sp>
      <p:sp>
        <p:nvSpPr>
          <p:cNvPr id="12" name="Connector line-1792390975253-7691636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da43ef9-72c9-46f9-bbc9-b6282414ed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5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6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Mục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mặc</a:t>
            </a:r>
            <a:r>
              <a:rPr lang="en-US" sz="69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6667500" cy="43815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ctr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 spc="-14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78</a:t>
            </a:r>
            <a:endParaRPr lang="en-US" sz="30000" dirty="0"/>
          </a:p>
        </p:txBody>
      </p:sp>
      <p:sp>
        <p:nvSpPr>
          <p:cNvPr id="5" name="Text 3"/>
          <p:cNvSpPr/>
          <p:nvPr/>
        </p:nvSpPr>
        <p:spPr>
          <a:xfrm>
            <a:off x="914400" y="7334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vị: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572500" y="2857500"/>
            <a:ext cx="8801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53500" y="2857500"/>
            <a:ext cx="80962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572500" y="4572000"/>
            <a:ext cx="8801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53500" y="4572000"/>
            <a:ext cx="80962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41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72500" y="6286500"/>
            <a:ext cx="8801100" cy="142875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953500" y="6286500"/>
            <a:ext cx="809625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systemd:</a:t>
            </a: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đọc</a:t>
            </a: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250" dirty="0"/>
          </a:p>
        </p:txBody>
      </p:sp>
      <p:sp>
        <p:nvSpPr>
          <p:cNvPr id="12" name="Connector line-1792390976061-72627428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64c74f4-a0a9-43ea-b592-8626b872e0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2762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mẫu: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191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4191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 số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78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619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56197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động;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sụn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048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76500" y="7048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GRUB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UEFI</a:t>
            </a:r>
            <a:endParaRPr lang="en-US" sz="2250" dirty="0"/>
          </a:p>
        </p:txBody>
      </p:sp>
      <p:sp>
        <p:nvSpPr>
          <p:cNvPr id="16" name="Connector line-1792391014553-22272886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63b7f68-9b24-430f-836f-0a94929371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nói: "BIOS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GRUB,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GRUB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systemd".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tệp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gốc: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34290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Phần sụn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57800" y="4476750"/>
            <a:ext cx="34290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24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</a:t>
            </a:r>
            <a:r>
              <a:rPr lang="en-US" sz="240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GRUB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0" y="4476750"/>
            <a:ext cx="3429000" cy="1905000"/>
          </a:xfrm>
          <a:prstGeom prst="roundRect">
            <a:avLst>
              <a:gd name="adj" fmla="val 14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Nhân</a:t>
            </a:r>
            <a:r>
              <a:rPr lang="en-US" sz="240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+</a:t>
            </a:r>
            <a:r>
              <a:rPr lang="en-US" sz="24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initramfs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944600" y="4476750"/>
            <a:ext cx="34290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systemd</a:t>
            </a:r>
            <a:endParaRPr lang="en-US" sz="2400" dirty="0"/>
          </a:p>
        </p:txBody>
      </p:sp>
      <p:sp>
        <p:nvSpPr>
          <p:cNvPr id="9" name="Connector line-1792391015463-862914688"/>
          <p:cNvSpPr/>
          <p:nvPr/>
        </p:nvSpPr>
        <p:spPr>
          <a:xfrm>
            <a:off x="4343400" y="5429250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91015463-555805532"/>
          <p:cNvSpPr/>
          <p:nvPr/>
        </p:nvSpPr>
        <p:spPr>
          <a:xfrm>
            <a:off x="8686800" y="5429250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91015463-881828391"/>
          <p:cNvSpPr/>
          <p:nvPr/>
        </p:nvSpPr>
        <p:spPr>
          <a:xfrm>
            <a:off x="13030200" y="5429250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695325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 giữa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nạp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initramfs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tìm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250" dirty="0"/>
          </a:p>
        </p:txBody>
      </p:sp>
      <p:sp>
        <p:nvSpPr>
          <p:cNvPr id="13" name="Connector line-1792391015467-13293253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7fd15dc-2a93-4096-9721-84eb5a9839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 có</a:t>
            </a:r>
            <a:r>
              <a:rPr lang="en-US" sz="54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54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bước.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54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initramfs</a:t>
            </a:r>
            <a:r>
              <a:rPr lang="en-US" sz="54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4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54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4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mặc</a:t>
            </a:r>
            <a:r>
              <a:rPr lang="en-US" sz="54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54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5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7048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boot(7)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bootup(7)</a:t>
            </a:r>
            <a:endParaRPr lang="en-US" sz="2250" dirty="0"/>
          </a:p>
        </p:txBody>
      </p:sp>
      <p:sp>
        <p:nvSpPr>
          <p:cNvPr id="7" name="Connector line-1792391016319-37920408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51cb545-c759-480e-a760-00bcf4dca3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16459200" cy="590550"/>
          </a:xfrm>
          <a:prstGeom prst="roundRect">
            <a:avLst>
              <a:gd name="adj" fmla="val 2903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52700"/>
            <a:ext cx="14287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BIOS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762250" y="249555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Basic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Input/Output</a:t>
            </a:r>
            <a:r>
              <a:rPr lang="en-US" sz="18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162300"/>
            <a:ext cx="16459200" cy="590550"/>
          </a:xfrm>
          <a:prstGeom prst="roundRect">
            <a:avLst>
              <a:gd name="adj" fmla="val 2903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219450"/>
            <a:ext cx="14287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UEFI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762250" y="316230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Unified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Extensible</a:t>
            </a:r>
            <a:r>
              <a:rPr lang="en-US" sz="18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Firmware</a:t>
            </a:r>
            <a:r>
              <a:rPr lang="en-US" sz="18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 giao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sụn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829050"/>
            <a:ext cx="16459200" cy="590550"/>
          </a:xfrm>
          <a:prstGeom prst="roundRect">
            <a:avLst>
              <a:gd name="adj" fmla="val 2903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886200"/>
            <a:ext cx="14287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POST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762250" y="382905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Power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</a:t>
            </a:r>
            <a:r>
              <a:rPr lang="en-US" sz="1800" dirty="0" spc="-3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495800"/>
            <a:ext cx="16459200" cy="590550"/>
          </a:xfrm>
          <a:prstGeom prst="roundRect">
            <a:avLst>
              <a:gd name="adj" fmla="val 2903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552950"/>
            <a:ext cx="14287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GRUB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762250" y="449580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GRand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Unified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Bootloader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18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8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5162550"/>
            <a:ext cx="16459200" cy="590550"/>
          </a:xfrm>
          <a:prstGeom prst="roundRect">
            <a:avLst>
              <a:gd name="adj" fmla="val 29032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5219700"/>
            <a:ext cx="14287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CPU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762250" y="516255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8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8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5829300"/>
            <a:ext cx="16459200" cy="590550"/>
          </a:xfrm>
          <a:prstGeom prst="roundRect">
            <a:avLst>
              <a:gd name="adj" fmla="val 29032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5886450"/>
            <a:ext cx="14287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RAM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762250" y="582930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Random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truy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8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6496050"/>
            <a:ext cx="16459200" cy="590550"/>
          </a:xfrm>
          <a:prstGeom prst="roundRect">
            <a:avLst>
              <a:gd name="adj" fmla="val 29032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" y="6553200"/>
            <a:ext cx="14287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EFI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762250" y="649605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Extensible</a:t>
            </a:r>
            <a:r>
              <a:rPr lang="en-US" sz="18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Firmware</a:t>
            </a:r>
            <a:r>
              <a:rPr lang="en-US" sz="18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phần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sụn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7162800"/>
            <a:ext cx="16459200" cy="590550"/>
          </a:xfrm>
          <a:prstGeom prst="roundRect">
            <a:avLst>
              <a:gd name="adj" fmla="val 29032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7219950"/>
            <a:ext cx="14287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762250" y="716280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Operating</a:t>
            </a:r>
            <a:r>
              <a:rPr lang="en-US" sz="18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7829550"/>
            <a:ext cx="16459200" cy="590550"/>
          </a:xfrm>
          <a:prstGeom prst="roundRect">
            <a:avLst>
              <a:gd name="adj" fmla="val 29032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7886700"/>
            <a:ext cx="14287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PID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2762250" y="782955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Process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IDentifier —</a:t>
            </a:r>
            <a:r>
              <a:rPr lang="en-US" sz="18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dạng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8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86296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14400" y="89535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man-pages:</a:t>
            </a:r>
            <a:r>
              <a:rPr lang="en-US" sz="18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boot(7)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systemd:</a:t>
            </a: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bootup(7),</a:t>
            </a:r>
            <a:r>
              <a:rPr lang="en-US" sz="18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systemd.special(7)</a:t>
            </a:r>
            <a:endParaRPr lang="en-US" sz="1800" dirty="0"/>
          </a:p>
        </p:txBody>
      </p:sp>
      <p:sp>
        <p:nvSpPr>
          <p:cNvPr id="33" name="Connector line-1792391017164-414720618"/>
          <p:cNvSpPr/>
          <p:nvPr/>
        </p:nvSpPr>
        <p:spPr>
          <a:xfrm>
            <a:off x="990600" y="958215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8115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0500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2885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5270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7655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86150" y="948690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98107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208c65ee-d48a-4c3d-83ef-45ad943399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2026-10-19T06:25:09Z</dcterms:created>
  <dcterms:modified xsi:type="dcterms:W3CDTF">2026-10-19T06:25:09Z</dcterms:modified>
</cp:coreProperties>
</file>