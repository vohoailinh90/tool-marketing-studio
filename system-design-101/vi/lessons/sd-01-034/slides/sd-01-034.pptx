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Semi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906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8572500" cy="4286250"/>
          </a:xfrm>
          <a:prstGeom prst="rect">
            <a:avLst/>
          </a:prstGeom>
          <a:noFill/>
          <a:ln/>
        </p:spPr>
        <p:txBody>
          <a:bodyPr wrap="square" lIns="0" tIns="77152" rIns="0" bIns="-77152" rtlCol="0" anchor="t"/>
          <a:lstStyle/>
          <a:p>
            <a:pPr algn="l" indent="0" marL="0">
              <a:lnSpc>
                <a:spcPts val="8262"/>
              </a:lnSpc>
              <a:buNone/>
            </a:pPr>
            <a:r>
              <a:rPr lang="en-US" sz="81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Chín</a:t>
            </a:r>
            <a:r>
              <a:rPr lang="en-US" sz="8100" dirty="0" spc="-7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phương</a:t>
            </a:r>
            <a:r>
              <a:rPr lang="en-US" sz="8100" dirty="0" spc="-6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thức</a:t>
            </a:r>
            <a:r>
              <a:rPr lang="en-US" sz="8100" dirty="0" spc="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HTTP:</a:t>
            </a:r>
            <a:r>
              <a:rPr lang="en-US" sz="81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 làm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81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334000"/>
            <a:ext cx="8191500" cy="5715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30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0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nguyên,</a:t>
            </a:r>
            <a:r>
              <a:rPr lang="en-US" sz="30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30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300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endParaRPr lang="en-US" sz="3000" dirty="0"/>
          </a:p>
        </p:txBody>
      </p:sp>
      <p:sp>
        <p:nvSpPr>
          <p:cNvPr id="5" name="Connector line-1792372096410-381168651"/>
          <p:cNvSpPr/>
          <p:nvPr/>
        </p:nvSpPr>
        <p:spPr>
          <a:xfrm>
            <a:off x="914400" y="6286500"/>
            <a:ext cx="8229600" cy="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6524625"/>
            <a:ext cx="819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100" dirty="0" spc="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-2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10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cứu,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096500" y="1238250"/>
            <a:ext cx="7277100" cy="2476500"/>
          </a:xfrm>
          <a:prstGeom prst="roundRect">
            <a:avLst>
              <a:gd name="adj" fmla="val 12308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77500" y="1524000"/>
            <a:ext cx="6477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4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100" b="1" spc="14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 HỎI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477500" y="2286000"/>
            <a:ext cx="6477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GET</a:t>
            </a:r>
            <a:r>
              <a:rPr lang="en-US" sz="36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HEAD</a:t>
            </a:r>
            <a:r>
              <a:rPr lang="en-US" sz="36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OPTIONS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10096500" y="3905250"/>
            <a:ext cx="7277100" cy="2476500"/>
          </a:xfrm>
          <a:prstGeom prst="roundRect">
            <a:avLst>
              <a:gd name="adj" fmla="val 12308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77500" y="4191000"/>
            <a:ext cx="6477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8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100" b="1" spc="14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2100" b="1" spc="1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100" b="1" spc="14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0477500" y="4953000"/>
            <a:ext cx="6477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</a:t>
            </a:r>
            <a:r>
              <a:rPr lang="en-US" sz="36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PUT</a:t>
            </a:r>
            <a:r>
              <a:rPr lang="en-US" sz="3600" b="1" dirty="0" spc="-1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PATCH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10096500" y="6572250"/>
            <a:ext cx="7277100" cy="2476500"/>
          </a:xfrm>
          <a:prstGeom prst="roundRect">
            <a:avLst>
              <a:gd name="adj" fmla="val 12308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77500" y="6858000"/>
            <a:ext cx="6477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100" b="1" spc="14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100" b="1" spc="13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477500" y="7620000"/>
            <a:ext cx="6477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DELETE</a:t>
            </a:r>
            <a:r>
              <a:rPr lang="en-US" sz="3600" b="1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CONNECT</a:t>
            </a:r>
            <a:r>
              <a:rPr lang="en-US" sz="360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TRACE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b90214ad-8d5e-487c-ac05-f7ef764445d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NGUYÊN,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7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Phương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thức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6900" dirty="0" spc="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533400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14500" y="4762500"/>
            <a:ext cx="4381500" cy="1524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Cùng</a:t>
            </a:r>
            <a:r>
              <a:rPr lang="en-US" sz="33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3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tài</a:t>
            </a: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9525000" y="3238500"/>
            <a:ext cx="7239000" cy="1333500"/>
          </a:xfrm>
          <a:prstGeom prst="roundRect">
            <a:avLst>
              <a:gd name="adj" fmla="val 17143"/>
            </a:avLst>
          </a:prstGeom>
          <a:solidFill>
            <a:srgbClr val="CFE8E2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0" y="342900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 /</a:t>
            </a:r>
            <a:r>
              <a:rPr lang="en-US" sz="1950" b="1" spc="15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906000" y="3905250"/>
            <a:ext cx="647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GET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HEAD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OPTIONS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9525000" y="4857750"/>
            <a:ext cx="7239000" cy="1333500"/>
          </a:xfrm>
          <a:prstGeom prst="roundRect">
            <a:avLst>
              <a:gd name="adj" fmla="val 17143"/>
            </a:avLst>
          </a:prstGeom>
          <a:solidFill>
            <a:srgbClr val="F8D9D0"/>
          </a:solidFill>
          <a:ln/>
        </p:spPr>
      </p:sp>
      <p:sp>
        <p:nvSpPr>
          <p:cNvPr id="10" name="Text 8"/>
          <p:cNvSpPr/>
          <p:nvPr/>
        </p:nvSpPr>
        <p:spPr>
          <a:xfrm>
            <a:off x="9906000" y="504825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8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1950" b="1" spc="15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11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950" b="1" spc="15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906000" y="5524500"/>
            <a:ext cx="647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PUT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850" b="1" dirty="0" spc="-10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PATCH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9525000" y="6477000"/>
            <a:ext cx="7239000" cy="1333500"/>
          </a:xfrm>
          <a:prstGeom prst="roundRect">
            <a:avLst>
              <a:gd name="adj" fmla="val 17143"/>
            </a:avLst>
          </a:prstGeom>
          <a:solidFill>
            <a:srgbClr val="DDE3FA"/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0" y="666750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1950" b="1" spc="14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1950" b="1" spc="13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906000" y="7143750"/>
            <a:ext cx="647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DELETE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8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CONNECT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8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TRACE</a:t>
            </a:r>
            <a:endParaRPr lang="en-US" sz="2850" dirty="0"/>
          </a:p>
        </p:txBody>
      </p:sp>
      <p:sp>
        <p:nvSpPr>
          <p:cNvPr id="15" name="Connector line-1792372123849-3697587"/>
          <p:cNvSpPr/>
          <p:nvPr/>
        </p:nvSpPr>
        <p:spPr>
          <a:xfrm flipV="1">
            <a:off x="6096000" y="3905250"/>
            <a:ext cx="3429000" cy="1619250"/>
          </a:xfrm>
          <a:prstGeom prst="curvedConnector3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 w="lg" len="lg"/>
          </a:ln>
        </p:spPr>
      </p:sp>
      <p:sp>
        <p:nvSpPr>
          <p:cNvPr id="16" name="Connector line-1792372123850-644187971"/>
          <p:cNvSpPr/>
          <p:nvPr/>
        </p:nvSpPr>
        <p:spPr>
          <a:xfrm>
            <a:off x="6096000" y="5524500"/>
            <a:ext cx="3429000" cy="95"/>
          </a:xfrm>
          <a:custGeom>
            <a:avLst/>
            <a:gdLst/>
            <a:ahLst/>
            <a:cxnLst/>
            <a:rect l="l" t="t" r="r" b="b"/>
            <a:pathLst>
              <a:path w="3429000" h="95">
                <a:moveTo>
                  <a:pt x="0" y="0"/>
                </a:moveTo>
                <a:lnTo>
                  <a:pt x="1714500" y="0"/>
                </a:lnTo>
                <a:lnTo>
                  <a:pt x="1714500" y="0"/>
                </a:lnTo>
                <a:lnTo>
                  <a:pt x="3429000" y="0"/>
                </a:lnTo>
              </a:path>
            </a:pathLst>
          </a:custGeom>
          <a:ln w="38100">
            <a:solidFill>
              <a:srgbClr val="E8472B"/>
            </a:solidFill>
            <a:prstDash val="solid"/>
            <a:headEnd type="none"/>
            <a:tailEnd type="triangle" w="lg" len="lg"/>
          </a:ln>
        </p:spPr>
      </p:sp>
      <p:sp>
        <p:nvSpPr>
          <p:cNvPr id="17" name="Connector line-1792372123850-88154041"/>
          <p:cNvSpPr/>
          <p:nvPr/>
        </p:nvSpPr>
        <p:spPr>
          <a:xfrm>
            <a:off x="6096000" y="5524500"/>
            <a:ext cx="3429000" cy="1619250"/>
          </a:xfrm>
          <a:prstGeom prst="curvedConnector3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triangle" w="lg" len="lg"/>
          </a:ln>
        </p:spPr>
      </p:sp>
      <p:sp>
        <p:nvSpPr>
          <p:cNvPr id="18" name="Text 16"/>
          <p:cNvSpPr/>
          <p:nvPr/>
        </p:nvSpPr>
        <p:spPr>
          <a:xfrm>
            <a:off x="914400" y="847725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Ba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nhóm</a:t>
            </a:r>
            <a:r>
              <a:rPr lang="en-US" sz="255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25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r>
              <a:rPr lang="en-US" sz="2550" dirty="0" spc="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cứu,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 phải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danh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sách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đủ.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748e33ad-5971-4232-8620-e81c933cd08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 1 ·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Lấy,</a:t>
            </a:r>
            <a:r>
              <a:rPr lang="en-US" sz="6900" dirty="0" spc="-8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xem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thông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tin,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 khả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4953000" cy="4381500"/>
          </a:xfrm>
          <a:prstGeom prst="rect">
            <a:avLst/>
          </a:prstGeom>
          <a:noFill/>
          <a:ln/>
        </p:spPr>
        <p:txBody>
          <a:bodyPr wrap="square" lIns="0" tIns="335280" rIns="0" bIns="-335280" rtlCol="0" anchor="t"/>
          <a:lstStyle/>
          <a:p>
            <a:pPr algn="l" indent="0" marL="0">
              <a:lnSpc>
                <a:spcPts val="33000"/>
              </a:lnSpc>
              <a:buNone/>
            </a:pPr>
            <a:r>
              <a:rPr lang="en-US" sz="33000" dirty="0" spc="-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3000" dirty="0"/>
          </a:p>
        </p:txBody>
      </p:sp>
      <p:sp>
        <p:nvSpPr>
          <p:cNvPr id="5" name="Text 3"/>
          <p:cNvSpPr/>
          <p:nvPr/>
        </p:nvSpPr>
        <p:spPr>
          <a:xfrm>
            <a:off x="914400" y="7239000"/>
            <a:ext cx="5334000" cy="1047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phương</a:t>
            </a:r>
            <a:r>
              <a:rPr lang="en-US" sz="27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thức</a:t>
            </a:r>
            <a:r>
              <a:rPr lang="en-US" sz="27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27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270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667500" y="2952750"/>
            <a:ext cx="10706100" cy="1714500"/>
          </a:xfrm>
          <a:prstGeom prst="roundRect">
            <a:avLst>
              <a:gd name="adj" fmla="val 15556"/>
            </a:avLst>
          </a:prstGeom>
          <a:solidFill>
            <a:srgbClr val="CFE8E2"/>
          </a:solidFill>
          <a:ln/>
        </p:spPr>
      </p:sp>
      <p:sp>
        <p:nvSpPr>
          <p:cNvPr id="7" name="Text 5"/>
          <p:cNvSpPr/>
          <p:nvPr/>
        </p:nvSpPr>
        <p:spPr>
          <a:xfrm>
            <a:off x="7048500" y="3190875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GET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048500" y="390525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5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 hiện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667500" y="4857750"/>
            <a:ext cx="10706100" cy="1714500"/>
          </a:xfrm>
          <a:prstGeom prst="roundRect">
            <a:avLst>
              <a:gd name="adj" fmla="val 1555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8500" y="5095875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HEAD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048500" y="581025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Như</a:t>
            </a:r>
            <a:r>
              <a:rPr lang="en-US" sz="2700" dirty="0" spc="-4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GET,</a:t>
            </a:r>
            <a:r>
              <a:rPr lang="en-US" sz="27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thân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 hồi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6667500" y="6762750"/>
            <a:ext cx="10706100" cy="1714500"/>
          </a:xfrm>
          <a:prstGeom prst="roundRect">
            <a:avLst>
              <a:gd name="adj" fmla="val 1555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8500" y="7000875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 spc="-1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OPTIONS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048500" y="771525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03/09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0a1e3ef0-81dd-4954-8c51-1a04ba2dbbe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800" b="1" spc="26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5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Gửi</a:t>
            </a:r>
            <a:r>
              <a:rPr lang="en-US" sz="6900" dirty="0" spc="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đi:</a:t>
            </a:r>
            <a:r>
              <a:rPr lang="en-US" sz="69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xử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lý,</a:t>
            </a:r>
            <a:r>
              <a:rPr lang="en-US" sz="69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thay,</a:t>
            </a:r>
            <a:r>
              <a:rPr lang="en-US" sz="6900" dirty="0" spc="-5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5334000" cy="40005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286125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 spc="-2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</a:t>
            </a:r>
            <a:endParaRPr lang="en-US" sz="4800" dirty="0"/>
          </a:p>
        </p:txBody>
      </p:sp>
      <p:sp>
        <p:nvSpPr>
          <p:cNvPr id="6" name="Text richtext-1792372154730-582802383"/>
          <p:cNvSpPr/>
          <p:nvPr/>
        </p:nvSpPr>
        <p:spPr>
          <a:xfrm>
            <a:off x="1295400" y="4381500"/>
            <a:ext cx="4572000" cy="3524250"/>
          </a:xfrm>
          <a:prstGeom prst="rect">
            <a:avLst/>
          </a:prstGeom>
          <a:noFill/>
          <a:ln/>
        </p:spPr>
        <p:txBody>
          <a:bodyPr wrap="square" lIns="0" tIns="1715" rIns="0" bIns="-1715" rtlCol="0" anchor="t"/>
          <a:lstStyle/>
          <a:p>
            <a:pPr algn="l" marL="342900" indent="-244981">
              <a:lnSpc>
                <a:spcPts val="3915"/>
              </a:lnSpc>
              <a:buSzPct val="100000"/>
              <a:buFont typeface="Arial"/>
              <a:buChar char="•"/>
            </a:pPr>
            <a:r>
              <a:rPr lang="en-US" sz="2700" dirty="0" spc="-9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ngữ nghĩa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endParaRPr lang="en-US" sz="2700" dirty="0"/>
          </a:p>
          <a:p>
            <a:pPr algn="l" marL="342900" indent="-244981">
              <a:lnSpc>
                <a:spcPts val="3915"/>
              </a:lnSpc>
              <a:buSzPct val="100000"/>
              <a:buFont typeface="Arial"/>
              <a:buChar char="•"/>
            </a:pP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77000" y="2952750"/>
            <a:ext cx="5334000" cy="40005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3286125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PUT</a:t>
            </a:r>
            <a:endParaRPr lang="en-US" sz="4800" dirty="0"/>
          </a:p>
        </p:txBody>
      </p:sp>
      <p:sp>
        <p:nvSpPr>
          <p:cNvPr id="9" name="Text richtext-1792372154759-436592288"/>
          <p:cNvSpPr/>
          <p:nvPr/>
        </p:nvSpPr>
        <p:spPr>
          <a:xfrm>
            <a:off x="6858000" y="4381500"/>
            <a:ext cx="4572000" cy="3524250"/>
          </a:xfrm>
          <a:prstGeom prst="rect">
            <a:avLst/>
          </a:prstGeom>
          <a:noFill/>
          <a:ln/>
        </p:spPr>
        <p:txBody>
          <a:bodyPr wrap="square" lIns="0" tIns="1715" rIns="0" bIns="-1715" rtlCol="0" anchor="t"/>
          <a:lstStyle/>
          <a:p>
            <a:pPr algn="l" marL="342900" indent="-244981">
              <a:lnSpc>
                <a:spcPts val="3915"/>
              </a:lnSpc>
              <a:buSzPct val="100000"/>
              <a:buFont typeface="Arial"/>
              <a:buChar char="•"/>
            </a:pPr>
            <a:r>
              <a:rPr lang="en-US" sz="2700" dirty="0" spc="-8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7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70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endParaRPr lang="en-US" sz="2700" dirty="0"/>
          </a:p>
          <a:p>
            <a:pPr algn="l" marL="342900" indent="-244981">
              <a:lnSpc>
                <a:spcPts val="3915"/>
              </a:lnSpc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Bằng biểu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700" dirty="0" spc="4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2039600" y="2952750"/>
            <a:ext cx="5334000" cy="40005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20600" y="3286125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 spc="-21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PATCH</a:t>
            </a:r>
            <a:endParaRPr lang="en-US" sz="4800" dirty="0"/>
          </a:p>
        </p:txBody>
      </p:sp>
      <p:sp>
        <p:nvSpPr>
          <p:cNvPr id="12" name="Text richtext-1792372154769-312656674"/>
          <p:cNvSpPr/>
          <p:nvPr/>
        </p:nvSpPr>
        <p:spPr>
          <a:xfrm>
            <a:off x="12420600" y="4381500"/>
            <a:ext cx="4572000" cy="3524250"/>
          </a:xfrm>
          <a:prstGeom prst="rect">
            <a:avLst/>
          </a:prstGeom>
          <a:noFill/>
          <a:ln/>
        </p:spPr>
        <p:txBody>
          <a:bodyPr wrap="square" lIns="0" tIns="1715" rIns="0" bIns="-1715" rtlCol="0" anchor="t"/>
          <a:lstStyle/>
          <a:p>
            <a:pPr algn="l" marL="342900" indent="-244981">
              <a:lnSpc>
                <a:spcPts val="3915"/>
              </a:lnSpc>
              <a:buSzPct val="100000"/>
              <a:buFont typeface="Arial"/>
              <a:buChar char="•"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Áp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7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7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2700" dirty="0"/>
          </a:p>
          <a:p>
            <a:pPr algn="l" marL="342900" indent="-244981">
              <a:lnSpc>
                <a:spcPts val="3915"/>
              </a:lnSpc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chỉ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PUT ít</a:t>
            </a:r>
            <a:r>
              <a:rPr lang="en-US" sz="27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623fa71c-2e86-481e-be7c-b45ae03a459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 3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6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800" b="1" spc="2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1800" b="1" spc="29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9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Gỡ,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6900" dirty="0" spc="-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hầm,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chẩn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đoán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609600"/>
          </a:xfrm>
          <a:prstGeom prst="roundRect">
            <a:avLst>
              <a:gd name="adj" fmla="val 25000"/>
            </a:avLst>
          </a:prstGeom>
          <a:solidFill>
            <a:srgbClr val="DDE3FA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299085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5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PHƯƠNG</a:t>
            </a:r>
            <a:r>
              <a:rPr lang="en-US" sz="1800" b="1" spc="15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715000" y="299085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5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1800" b="1" spc="13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800" b="1" spc="14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800" b="1" spc="14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8250" y="3810000"/>
            <a:ext cx="419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DELETE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5715000" y="3762375"/>
            <a:ext cx="1143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Gỡ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 hiện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5715000" y="4286250"/>
            <a:ext cx="1143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25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r>
              <a:rPr lang="en-US" sz="225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250" dirty="0" spc="-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</p:txBody>
      </p:sp>
      <p:sp>
        <p:nvSpPr>
          <p:cNvPr id="10" name="Connector line-1792372173401-710126935"/>
          <p:cNvSpPr/>
          <p:nvPr/>
        </p:nvSpPr>
        <p:spPr>
          <a:xfrm>
            <a:off x="914400" y="5048250"/>
            <a:ext cx="164592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238250" y="5429250"/>
            <a:ext cx="419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-3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CONNECT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5715000" y="5524500"/>
            <a:ext cx="1143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</a:t>
            </a:r>
            <a:endParaRPr lang="en-US" sz="2550" dirty="0"/>
          </a:p>
        </p:txBody>
      </p:sp>
      <p:sp>
        <p:nvSpPr>
          <p:cNvPr id="13" name="Connector line-1792372173404-428897780"/>
          <p:cNvSpPr/>
          <p:nvPr/>
        </p:nvSpPr>
        <p:spPr>
          <a:xfrm>
            <a:off x="914400" y="6477000"/>
            <a:ext cx="164592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238250" y="6858000"/>
            <a:ext cx="419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-2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TRACE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5715000" y="6953250"/>
            <a:ext cx="1143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 chiếu thông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chẩn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550" dirty="0" spc="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fe9ea47e-ebf7-4096-a5c3-956f7ff0a24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</a:t>
            </a:r>
            <a:r>
              <a:rPr lang="en-US" sz="1800" b="1" spc="29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nhóm,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</a:t>
            </a:r>
            <a:r>
              <a:rPr lang="en-US" sz="6900" dirty="0" spc="-6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phương</a:t>
            </a:r>
            <a:r>
              <a:rPr lang="en-US" sz="6900" dirty="0" spc="-5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714500"/>
          </a:xfrm>
          <a:prstGeom prst="roundRect">
            <a:avLst>
              <a:gd name="adj" fmla="val 15556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048000"/>
            <a:ext cx="1333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857500" y="3095625"/>
            <a:ext cx="857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3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/</a:t>
            </a: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857500" y="3762375"/>
            <a:ext cx="1409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GET</a:t>
            </a:r>
            <a:r>
              <a:rPr lang="en-US" sz="27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7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HEAD</a:t>
            </a:r>
            <a:r>
              <a:rPr lang="en-US" sz="27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70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OPTIONS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4762500"/>
            <a:ext cx="16459200" cy="1714500"/>
          </a:xfrm>
          <a:prstGeom prst="roundRect">
            <a:avLst>
              <a:gd name="adj" fmla="val 15556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4953000"/>
            <a:ext cx="1333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2857500" y="5000625"/>
            <a:ext cx="857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Gửi</a:t>
            </a:r>
            <a:r>
              <a:rPr lang="en-US" sz="3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/</a:t>
            </a: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36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857500" y="5667375"/>
            <a:ext cx="1409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</a:t>
            </a:r>
            <a:r>
              <a:rPr lang="en-US" sz="27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7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PUT</a:t>
            </a:r>
            <a:r>
              <a:rPr lang="en-US" sz="27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700" b="1" dirty="0" spc="-10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PATCH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14400" y="6667500"/>
            <a:ext cx="16459200" cy="1714500"/>
          </a:xfrm>
          <a:prstGeom prst="roundRect">
            <a:avLst>
              <a:gd name="adj" fmla="val 15556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333500" y="6858000"/>
            <a:ext cx="1333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2857500" y="6905625"/>
            <a:ext cx="857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 việc</a:t>
            </a: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857500" y="7572375"/>
            <a:ext cx="1409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DELETE</a:t>
            </a:r>
            <a:r>
              <a:rPr lang="en-US" sz="27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700" b="1" dirty="0" spc="-2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CONNECT</a:t>
            </a:r>
            <a:r>
              <a:rPr lang="en-US" sz="27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700" b="1" dirty="0" spc="-1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TRACE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14400" y="8620125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2250" dirty="0" spc="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250" dirty="0" spc="-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250" dirty="0" spc="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cứu,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2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2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đủ.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79fac665-90e0-4365-bea2-758300b377f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2382500" cy="2047875"/>
          </a:xfrm>
          <a:prstGeom prst="rect">
            <a:avLst/>
          </a:prstGeom>
          <a:noFill/>
          <a:ln/>
        </p:spPr>
        <p:txBody>
          <a:bodyPr wrap="square" lIns="0" tIns="52578" rIns="0" bIns="-52578" rtlCol="0" anchor="t"/>
          <a:lstStyle/>
          <a:p>
            <a:pPr algn="l" indent="0" marL="0">
              <a:lnSpc>
                <a:spcPts val="7452"/>
              </a:lnSpc>
              <a:buNone/>
            </a:pP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Lần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tìm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thấy: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mất</a:t>
            </a:r>
            <a:r>
              <a:rPr lang="en-US" sz="69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idempotent?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4287500" y="1390650"/>
            <a:ext cx="3086100" cy="1143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Không.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2190750" y="3524250"/>
            <a:ext cx="3619500" cy="800100"/>
          </a:xfrm>
          <a:prstGeom prst="roundRect">
            <a:avLst>
              <a:gd name="adj" fmla="val 2619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2477750" y="3524250"/>
            <a:ext cx="3619500" cy="800100"/>
          </a:xfrm>
          <a:prstGeom prst="roundRect">
            <a:avLst>
              <a:gd name="adj" fmla="val 2619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250" dirty="0"/>
          </a:p>
        </p:txBody>
      </p:sp>
      <p:sp>
        <p:nvSpPr>
          <p:cNvPr id="7" name="Connector line-1792372204694-224675562"/>
          <p:cNvSpPr/>
          <p:nvPr/>
        </p:nvSpPr>
        <p:spPr>
          <a:xfrm>
            <a:off x="4000500" y="4324350"/>
            <a:ext cx="0" cy="3486150"/>
          </a:xfrm>
          <a:prstGeom prst="line">
            <a:avLst/>
          </a:prstGeom>
          <a:noFill/>
          <a:ln w="28575">
            <a:solidFill>
              <a:srgbClr val="B9B2A2"/>
            </a:solidFill>
            <a:prstDash val="lgDash"/>
            <a:headEnd type="none"/>
            <a:tailEnd type="none"/>
          </a:ln>
        </p:spPr>
      </p:sp>
      <p:sp>
        <p:nvSpPr>
          <p:cNvPr id="8" name="Connector line-1792372204695-597465004"/>
          <p:cNvSpPr/>
          <p:nvPr/>
        </p:nvSpPr>
        <p:spPr>
          <a:xfrm>
            <a:off x="14287500" y="4324350"/>
            <a:ext cx="0" cy="3486150"/>
          </a:xfrm>
          <a:prstGeom prst="line">
            <a:avLst/>
          </a:prstGeom>
          <a:noFill/>
          <a:ln w="28575">
            <a:solidFill>
              <a:srgbClr val="B9B2A2"/>
            </a:solidFill>
            <a:prstDash val="lgDash"/>
            <a:headEnd type="none"/>
            <a:tailEnd type="none"/>
          </a:ln>
        </p:spPr>
      </p:sp>
      <p:sp>
        <p:nvSpPr>
          <p:cNvPr id="9" name="Connector line-1792372204695-262350187"/>
          <p:cNvSpPr/>
          <p:nvPr/>
        </p:nvSpPr>
        <p:spPr>
          <a:xfrm>
            <a:off x="4000500" y="5048250"/>
            <a:ext cx="101917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381500" y="4524375"/>
            <a:ext cx="952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DELETE</a:t>
            </a:r>
            <a:r>
              <a:rPr lang="en-US" sz="24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/notes/42</a:t>
            </a:r>
            <a:endParaRPr lang="en-US" sz="2400" dirty="0"/>
          </a:p>
        </p:txBody>
      </p:sp>
      <p:sp>
        <p:nvSpPr>
          <p:cNvPr id="11" name="Connector line-1792372204697-958854217"/>
          <p:cNvSpPr/>
          <p:nvPr/>
        </p:nvSpPr>
        <p:spPr>
          <a:xfrm flipH="1">
            <a:off x="4095750" y="5905500"/>
            <a:ext cx="101917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381500" y="5381625"/>
            <a:ext cx="952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</a:t>
            </a:r>
            <a:r>
              <a:rPr lang="en-US" sz="2250" dirty="0" spc="2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250" dirty="0" spc="1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2250" dirty="0" spc="-4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endParaRPr lang="en-US" sz="2250" dirty="0"/>
          </a:p>
        </p:txBody>
      </p:sp>
      <p:sp>
        <p:nvSpPr>
          <p:cNvPr id="13" name="Connector line-1792372204699-545183723"/>
          <p:cNvSpPr/>
          <p:nvPr/>
        </p:nvSpPr>
        <p:spPr>
          <a:xfrm>
            <a:off x="4000500" y="6858000"/>
            <a:ext cx="101917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lgDash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381500" y="6334125"/>
            <a:ext cx="952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DELETE</a:t>
            </a:r>
            <a:r>
              <a:rPr lang="en-US" sz="24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/notes/42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40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nữa</a:t>
            </a:r>
            <a:endParaRPr lang="en-US" sz="2400" dirty="0"/>
          </a:p>
        </p:txBody>
      </p:sp>
      <p:sp>
        <p:nvSpPr>
          <p:cNvPr id="15" name="Connector line-1792372204701-403734620"/>
          <p:cNvSpPr/>
          <p:nvPr/>
        </p:nvSpPr>
        <p:spPr>
          <a:xfrm flipH="1">
            <a:off x="4095750" y="7715250"/>
            <a:ext cx="101917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381500" y="7191375"/>
            <a:ext cx="952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4</a:t>
            </a:r>
            <a:r>
              <a:rPr lang="en-US" sz="2250" dirty="0" spc="2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250" dirty="0" spc="-5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250" dirty="0" spc="2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tìm</a:t>
            </a:r>
            <a:r>
              <a:rPr lang="en-US" sz="2250" dirty="0" spc="-8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thấy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14400" y="800100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DDE3FA"/>
          </a:solidFill>
          <a:ln/>
        </p:spPr>
      </p:sp>
      <p:sp>
        <p:nvSpPr>
          <p:cNvPr id="18" name="Text 16"/>
          <p:cNvSpPr/>
          <p:nvPr/>
        </p:nvSpPr>
        <p:spPr>
          <a:xfrm>
            <a:off x="1333500" y="8115300"/>
            <a:ext cx="1581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Idempotent</a:t>
            </a:r>
            <a:r>
              <a:rPr lang="en-US" sz="225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250" b="1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ứng,</a:t>
            </a: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hồi.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333500" y="8553450"/>
            <a:ext cx="1581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Đích</a:t>
            </a:r>
            <a:r>
              <a:rPr lang="en-US" sz="21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còn</a:t>
            </a:r>
            <a:r>
              <a:rPr lang="en-US" sz="21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100" dirty="0" spc="-2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100" dirty="0" spc="-1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100" dirty="0" spc="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100" dirty="0" spc="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a786051f-39d4-473a-8840-ec2fb04a596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 KHI</a:t>
            </a: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1800" b="1" spc="28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5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Gửi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an</a:t>
            </a: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4762500"/>
          </a:xfrm>
          <a:prstGeom prst="roundRect">
            <a:avLst>
              <a:gd name="adj" fmla="val 5600"/>
            </a:avLst>
          </a:prstGeom>
          <a:solidFill>
            <a:srgbClr val="CFE8E2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190875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NGỮ</a:t>
            </a:r>
            <a:r>
              <a:rPr lang="en-US" sz="1950" b="1" spc="15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1950" b="1" spc="14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IDEMPOTENT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3500" y="3810000"/>
            <a:ext cx="7239000" cy="123825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GET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HEAD</a:t>
            </a:r>
            <a:r>
              <a:rPr lang="en-US" sz="30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OPTIONS</a:t>
            </a:r>
            <a:endParaRPr lang="en-US" sz="3000" dirty="0"/>
          </a:p>
          <a:p>
            <a:pPr algn="l" indent="0" marL="0">
              <a:lnSpc>
                <a:spcPts val="4200"/>
              </a:lnSpc>
              <a:buNone/>
            </a:pPr>
            <a:r>
              <a:rPr lang="en-US" sz="30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TRACE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PUT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DELETE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33500" y="55245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1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hứa</a:t>
            </a:r>
            <a:r>
              <a:rPr lang="en-US" sz="2400" dirty="0" spc="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1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400" dirty="0" spc="-1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372600" y="2857500"/>
            <a:ext cx="8001000" cy="4762500"/>
          </a:xfrm>
          <a:prstGeom prst="roundRect">
            <a:avLst>
              <a:gd name="adj" fmla="val 5600"/>
            </a:avLst>
          </a:prstGeom>
          <a:solidFill>
            <a:srgbClr val="F8D9D0"/>
          </a:solidFill>
          <a:ln/>
        </p:spPr>
      </p:sp>
      <p:sp>
        <p:nvSpPr>
          <p:cNvPr id="9" name="Text 7"/>
          <p:cNvSpPr/>
          <p:nvPr/>
        </p:nvSpPr>
        <p:spPr>
          <a:xfrm>
            <a:off x="9791700" y="3190875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b="1" spc="13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1950" b="1" spc="15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950" b="1" spc="14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IDEMPOTENT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791700" y="381000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</a:t>
            </a:r>
            <a:r>
              <a:rPr lang="en-US" sz="3000" b="1" dirty="0" spc="-9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PATCH</a:t>
            </a:r>
            <a:endParaRPr lang="en-US" sz="3000" dirty="0"/>
          </a:p>
        </p:txBody>
      </p:sp>
      <p:sp>
        <p:nvSpPr>
          <p:cNvPr id="11" name="Text richtext-1792372222669-119847928"/>
          <p:cNvSpPr/>
          <p:nvPr/>
        </p:nvSpPr>
        <p:spPr>
          <a:xfrm>
            <a:off x="9791700" y="4667250"/>
            <a:ext cx="7239000" cy="2857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-1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POST: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chống</a:t>
            </a:r>
            <a:r>
              <a:rPr lang="en-US" sz="2400" dirty="0" spc="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</a:t>
            </a: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400" dirty="0" spc="1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400" dirty="0" spc="2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400" dirty="0" spc="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-9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PATCH:</a:t>
            </a: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“đặt</a:t>
            </a:r>
            <a:r>
              <a:rPr lang="en-US" sz="2400" dirty="0" spc="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 10” khác</a:t>
            </a:r>
            <a:r>
              <a:rPr lang="en-US" sz="2400" dirty="0" spc="-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“tăng</a:t>
            </a: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10”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8096250"/>
            <a:ext cx="10477500" cy="857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Đọc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hợp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đồng</a:t>
            </a:r>
            <a:r>
              <a:rPr lang="en-US" sz="24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2400" dirty="0" spc="4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d2a4eb9b-55f5-46db-ad1a-9f215d336eb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tắt,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5905500"/>
          </a:xfrm>
          <a:prstGeom prst="roundRect">
            <a:avLst>
              <a:gd name="adj" fmla="val 4516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238500"/>
            <a:ext cx="7239000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00" dirty="0" spc="37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8100" dirty="0"/>
          </a:p>
        </p:txBody>
      </p:sp>
      <p:sp>
        <p:nvSpPr>
          <p:cNvPr id="6" name="Text 4"/>
          <p:cNvSpPr/>
          <p:nvPr/>
        </p:nvSpPr>
        <p:spPr>
          <a:xfrm>
            <a:off x="1295400" y="46672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9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9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95400" y="523875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7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trao</a:t>
            </a:r>
            <a:r>
              <a:rPr lang="en-US" sz="27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70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cầu,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 hồi</a:t>
            </a:r>
            <a:r>
              <a:rPr lang="en-US" sz="27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295400" y="68580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68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250" dirty="0" spc="4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250" dirty="0" spc="1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250" dirty="0" spc="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 GET là</a:t>
            </a:r>
            <a:r>
              <a:rPr lang="en-US" sz="2250" dirty="0" spc="3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-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258300" y="2857500"/>
            <a:ext cx="8115300" cy="5905500"/>
          </a:xfrm>
          <a:prstGeom prst="roundRect">
            <a:avLst>
              <a:gd name="adj" fmla="val 4516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9639300" y="323850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1" name="Text richtext-1792372244431-774508581"/>
          <p:cNvSpPr/>
          <p:nvPr/>
        </p:nvSpPr>
        <p:spPr>
          <a:xfrm>
            <a:off x="9639300" y="3905250"/>
            <a:ext cx="7429500" cy="4000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25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body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Ngữ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 chuẩn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§9.2.2,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§9.3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550" dirty="0" spc="-9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</a:t>
            </a:r>
            <a:r>
              <a:rPr lang="en-US" sz="25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5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5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1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PATCH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§2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9592f738-9a40-4d53-979e-b5ce0912eca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2026-10-19T03:03:50Z</dcterms:created>
  <dcterms:modified xsi:type="dcterms:W3CDTF">2026-10-19T03:03:50Z</dcterms:modified>
</cp:coreProperties>
</file>