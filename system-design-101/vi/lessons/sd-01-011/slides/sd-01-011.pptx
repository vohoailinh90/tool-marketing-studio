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Medium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0477500" cy="2286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cân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1915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máy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nổi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r>
              <a:rPr lang="en-US" sz="28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nên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ngừng.</a:t>
            </a:r>
            <a:endParaRPr lang="en-US" sz="2850" dirty="0"/>
          </a:p>
        </p:txBody>
      </p:sp>
      <p:sp>
        <p:nvSpPr>
          <p:cNvPr id="5" name="Connector line-1792296203460-311906181"/>
          <p:cNvSpPr/>
          <p:nvPr/>
        </p:nvSpPr>
        <p:spPr>
          <a:xfrm>
            <a:off x="914400" y="7048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1045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14400" y="81153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19500" y="741045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350" dirty="0"/>
          </a:p>
        </p:txBody>
      </p:sp>
      <p:sp>
        <p:nvSpPr>
          <p:cNvPr id="9" name="Text 7"/>
          <p:cNvSpPr/>
          <p:nvPr/>
        </p:nvSpPr>
        <p:spPr>
          <a:xfrm>
            <a:off x="3619500" y="81153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 toán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67500" y="741045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6667500" y="81153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9620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2192000" y="2857500"/>
            <a:ext cx="3619500" cy="2095500"/>
          </a:xfrm>
          <a:custGeom>
            <a:avLst/>
            <a:gdLst/>
            <a:ahLst/>
            <a:cxnLst/>
            <a:rect l="l" t="t" r="r" b="b"/>
            <a:pathLst>
              <a:path w="3619500" h="2095500">
                <a:moveTo>
                  <a:pt x="0" y="2095500"/>
                </a:moveTo>
                <a:cubicBezTo>
                  <a:pt x="1619250" y="2095500"/>
                  <a:pt x="1905000" y="0"/>
                  <a:pt x="3619500" y="0"/>
                </a:cubicBezTo>
              </a:path>
            </a:pathLst>
          </a:custGeom>
          <a:ln w="57150">
            <a:solidFill>
              <a:srgbClr val="7C9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0" y="4248150"/>
            <a:ext cx="3619500" cy="704850"/>
          </a:xfrm>
          <a:custGeom>
            <a:avLst/>
            <a:gdLst/>
            <a:ahLst/>
            <a:cxnLst/>
            <a:rect l="l" t="t" r="r" b="b"/>
            <a:pathLst>
              <a:path w="3619500" h="704850">
                <a:moveTo>
                  <a:pt x="0" y="704850"/>
                </a:moveTo>
                <a:cubicBezTo>
                  <a:pt x="1619250" y="704850"/>
                  <a:pt x="1905000" y="0"/>
                  <a:pt x="3619500" y="0"/>
                </a:cubicBezTo>
              </a:path>
            </a:pathLst>
          </a:custGeom>
          <a:ln w="57150">
            <a:solidFill>
              <a:srgbClr val="3D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0" y="4953000"/>
            <a:ext cx="3619500" cy="704850"/>
          </a:xfrm>
          <a:custGeom>
            <a:avLst/>
            <a:gdLst/>
            <a:ahLst/>
            <a:cxnLst/>
            <a:rect l="l" t="t" r="r" b="b"/>
            <a:pathLst>
              <a:path w="3619500" h="704850">
                <a:moveTo>
                  <a:pt x="0" y="0"/>
                </a:moveTo>
                <a:cubicBezTo>
                  <a:pt x="1619250" y="0"/>
                  <a:pt x="1905000" y="704850"/>
                  <a:pt x="3619500" y="704850"/>
                </a:cubicBezTo>
              </a:path>
            </a:pathLst>
          </a:custGeom>
          <a:ln w="57150">
            <a:solidFill>
              <a:srgbClr val="FFB4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92000" y="4953000"/>
            <a:ext cx="3619500" cy="2095500"/>
          </a:xfrm>
          <a:custGeom>
            <a:avLst/>
            <a:gdLst/>
            <a:ahLst/>
            <a:cxnLst/>
            <a:rect l="l" t="t" r="r" b="b"/>
            <a:pathLst>
              <a:path w="3619500" h="2095500">
                <a:moveTo>
                  <a:pt x="0" y="0"/>
                </a:moveTo>
                <a:cubicBezTo>
                  <a:pt x="1619250" y="0"/>
                  <a:pt x="1905000" y="2095500"/>
                  <a:pt x="3619500" y="2095500"/>
                </a:cubicBezTo>
              </a:path>
            </a:pathLst>
          </a:custGeom>
          <a:ln w="57150">
            <a:solidFill>
              <a:srgbClr val="FF6A4D"/>
            </a:solidFill>
            <a:prstDash val="solid"/>
          </a:ln>
        </p:spPr>
      </p:sp>
      <p:sp>
        <p:nvSpPr>
          <p:cNvPr id="17" name="Connector line-1792296203490-907061415"/>
          <p:cNvSpPr/>
          <p:nvPr/>
        </p:nvSpPr>
        <p:spPr>
          <a:xfrm>
            <a:off x="10325100" y="4953000"/>
            <a:ext cx="43815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867900" y="4724400"/>
            <a:ext cx="457200" cy="457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53340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763250" y="4629150"/>
            <a:ext cx="1428750" cy="6477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21" name="Text 19"/>
          <p:cNvSpPr/>
          <p:nvPr/>
        </p:nvSpPr>
        <p:spPr>
          <a:xfrm>
            <a:off x="10763250" y="4629150"/>
            <a:ext cx="1428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811500" y="2590800"/>
            <a:ext cx="1619250" cy="533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11500" y="2590800"/>
            <a:ext cx="1619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811500" y="3981450"/>
            <a:ext cx="1619250" cy="533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811500" y="3981450"/>
            <a:ext cx="1619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811500" y="5391150"/>
            <a:ext cx="1619250" cy="533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811500" y="5391150"/>
            <a:ext cx="1619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811500" y="6781800"/>
            <a:ext cx="1619250" cy="533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811500" y="6781800"/>
            <a:ext cx="1619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67900" y="7905750"/>
            <a:ext cx="7562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LB</a:t>
            </a:r>
            <a:r>
              <a:rPr lang="en-US" sz="180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1dea7f82-8547-4656-b4e7-083271488f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906000" cy="2000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7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(LB)</a:t>
            </a:r>
            <a:r>
              <a:rPr lang="en-US" sz="2700" dirty="0" spc="1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700" dirty="0" spc="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2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4857750"/>
            <a:ext cx="46672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123950" y="5048250"/>
            <a:ext cx="457200" cy="4572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123950" y="50482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71650" y="5048250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5867400"/>
            <a:ext cx="46672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123950" y="60579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123950" y="6057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71650" y="6057900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Sẵn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6877050"/>
            <a:ext cx="46672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950" y="706755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" y="70675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71650" y="7067550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772150" y="4857750"/>
            <a:ext cx="46672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81700" y="5048250"/>
            <a:ext cx="457200" cy="4572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Text 17"/>
          <p:cNvSpPr/>
          <p:nvPr/>
        </p:nvSpPr>
        <p:spPr>
          <a:xfrm>
            <a:off x="5981700" y="50482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5048250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772150" y="5867400"/>
            <a:ext cx="46672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81700" y="6057900"/>
            <a:ext cx="457200" cy="4572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3" name="Text 21"/>
          <p:cNvSpPr/>
          <p:nvPr/>
        </p:nvSpPr>
        <p:spPr>
          <a:xfrm>
            <a:off x="5981700" y="6057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29400" y="6057900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4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772150" y="6877050"/>
            <a:ext cx="466725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81700" y="706755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5981700" y="70675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29400" y="7067550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4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239500" y="914400"/>
            <a:ext cx="6134100" cy="7905750"/>
          </a:xfrm>
          <a:prstGeom prst="roundRect">
            <a:avLst>
              <a:gd name="adj" fmla="val 4969"/>
            </a:avLst>
          </a:prstGeom>
          <a:solidFill>
            <a:srgbClr val="1F3FD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72900" y="1447800"/>
            <a:ext cx="533400" cy="533400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915775" y="1619250"/>
            <a:ext cx="257175" cy="200025"/>
          </a:xfrm>
          <a:custGeom>
            <a:avLst/>
            <a:gdLst/>
            <a:ahLst/>
            <a:cxnLst/>
            <a:rect l="l" t="t" r="r" b="b"/>
            <a:pathLst>
              <a:path w="257175" h="200025">
                <a:moveTo>
                  <a:pt x="0" y="104775"/>
                </a:moveTo>
                <a:lnTo>
                  <a:pt x="95250" y="200025"/>
                </a:lnTo>
                <a:lnTo>
                  <a:pt x="257175" y="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72900" y="2438400"/>
            <a:ext cx="514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C7CFF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650" b="1" spc="227" kern="0" dirty="0">
                <a:solidFill>
                  <a:srgbClr val="C7CFF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772900" y="2857500"/>
            <a:ext cx="5143500" cy="1905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2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Hiểu</a:t>
            </a:r>
            <a:r>
              <a:rPr lang="en-US" sz="3000" dirty="0" spc="-3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sáu</a:t>
            </a:r>
            <a:r>
              <a:rPr lang="en-US" sz="3000" dirty="0" spc="1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</a:t>
            </a:r>
            <a:r>
              <a:rPr lang="en-US" sz="3000" dirty="0" spc="-1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3000" dirty="0" spc="-3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3000" dirty="0" spc="1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LB,</a:t>
            </a:r>
            <a:r>
              <a:rPr lang="en-US" sz="3000" dirty="0" spc="-21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3000" dirty="0" spc="19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3000" dirty="0" spc="1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LB</a:t>
            </a:r>
            <a:r>
              <a:rPr lang="en-US" sz="3000" dirty="0" spc="-4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3000" dirty="0" spc="2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3000" dirty="0" spc="-1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3000" dirty="0" spc="11" kern="0">
                <a:solidFill>
                  <a:srgbClr val="FFFF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được.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13239750" y="6572250"/>
            <a:ext cx="2952750" cy="723900"/>
          </a:xfrm>
          <a:custGeom>
            <a:avLst/>
            <a:gdLst/>
            <a:ahLst/>
            <a:cxnLst/>
            <a:rect l="l" t="t" r="r" b="b"/>
            <a:pathLst>
              <a:path w="2952750" h="723900">
                <a:moveTo>
                  <a:pt x="0" y="723900"/>
                </a:moveTo>
                <a:cubicBezTo>
                  <a:pt x="1238250" y="723900"/>
                  <a:pt x="1619250" y="0"/>
                  <a:pt x="2952750" y="0"/>
                </a:cubicBezTo>
              </a:path>
            </a:pathLst>
          </a:custGeom>
          <a:ln w="47625">
            <a:solidFill>
              <a:srgbClr val="DDE3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239750" y="7296150"/>
            <a:ext cx="2952750" cy="9144"/>
          </a:xfrm>
          <a:custGeom>
            <a:avLst/>
            <a:gdLst/>
            <a:ahLst/>
            <a:cxnLst/>
            <a:rect l="l" t="t" r="r" b="b"/>
            <a:pathLst>
              <a:path w="2952750" h="9144">
                <a:moveTo>
                  <a:pt x="0" y="0"/>
                </a:moveTo>
                <a:cubicBezTo>
                  <a:pt x="1238250" y="0"/>
                  <a:pt x="1619250" y="0"/>
                  <a:pt x="2952750" y="0"/>
                </a:cubicBezTo>
              </a:path>
            </a:pathLst>
          </a:custGeom>
          <a:ln w="47625">
            <a:solidFill>
              <a:srgbClr val="CFE8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239750" y="7296150"/>
            <a:ext cx="2952750" cy="723900"/>
          </a:xfrm>
          <a:custGeom>
            <a:avLst/>
            <a:gdLst/>
            <a:ahLst/>
            <a:cxnLst/>
            <a:rect l="l" t="t" r="r" b="b"/>
            <a:pathLst>
              <a:path w="2952750" h="723900">
                <a:moveTo>
                  <a:pt x="0" y="0"/>
                </a:moveTo>
                <a:cubicBezTo>
                  <a:pt x="1238250" y="0"/>
                  <a:pt x="1619250" y="723900"/>
                  <a:pt x="2952750" y="723900"/>
                </a:cubicBezTo>
              </a:path>
            </a:pathLst>
          </a:custGeom>
          <a:ln w="47625">
            <a:solidFill>
              <a:srgbClr val="F3DF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096750" y="7048500"/>
            <a:ext cx="11430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2096750" y="7048500"/>
            <a:ext cx="114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6192500" y="6457950"/>
            <a:ext cx="228600" cy="228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6192500" y="7181850"/>
            <a:ext cx="228600" cy="228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6192500" y="7905750"/>
            <a:ext cx="228600" cy="228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Connector line-1792296270540-71841093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4" name="Shape 4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5" name="Shape 4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6e2b8f82-7af8-4b9b-bc22-d73f5122d1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 1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2000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72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mở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ngang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LB</a:t>
            </a:r>
            <a:r>
              <a:rPr lang="en-US" sz="25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5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3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667250"/>
            <a:ext cx="7239000" cy="609600"/>
          </a:xfrm>
          <a:prstGeom prst="roundRect">
            <a:avLst>
              <a:gd name="adj" fmla="val 28125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4667250"/>
            <a:ext cx="6762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tròn</a:t>
            </a:r>
            <a:pPr algn="l" indent="0" marL="0">
              <a:buNone/>
            </a:pP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5391150"/>
            <a:ext cx="7239000" cy="609600"/>
          </a:xfrm>
          <a:prstGeom prst="roundRect">
            <a:avLst>
              <a:gd name="adj" fmla="val 2812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5391150"/>
            <a:ext cx="6762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22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pPr algn="l" indent="0" marL="0">
              <a:buNone/>
            </a:pP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rảnh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115050"/>
            <a:ext cx="7239000" cy="609600"/>
          </a:xfrm>
          <a:prstGeom prst="roundRect">
            <a:avLst>
              <a:gd name="adj" fmla="val 28125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6115050"/>
            <a:ext cx="6762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pPr algn="l" indent="0" marL="0">
              <a:buNone/>
            </a:pP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7010400"/>
            <a:ext cx="7239000" cy="1866900"/>
          </a:xfrm>
          <a:prstGeom prst="roundRect">
            <a:avLst>
              <a:gd name="adj" fmla="val 14286"/>
            </a:avLst>
          </a:prstGeom>
          <a:solidFill>
            <a:srgbClr val="DDE3FA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72771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1650" b="1" spc="21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16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33500" y="765810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20550" y="133350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2020550" y="13335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17" name="Connector line-1792296307950-287804723"/>
          <p:cNvSpPr/>
          <p:nvPr/>
        </p:nvSpPr>
        <p:spPr>
          <a:xfrm>
            <a:off x="12973050" y="1943100"/>
            <a:ext cx="0" cy="8191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8" name="Shape 16"/>
          <p:cNvSpPr/>
          <p:nvPr/>
        </p:nvSpPr>
        <p:spPr>
          <a:xfrm>
            <a:off x="12258675" y="281940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9" name="Text 17"/>
          <p:cNvSpPr/>
          <p:nvPr/>
        </p:nvSpPr>
        <p:spPr>
          <a:xfrm>
            <a:off x="12258675" y="2819400"/>
            <a:ext cx="1428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2250" dirty="0"/>
          </a:p>
        </p:txBody>
      </p:sp>
      <p:sp>
        <p:nvSpPr>
          <p:cNvPr id="20" name="Connector line-1792296307953-97740110"/>
          <p:cNvSpPr/>
          <p:nvPr/>
        </p:nvSpPr>
        <p:spPr>
          <a:xfrm flipH="1">
            <a:off x="9953625" y="3467100"/>
            <a:ext cx="3019425" cy="175260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21" name="Connector line-1792296307953-205431121"/>
          <p:cNvSpPr/>
          <p:nvPr/>
        </p:nvSpPr>
        <p:spPr>
          <a:xfrm flipH="1">
            <a:off x="11953875" y="3467100"/>
            <a:ext cx="1019175" cy="175260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22" name="Connector line-1792296307954-694809151"/>
          <p:cNvSpPr/>
          <p:nvPr/>
        </p:nvSpPr>
        <p:spPr>
          <a:xfrm>
            <a:off x="12973050" y="3467100"/>
            <a:ext cx="981075" cy="175260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23" name="Connector line-1792296307954-635618824"/>
          <p:cNvSpPr/>
          <p:nvPr/>
        </p:nvSpPr>
        <p:spPr>
          <a:xfrm>
            <a:off x="12973050" y="3467100"/>
            <a:ext cx="2981325" cy="1752600"/>
          </a:xfrm>
          <a:prstGeom prst="line">
            <a:avLst/>
          </a:prstGeom>
          <a:noFill/>
          <a:ln w="38100">
            <a:solidFill>
              <a:srgbClr val="1F3FD1"/>
            </a:solidFill>
            <a:prstDash val="lgDash"/>
            <a:headEnd type="none"/>
            <a:tailEnd type="triangle" w="lg" len="lg"/>
          </a:ln>
        </p:spPr>
      </p:sp>
      <p:sp>
        <p:nvSpPr>
          <p:cNvPr id="24" name="Shape 22"/>
          <p:cNvSpPr/>
          <p:nvPr/>
        </p:nvSpPr>
        <p:spPr>
          <a:xfrm>
            <a:off x="9144000" y="5295900"/>
            <a:ext cx="161925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5295900"/>
            <a:ext cx="1619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144250" y="5295900"/>
            <a:ext cx="161925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44250" y="5295900"/>
            <a:ext cx="1619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3144500" y="5295900"/>
            <a:ext cx="161925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144500" y="5295900"/>
            <a:ext cx="1619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5144750" y="5295900"/>
            <a:ext cx="1619250" cy="1143000"/>
          </a:xfrm>
          <a:prstGeom prst="roundRect">
            <a:avLst>
              <a:gd name="adj" fmla="val 16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lgDash"/>
          </a:ln>
        </p:spPr>
      </p:sp>
      <p:sp>
        <p:nvSpPr>
          <p:cNvPr id="31" name="Text 29"/>
          <p:cNvSpPr/>
          <p:nvPr/>
        </p:nvSpPr>
        <p:spPr>
          <a:xfrm>
            <a:off x="15144750" y="5295900"/>
            <a:ext cx="1619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</a:t>
            </a:r>
            <a:r>
              <a:rPr lang="en-US" sz="195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144000" y="6705600"/>
            <a:ext cx="5619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 toán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954250" y="6705600"/>
            <a:ext cx="200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tải</a:t>
            </a:r>
            <a:r>
              <a:rPr lang="en-US" sz="180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1800" dirty="0" spc="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180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953500" y="8001000"/>
            <a:ext cx="8039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dirty="0" spc="-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1800" dirty="0"/>
          </a:p>
        </p:txBody>
      </p:sp>
      <p:sp>
        <p:nvSpPr>
          <p:cNvPr id="35" name="Connector line-1792296307969-83178243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 03/10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b2d4003b-5491-43c8-aef6-e0f27f2368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5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2000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bị</a:t>
            </a:r>
            <a:r>
              <a:rPr lang="en-US" sz="72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2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LB theo</a:t>
            </a:r>
            <a:r>
              <a:rPr lang="en-US" sz="30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dõi</a:t>
            </a:r>
            <a:r>
              <a:rPr lang="en-US" sz="3000" dirty="0" spc="1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sức</a:t>
            </a:r>
            <a:r>
              <a:rPr lang="en-US" sz="3000" dirty="0" spc="-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khỏe</a:t>
            </a:r>
            <a:r>
              <a:rPr lang="en-US" sz="3000" dirty="0" spc="2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3000" dirty="0" spc="-1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2291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dirty="0" spc="-2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kỳ,</a:t>
            </a: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r>
              <a:rPr lang="en-US" sz="25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loại,</a:t>
            </a:r>
            <a:r>
              <a:rPr lang="en-US" sz="255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096000"/>
            <a:ext cx="72390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64389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33500" y="6896100"/>
            <a:ext cx="64008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LB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 Cần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0" name="Connector line-1792296349935-803919372"/>
          <p:cNvSpPr/>
          <p:nvPr/>
        </p:nvSpPr>
        <p:spPr>
          <a:xfrm>
            <a:off x="12039600" y="2019300"/>
            <a:ext cx="1828800" cy="0"/>
          </a:xfrm>
          <a:prstGeom prst="line">
            <a:avLst/>
          </a:prstGeom>
          <a:noFill/>
          <a:ln w="28575">
            <a:solidFill>
              <a:srgbClr val="3DD6A0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572750" y="171450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2750" y="1714500"/>
            <a:ext cx="1428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3906500" y="171450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12141B"/>
          </a:solidFill>
          <a:ln w="28575">
            <a:solidFill>
              <a:srgbClr val="3DD6A0"/>
            </a:solidFill>
            <a:prstDash val="lgDash"/>
          </a:ln>
        </p:spPr>
      </p:sp>
      <p:sp>
        <p:nvSpPr>
          <p:cNvPr id="14" name="Text 12"/>
          <p:cNvSpPr/>
          <p:nvPr/>
        </p:nvSpPr>
        <p:spPr>
          <a:xfrm>
            <a:off x="13906500" y="1714500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LB dự</a:t>
            </a:r>
            <a:r>
              <a:rPr lang="en-US" sz="1950" dirty="0" spc="-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</a:t>
            </a:r>
            <a:endParaRPr lang="en-US" sz="1950" dirty="0"/>
          </a:p>
        </p:txBody>
      </p:sp>
      <p:sp>
        <p:nvSpPr>
          <p:cNvPr id="15" name="Connector line-1792296349942-576077893"/>
          <p:cNvSpPr/>
          <p:nvPr/>
        </p:nvSpPr>
        <p:spPr>
          <a:xfrm flipH="1">
            <a:off x="10239375" y="2362200"/>
            <a:ext cx="1047750" cy="243840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16" name="Connector line-1792296349942-700149061"/>
          <p:cNvSpPr/>
          <p:nvPr/>
        </p:nvSpPr>
        <p:spPr>
          <a:xfrm>
            <a:off x="11287125" y="2362200"/>
            <a:ext cx="1685925" cy="243840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296349942-279459763"/>
          <p:cNvSpPr/>
          <p:nvPr/>
        </p:nvSpPr>
        <p:spPr>
          <a:xfrm>
            <a:off x="11287125" y="2362200"/>
            <a:ext cx="4419600" cy="2514600"/>
          </a:xfrm>
          <a:prstGeom prst="line">
            <a:avLst/>
          </a:prstGeom>
          <a:noFill/>
          <a:ln w="28575">
            <a:solidFill>
              <a:srgbClr val="6B6F80"/>
            </a:solidFill>
            <a:prstDash val="sysDash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3306425" y="3409950"/>
            <a:ext cx="419100" cy="419100"/>
          </a:xfrm>
          <a:prstGeom prst="ellipse">
            <a:avLst/>
          </a:prstGeom>
          <a:solidFill>
            <a:srgbClr val="12141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9" name="Connector line-1792296349943-816138085"/>
          <p:cNvSpPr/>
          <p:nvPr/>
        </p:nvSpPr>
        <p:spPr>
          <a:xfrm>
            <a:off x="13430250" y="3533775"/>
            <a:ext cx="171450" cy="1714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0" name="Connector line-1792296349943-247023702"/>
          <p:cNvSpPr/>
          <p:nvPr/>
        </p:nvSpPr>
        <p:spPr>
          <a:xfrm flipH="1">
            <a:off x="13430250" y="3533775"/>
            <a:ext cx="171450" cy="1714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429750" y="4876800"/>
            <a:ext cx="1619250" cy="1143000"/>
          </a:xfrm>
          <a:prstGeom prst="roundRect">
            <a:avLst>
              <a:gd name="adj" fmla="val 16667"/>
            </a:avLst>
          </a:prstGeom>
          <a:solidFill>
            <a:srgbClr val="12141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29750" y="4876800"/>
            <a:ext cx="1619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163425" y="4876800"/>
            <a:ext cx="1619250" cy="1143000"/>
          </a:xfrm>
          <a:prstGeom prst="roundRect">
            <a:avLst>
              <a:gd name="adj" fmla="val 16667"/>
            </a:avLst>
          </a:prstGeom>
          <a:solidFill>
            <a:srgbClr val="12141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3425" y="4876800"/>
            <a:ext cx="1619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4897100" y="4876800"/>
            <a:ext cx="1619250" cy="1143000"/>
          </a:xfrm>
          <a:prstGeom prst="roundRect">
            <a:avLst>
              <a:gd name="adj" fmla="val 16667"/>
            </a:avLst>
          </a:prstGeom>
          <a:solidFill>
            <a:srgbClr val="12141B"/>
          </a:solidFill>
          <a:ln w="28575">
            <a:solidFill>
              <a:srgbClr val="FF6A4D"/>
            </a:solidFill>
            <a:prstDash val="lgDash"/>
          </a:ln>
        </p:spPr>
      </p:sp>
      <p:sp>
        <p:nvSpPr>
          <p:cNvPr id="26" name="Text 24"/>
          <p:cNvSpPr/>
          <p:nvPr/>
        </p:nvSpPr>
        <p:spPr>
          <a:xfrm>
            <a:off x="14897100" y="4876800"/>
            <a:ext cx="1619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429750" y="6210300"/>
            <a:ext cx="1619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khỏe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163425" y="6210300"/>
            <a:ext cx="1619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khỏe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706600" y="6210300"/>
            <a:ext cx="200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bị</a:t>
            </a:r>
            <a:r>
              <a:rPr lang="en-US" sz="180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1800" dirty="0" spc="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khỏi</a:t>
            </a:r>
            <a:r>
              <a:rPr lang="en-US" sz="18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953500" y="7429500"/>
            <a:ext cx="8039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LB kiểm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953500" y="7867650"/>
            <a:ext cx="8039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endParaRPr lang="en-US" sz="1800" dirty="0"/>
          </a:p>
        </p:txBody>
      </p:sp>
      <p:sp>
        <p:nvSpPr>
          <p:cNvPr id="32" name="Connector line-1792296349961-22976610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d4742234-4dfd-4261-b60a-8740829623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ctr"/>
          <a:lstStyle/>
          <a:p>
            <a:pPr algn="l" indent="0" marL="0">
              <a:lnSpc>
                <a:spcPts val="8820"/>
              </a:lnSpc>
              <a:buNone/>
            </a:pPr>
            <a:r>
              <a:rPr lang="en-US" sz="84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thúc TLS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7813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6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3000" dirty="0" spc="-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3000" dirty="0" spc="-17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</a:t>
            </a:r>
            <a:r>
              <a:rPr lang="en-US" sz="3000" dirty="0" spc="-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tại</a:t>
            </a:r>
            <a:r>
              <a:rPr lang="en-US" sz="300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55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r>
              <a:rPr lang="en-US" sz="2550" dirty="0" spc="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5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 ở</a:t>
            </a:r>
            <a:r>
              <a:rPr lang="en-US" sz="255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LB.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096000"/>
            <a:ext cx="7239000" cy="2476500"/>
          </a:xfrm>
          <a:prstGeom prst="roundRect">
            <a:avLst>
              <a:gd name="adj" fmla="val 10769"/>
            </a:avLst>
          </a:prstGeom>
          <a:solidFill>
            <a:srgbClr val="F3DFB8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64389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b="1" spc="20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33500" y="6896100"/>
            <a:ext cx="64008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LB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48750" y="1333500"/>
            <a:ext cx="7848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 TLS tại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LB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953750" y="1905000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25500" y="190500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đã</a:t>
            </a:r>
            <a:r>
              <a:rPr lang="en-US" sz="180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180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1800" dirty="0"/>
          </a:p>
        </p:txBody>
      </p:sp>
      <p:sp>
        <p:nvSpPr>
          <p:cNvPr id="13" name="Connector line-1792296382326-152493172"/>
          <p:cNvSpPr/>
          <p:nvPr/>
        </p:nvSpPr>
        <p:spPr>
          <a:xfrm>
            <a:off x="10991850" y="2495550"/>
            <a:ext cx="1209675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296382327-794626315"/>
          <p:cNvSpPr/>
          <p:nvPr/>
        </p:nvSpPr>
        <p:spPr>
          <a:xfrm>
            <a:off x="13725525" y="2495550"/>
            <a:ext cx="1209675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15" name="Shape 13"/>
          <p:cNvSpPr/>
          <p:nvPr/>
        </p:nvSpPr>
        <p:spPr>
          <a:xfrm>
            <a:off x="9048750" y="2190750"/>
            <a:ext cx="19050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9048750" y="2190750"/>
            <a:ext cx="19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2258675" y="219075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12258675" y="2190750"/>
            <a:ext cx="1428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4992350" y="2190750"/>
            <a:ext cx="19050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0" name="Text 18"/>
          <p:cNvSpPr/>
          <p:nvPr/>
        </p:nvSpPr>
        <p:spPr>
          <a:xfrm>
            <a:off x="14992350" y="2190750"/>
            <a:ext cx="19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020550" y="291465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180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1800" dirty="0"/>
          </a:p>
        </p:txBody>
      </p:sp>
      <p:sp>
        <p:nvSpPr>
          <p:cNvPr id="22" name="Connector line-1792296382335-695338711"/>
          <p:cNvSpPr/>
          <p:nvPr/>
        </p:nvSpPr>
        <p:spPr>
          <a:xfrm>
            <a:off x="9048750" y="4000500"/>
            <a:ext cx="7848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9048750" y="4476750"/>
            <a:ext cx="7848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bảo</a:t>
            </a:r>
            <a:r>
              <a:rPr lang="en-US" sz="19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953750" y="5048250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525500" y="504825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8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26" name="Connector line-1792296382342-8766718"/>
          <p:cNvSpPr/>
          <p:nvPr/>
        </p:nvSpPr>
        <p:spPr>
          <a:xfrm>
            <a:off x="10991850" y="5638800"/>
            <a:ext cx="1209675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7" name="Connector line-1792296382342-809171742"/>
          <p:cNvSpPr/>
          <p:nvPr/>
        </p:nvSpPr>
        <p:spPr>
          <a:xfrm>
            <a:off x="13725525" y="5638800"/>
            <a:ext cx="1209675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48750" y="5334000"/>
            <a:ext cx="19050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9" name="Text 27"/>
          <p:cNvSpPr/>
          <p:nvPr/>
        </p:nvSpPr>
        <p:spPr>
          <a:xfrm>
            <a:off x="9048750" y="5334000"/>
            <a:ext cx="19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258675" y="533400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12258675" y="5334000"/>
            <a:ext cx="1428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4992350" y="5334000"/>
            <a:ext cx="19050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33" name="Text 31"/>
          <p:cNvSpPr/>
          <p:nvPr/>
        </p:nvSpPr>
        <p:spPr>
          <a:xfrm>
            <a:off x="14992350" y="5334000"/>
            <a:ext cx="19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4706600" y="6096000"/>
            <a:ext cx="247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8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953500" y="7810500"/>
            <a:ext cx="8039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ở LB</a:t>
            </a:r>
            <a:endParaRPr lang="en-US" sz="1800" dirty="0"/>
          </a:p>
        </p:txBody>
      </p:sp>
      <p:sp>
        <p:nvSpPr>
          <p:cNvPr id="36" name="Connector line-1792296382350-95650245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5fb51e8d-7208-4442-90ea-86b317f100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ctr"/>
          <a:lstStyle/>
          <a:p>
            <a:pPr algn="l" indent="0" marL="0">
              <a:lnSpc>
                <a:spcPts val="8820"/>
              </a:lnSpc>
              <a:buNone/>
            </a:pPr>
            <a:r>
              <a:rPr lang="en-US" sz="8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84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7813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Cùng</a:t>
            </a:r>
            <a:r>
              <a:rPr lang="en-US" sz="3000" dirty="0" spc="1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dùng,</a:t>
            </a:r>
            <a:r>
              <a:rPr lang="en-US" sz="300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3000" dirty="0" spc="-9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1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dirty="0" spc="2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5524500"/>
            <a:ext cx="723900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58674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33500" y="6324600"/>
            <a:ext cx="6400800" cy="2000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spcAft>
                <a:spcPts val="1050"/>
              </a:spcAft>
              <a:buNone/>
            </a:pPr>
            <a:r>
              <a:rPr lang="en-US" sz="2550" dirty="0" spc="-7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 bị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lệch.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20550" y="142875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1" name="Text 9"/>
          <p:cNvSpPr/>
          <p:nvPr/>
        </p:nvSpPr>
        <p:spPr>
          <a:xfrm>
            <a:off x="12020550" y="14287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dirty="0" spc="-3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4135100" y="1504950"/>
            <a:ext cx="1333500" cy="419100"/>
          </a:xfrm>
          <a:prstGeom prst="roundRect">
            <a:avLst>
              <a:gd name="adj" fmla="val 50000"/>
            </a:avLst>
          </a:prstGeom>
          <a:solidFill>
            <a:srgbClr val="12141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35100" y="150495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cookie</a:t>
            </a:r>
            <a:endParaRPr lang="en-US" sz="1650" dirty="0"/>
          </a:p>
        </p:txBody>
      </p:sp>
      <p:sp>
        <p:nvSpPr>
          <p:cNvPr id="14" name="Connector line-1792296411254-417377235"/>
          <p:cNvSpPr/>
          <p:nvPr/>
        </p:nvSpPr>
        <p:spPr>
          <a:xfrm>
            <a:off x="12973050" y="2038350"/>
            <a:ext cx="0" cy="76200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5" name="Shape 13"/>
          <p:cNvSpPr/>
          <p:nvPr/>
        </p:nvSpPr>
        <p:spPr>
          <a:xfrm>
            <a:off x="12258675" y="2857500"/>
            <a:ext cx="1428750" cy="609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6" name="Text 14"/>
          <p:cNvSpPr/>
          <p:nvPr/>
        </p:nvSpPr>
        <p:spPr>
          <a:xfrm>
            <a:off x="12258675" y="2857500"/>
            <a:ext cx="1428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2250" dirty="0"/>
          </a:p>
        </p:txBody>
      </p:sp>
      <p:sp>
        <p:nvSpPr>
          <p:cNvPr id="17" name="Connector line-1792296411255-179486934"/>
          <p:cNvSpPr/>
          <p:nvPr/>
        </p:nvSpPr>
        <p:spPr>
          <a:xfrm flipH="1">
            <a:off x="10239375" y="3505200"/>
            <a:ext cx="2733675" cy="129540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296411256-965854427"/>
          <p:cNvSpPr/>
          <p:nvPr/>
        </p:nvSpPr>
        <p:spPr>
          <a:xfrm>
            <a:off x="12973050" y="3505200"/>
            <a:ext cx="0" cy="1371600"/>
          </a:xfrm>
          <a:prstGeom prst="line">
            <a:avLst/>
          </a:prstGeom>
          <a:noFill/>
          <a:ln w="28575">
            <a:solidFill>
              <a:srgbClr val="2D3140"/>
            </a:solidFill>
            <a:prstDash val="sysDash"/>
            <a:headEnd type="none"/>
            <a:tailEnd type="none"/>
          </a:ln>
        </p:spPr>
      </p:sp>
      <p:sp>
        <p:nvSpPr>
          <p:cNvPr id="19" name="Connector line-1792296411256-827096108"/>
          <p:cNvSpPr/>
          <p:nvPr/>
        </p:nvSpPr>
        <p:spPr>
          <a:xfrm>
            <a:off x="12973050" y="3505200"/>
            <a:ext cx="2733675" cy="1371600"/>
          </a:xfrm>
          <a:prstGeom prst="line">
            <a:avLst/>
          </a:prstGeom>
          <a:noFill/>
          <a:ln w="28575">
            <a:solidFill>
              <a:srgbClr val="2D3140"/>
            </a:solidFill>
            <a:prstDash val="sysDash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9144000" y="38481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luôn</a:t>
            </a:r>
            <a:r>
              <a:rPr lang="en-US" sz="1800" dirty="0" spc="-1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18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1800" dirty="0" spc="-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29750" y="4876800"/>
            <a:ext cx="1619250" cy="1143000"/>
          </a:xfrm>
          <a:prstGeom prst="roundRect">
            <a:avLst>
              <a:gd name="adj" fmla="val 16667"/>
            </a:avLst>
          </a:prstGeom>
          <a:solidFill>
            <a:srgbClr val="12141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29750" y="4876800"/>
            <a:ext cx="1619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163425" y="4876800"/>
            <a:ext cx="1619250" cy="1143000"/>
          </a:xfrm>
          <a:prstGeom prst="roundRect">
            <a:avLst>
              <a:gd name="adj" fmla="val 16667"/>
            </a:avLst>
          </a:prstGeom>
          <a:solidFill>
            <a:srgbClr val="12141B"/>
          </a:solidFill>
          <a:ln w="28575">
            <a:solidFill>
              <a:srgbClr val="2D31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3425" y="4876800"/>
            <a:ext cx="1619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6B6F8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0" kern="0">
                <a:solidFill>
                  <a:srgbClr val="6B6F8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4897100" y="4876800"/>
            <a:ext cx="1619250" cy="1143000"/>
          </a:xfrm>
          <a:prstGeom prst="roundRect">
            <a:avLst>
              <a:gd name="adj" fmla="val 16667"/>
            </a:avLst>
          </a:prstGeom>
          <a:solidFill>
            <a:srgbClr val="12141B"/>
          </a:solidFill>
          <a:ln w="28575">
            <a:solidFill>
              <a:srgbClr val="2D31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97100" y="4876800"/>
            <a:ext cx="1619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6B6F8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0" kern="0">
                <a:solidFill>
                  <a:srgbClr val="6B6F8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096375" y="62103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18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1800" dirty="0" spc="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 đây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163425" y="6210300"/>
            <a:ext cx="43529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953500" y="7620000"/>
            <a:ext cx="803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10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10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100" dirty="0"/>
          </a:p>
        </p:txBody>
      </p:sp>
      <p:sp>
        <p:nvSpPr>
          <p:cNvPr id="30" name="Connector line-1792296411268-71684601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bd894fc2-0315-4154-9b01-f1c48b3a058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ctr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LB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 làm</a:t>
            </a:r>
            <a:r>
              <a:rPr lang="en-US" sz="7800" dirty="0" spc="-9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LB</a:t>
            </a:r>
            <a:r>
              <a:rPr lang="en-US" sz="25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tự</a:t>
            </a:r>
            <a:r>
              <a:rPr lang="en-US" sz="25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2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3714750"/>
            <a:ext cx="527685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0150" y="4076700"/>
            <a:ext cx="190500" cy="190500"/>
          </a:xfrm>
          <a:prstGeom prst="ellipse">
            <a:avLst/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7" name="Connector line-1792296445640-61682467"/>
          <p:cNvSpPr/>
          <p:nvPr/>
        </p:nvSpPr>
        <p:spPr>
          <a:xfrm>
            <a:off x="1428750" y="4171950"/>
            <a:ext cx="43815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95400" y="45148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Nút</a:t>
            </a:r>
            <a:r>
              <a:rPr lang="en-US" sz="30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</a:t>
            </a:r>
            <a:r>
              <a:rPr lang="en-US" sz="30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chai</a:t>
            </a:r>
            <a:r>
              <a:rPr lang="en-US" sz="3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30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30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95400" y="5753100"/>
            <a:ext cx="4572000" cy="2571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chai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giúp.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05575" y="3714750"/>
            <a:ext cx="527685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91325" y="4076700"/>
            <a:ext cx="190500" cy="190500"/>
          </a:xfrm>
          <a:prstGeom prst="ellipse">
            <a:avLst/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2" name="Connector line-1792296445646-445574253"/>
          <p:cNvSpPr/>
          <p:nvPr/>
        </p:nvSpPr>
        <p:spPr>
          <a:xfrm>
            <a:off x="7019925" y="4171950"/>
            <a:ext cx="438150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6886575" y="45148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3000" dirty="0" spc="-1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3000" dirty="0" spc="-3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sức</a:t>
            </a:r>
            <a:r>
              <a:rPr lang="en-US" sz="30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khỏe</a:t>
            </a:r>
            <a:r>
              <a:rPr lang="en-US" sz="30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 sâu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86575" y="5753100"/>
            <a:ext cx="4572000" cy="2571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00" dirty="0" spc="-2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mọi</a:t>
            </a:r>
            <a:r>
              <a:rPr lang="en-US" sz="24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bị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096750" y="3714750"/>
            <a:ext cx="5276850" cy="4953000"/>
          </a:xfrm>
          <a:prstGeom prst="roundRect">
            <a:avLst>
              <a:gd name="adj" fmla="val 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82500" y="4076700"/>
            <a:ext cx="190500" cy="190500"/>
          </a:xfrm>
          <a:prstGeom prst="ellipse">
            <a:avLst/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7" name="Connector line-1792296445654-274574303"/>
          <p:cNvSpPr/>
          <p:nvPr/>
        </p:nvSpPr>
        <p:spPr>
          <a:xfrm>
            <a:off x="12611100" y="4171950"/>
            <a:ext cx="43815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2477750" y="45148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3000" dirty="0" spc="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tầng,</a:t>
            </a:r>
            <a:r>
              <a:rPr lang="en-US" sz="30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30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</a:t>
            </a:r>
            <a:r>
              <a:rPr lang="en-US" sz="30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477750" y="5753100"/>
            <a:ext cx="4572000" cy="2571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5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dirty="0" spc="-3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nhanh,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dung.</a:t>
            </a:r>
            <a:r>
              <a:rPr lang="en-US" sz="2400" dirty="0" spc="-4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4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400" dirty="0" spc="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đường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2400" dirty="0" spc="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hơn.</a:t>
            </a:r>
            <a:endParaRPr lang="en-US" sz="2400" dirty="0"/>
          </a:p>
        </p:txBody>
      </p:sp>
      <p:sp>
        <p:nvSpPr>
          <p:cNvPr id="20" name="Connector line-1792296445660-18810340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e49d56b9-3b96-4a18-9618-4d645760a1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72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LB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5" name="Connector line-1792296469432-34333653"/>
          <p:cNvSpPr/>
          <p:nvPr/>
        </p:nvSpPr>
        <p:spPr>
          <a:xfrm>
            <a:off x="1143000" y="3238500"/>
            <a:ext cx="4953000" cy="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3619500"/>
            <a:ext cx="514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Thăm</a:t>
            </a:r>
            <a:r>
              <a:rPr lang="en-US" sz="31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</a:t>
            </a:r>
            <a:r>
              <a:rPr lang="en-US" sz="3150" dirty="0" spc="-3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sức</a:t>
            </a:r>
            <a:r>
              <a:rPr lang="en-US" sz="31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khỏe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5048250" cy="3048000"/>
          </a:xfrm>
          <a:prstGeom prst="rect">
            <a:avLst/>
          </a:prstGeom>
          <a:noFill/>
          <a:ln/>
        </p:spPr>
        <p:txBody>
          <a:bodyPr wrap="square" lIns="0" tIns="1524" rIns="0" bIns="-1524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LB</a:t>
            </a:r>
            <a:r>
              <a:rPr lang="en-US" sz="2400" dirty="0" spc="4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coi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05575" y="314325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9" name="Connector line-1792296469437-208166902"/>
          <p:cNvSpPr/>
          <p:nvPr/>
        </p:nvSpPr>
        <p:spPr>
          <a:xfrm>
            <a:off x="6734175" y="3238500"/>
            <a:ext cx="4953000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6505575" y="3619500"/>
            <a:ext cx="514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Gỡ</a:t>
            </a: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1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nhẹ nhàng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6505575" y="4343400"/>
            <a:ext cx="5048250" cy="3048000"/>
          </a:xfrm>
          <a:prstGeom prst="rect">
            <a:avLst/>
          </a:prstGeom>
          <a:noFill/>
          <a:ln/>
        </p:spPr>
        <p:txBody>
          <a:bodyPr wrap="square" lIns="0" tIns="1524" rIns="0" bIns="-1524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 spc="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Ngừng</a:t>
            </a:r>
            <a:r>
              <a:rPr lang="en-US" sz="2400" dirty="0" spc="4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đó,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(draining),</a:t>
            </a: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thời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40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096750" y="314325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3" name="Connector line-1792296469443-165612516"/>
          <p:cNvSpPr/>
          <p:nvPr/>
        </p:nvSpPr>
        <p:spPr>
          <a:xfrm>
            <a:off x="12325350" y="3238500"/>
            <a:ext cx="504825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096750" y="3619500"/>
            <a:ext cx="514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315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12096750" y="4343400"/>
            <a:ext cx="5143500" cy="3048000"/>
          </a:xfrm>
          <a:prstGeom prst="rect">
            <a:avLst/>
          </a:prstGeom>
          <a:noFill/>
          <a:ln/>
        </p:spPr>
        <p:txBody>
          <a:bodyPr wrap="square" lIns="0" tIns="1524" rIns="0" bIns="-1524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 spc="-5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dirty="0" spc="-3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nối:</a:t>
            </a:r>
            <a:r>
              <a:rPr lang="en-US" sz="24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nhanh.</a:t>
            </a:r>
            <a:r>
              <a:rPr lang="en-US" sz="2400" dirty="0" spc="-4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HTTP:</a:t>
            </a:r>
            <a:r>
              <a:rPr lang="en-US" sz="240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</a:t>
            </a:r>
            <a:r>
              <a:rPr lang="en-US" sz="24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header.</a:t>
            </a:r>
            <a:endParaRPr lang="en-US" sz="2400" dirty="0"/>
          </a:p>
        </p:txBody>
      </p:sp>
      <p:sp>
        <p:nvSpPr>
          <p:cNvPr id="16" name="Connector line-1792296469451-508525875"/>
          <p:cNvSpPr/>
          <p:nvPr/>
        </p:nvSpPr>
        <p:spPr>
          <a:xfrm>
            <a:off x="914400" y="7905750"/>
            <a:ext cx="164592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14400" y="82105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cần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làm: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dung.</a:t>
            </a:r>
            <a:endParaRPr lang="en-US" sz="3000" dirty="0"/>
          </a:p>
        </p:txBody>
      </p:sp>
      <p:sp>
        <p:nvSpPr>
          <p:cNvPr id="18" name="Connector line-1792296469454-80642614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6" name="Shape 24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2111af8b-805e-4c66-acb8-62c03fb1399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5250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9144000" cy="1428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LB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tròn.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Thỉnh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thoảng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 bị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xuất.</a:t>
            </a:r>
            <a:r>
              <a:rPr lang="en-US" sz="2550" dirty="0" spc="3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476750"/>
            <a:ext cx="91440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Connector line-1792296499504-215082083"/>
          <p:cNvSpPr/>
          <p:nvPr/>
        </p:nvSpPr>
        <p:spPr>
          <a:xfrm flipH="1">
            <a:off x="2495550" y="5372100"/>
            <a:ext cx="2752725" cy="102870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7" name="Connector line-1792296499504-24140545"/>
          <p:cNvSpPr/>
          <p:nvPr/>
        </p:nvSpPr>
        <p:spPr>
          <a:xfrm>
            <a:off x="5248275" y="5372100"/>
            <a:ext cx="47625" cy="1104900"/>
          </a:xfrm>
          <a:prstGeom prst="line">
            <a:avLst/>
          </a:prstGeom>
          <a:noFill/>
          <a:ln w="28575">
            <a:solidFill>
              <a:srgbClr val="C9C2B2"/>
            </a:solidFill>
            <a:prstDash val="sysDash"/>
            <a:headEnd type="none"/>
            <a:tailEnd type="none"/>
          </a:ln>
        </p:spPr>
      </p:sp>
      <p:sp>
        <p:nvSpPr>
          <p:cNvPr id="8" name="Connector line-1792296499505-817893490"/>
          <p:cNvSpPr/>
          <p:nvPr/>
        </p:nvSpPr>
        <p:spPr>
          <a:xfrm>
            <a:off x="5248275" y="5372100"/>
            <a:ext cx="2847975" cy="10287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9" name="Shape 7"/>
          <p:cNvSpPr/>
          <p:nvPr/>
        </p:nvSpPr>
        <p:spPr>
          <a:xfrm>
            <a:off x="4533900" y="4762500"/>
            <a:ext cx="1428750" cy="571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4533900" y="4762500"/>
            <a:ext cx="1428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81150" y="5543550"/>
            <a:ext cx="2190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lượt</a:t>
            </a:r>
            <a:r>
              <a:rPr lang="en-US" sz="1800" dirty="0" spc="8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19900" y="5543550"/>
            <a:ext cx="2190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0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lượt</a:t>
            </a:r>
            <a:r>
              <a:rPr lang="en-US" sz="1800" dirty="0" spc="-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95400" y="6477000"/>
            <a:ext cx="2286000" cy="9144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6477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152900" y="6477000"/>
            <a:ext cx="2286000" cy="9144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52900" y="6477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010400" y="6477000"/>
            <a:ext cx="2286000" cy="9144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0400" y="6477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04900" y="76200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đăng</a:t>
            </a:r>
            <a:r>
              <a:rPr lang="en-US" sz="180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r>
              <a:rPr lang="en-US" sz="1800" dirty="0" spc="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800" dirty="0" spc="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19900" y="76200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8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1800" dirty="0" spc="-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1800" dirty="0" spc="-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1800" dirty="0" spc="-7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68000" y="1809750"/>
            <a:ext cx="6705600" cy="6858000"/>
          </a:xfrm>
          <a:prstGeom prst="roundRect">
            <a:avLst>
              <a:gd name="adj" fmla="val 4545"/>
            </a:avLst>
          </a:prstGeom>
          <a:solidFill>
            <a:srgbClr val="1F3FD1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01400" y="2343150"/>
            <a:ext cx="533400" cy="533400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44275" y="2514600"/>
            <a:ext cx="257175" cy="200025"/>
          </a:xfrm>
          <a:custGeom>
            <a:avLst/>
            <a:gdLst/>
            <a:ahLst/>
            <a:cxnLst/>
            <a:rect l="l" t="t" r="r" b="b"/>
            <a:pathLst>
              <a:path w="257175" h="200025">
                <a:moveTo>
                  <a:pt x="0" y="104775"/>
                </a:moveTo>
                <a:lnTo>
                  <a:pt x="95250" y="200025"/>
                </a:lnTo>
                <a:lnTo>
                  <a:pt x="257175" y="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0140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C7CFF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C7CFF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201400" y="3619500"/>
            <a:ext cx="5810250" cy="1524000"/>
          </a:xfrm>
          <a:prstGeom prst="rect">
            <a:avLst/>
          </a:prstGeom>
          <a:noFill/>
          <a:ln/>
        </p:spPr>
        <p:txBody>
          <a:bodyPr wrap="square" lIns="0" tIns="43720" rIns="0" bIns="-43720" rtlCol="0" anchor="t"/>
          <a:lstStyle/>
          <a:p>
            <a:pPr algn="l" indent="0" marL="0">
              <a:lnSpc>
                <a:spcPts val="5355"/>
              </a:lnSpc>
              <a:buNone/>
            </a:pPr>
            <a:r>
              <a:rPr lang="en-US" sz="51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Phiên</a:t>
            </a:r>
            <a:r>
              <a:rPr lang="en-US" sz="51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endParaRPr lang="en-US" sz="5100" dirty="0"/>
          </a:p>
          <a:p>
            <a:pPr algn="l" indent="0" marL="0">
              <a:lnSpc>
                <a:spcPts val="5355"/>
              </a:lnSpc>
              <a:buNone/>
            </a:pPr>
            <a:r>
              <a:rPr lang="en-US" sz="5100" dirty="0" spc="-1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trên</a:t>
            </a:r>
            <a:r>
              <a:rPr lang="en-US" sz="5100" dirty="0" spc="7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51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5100" dirty="0"/>
          </a:p>
        </p:txBody>
      </p:sp>
      <p:sp>
        <p:nvSpPr>
          <p:cNvPr id="26" name="Text 24"/>
          <p:cNvSpPr/>
          <p:nvPr/>
        </p:nvSpPr>
        <p:spPr>
          <a:xfrm>
            <a:off x="11201400" y="5391150"/>
            <a:ext cx="5715000" cy="3048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240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rơi</a:t>
            </a:r>
            <a:r>
              <a:rPr lang="en-US" sz="240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r>
              <a:rPr lang="en-US" sz="24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nơi</a:t>
            </a:r>
            <a:r>
              <a:rPr lang="en-US" sz="24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4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40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client.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LB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tạm.</a:t>
            </a:r>
            <a:endParaRPr lang="en-US" sz="2400" dirty="0"/>
          </a:p>
        </p:txBody>
      </p:sp>
      <p:sp>
        <p:nvSpPr>
          <p:cNvPr id="27" name="Connector line-1792296499538-44117542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dbe58c37-0485-42c3-8d14-e7d6767c65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424815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758190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91565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424940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9" name="Connector line-1792296674644-326153751"/>
          <p:cNvSpPr/>
          <p:nvPr/>
        </p:nvSpPr>
        <p:spPr>
          <a:xfrm>
            <a:off x="1219200" y="3181350"/>
            <a:ext cx="249555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0" name="Connector line-1792296674644-137327141"/>
          <p:cNvSpPr/>
          <p:nvPr/>
        </p:nvSpPr>
        <p:spPr>
          <a:xfrm>
            <a:off x="4552950" y="3181350"/>
            <a:ext cx="249555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1" name="Connector line-1792296674645-544662115"/>
          <p:cNvSpPr/>
          <p:nvPr/>
        </p:nvSpPr>
        <p:spPr>
          <a:xfrm>
            <a:off x="7886700" y="3181350"/>
            <a:ext cx="249555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2" name="Connector line-1792296674645-11758764"/>
          <p:cNvSpPr/>
          <p:nvPr/>
        </p:nvSpPr>
        <p:spPr>
          <a:xfrm>
            <a:off x="11220450" y="3181350"/>
            <a:ext cx="249555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3" name="Connector line-1792296674645-693644073"/>
          <p:cNvSpPr/>
          <p:nvPr/>
        </p:nvSpPr>
        <p:spPr>
          <a:xfrm>
            <a:off x="14554200" y="3181350"/>
            <a:ext cx="249555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20015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390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765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0140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53515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920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55295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788670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122045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1455420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21920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55295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6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88670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22045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55420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1920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Đứng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455295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 dữ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 trình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 và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788670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TLS: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22045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950" dirty="0" spc="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455420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cậy: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9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14400" y="73152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14400" y="77152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Elastic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Balancing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NGINX HTTP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balancing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HAProxy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914400" y="82677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800" dirty="0"/>
          </a:p>
        </p:txBody>
      </p:sp>
      <p:sp>
        <p:nvSpPr>
          <p:cNvPr id="37" name="Connector line-1792296674696-40921952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667e95d0-a1cd-4d01-9867-56bb932643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2026-10-18T05:40:36Z</dcterms:created>
  <dcterms:modified xsi:type="dcterms:W3CDTF">2026-10-18T05:40:36Z</dcterms:modified>
</cp:coreProperties>
</file>