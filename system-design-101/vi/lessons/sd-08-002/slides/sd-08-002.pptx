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  <p:embeddedFont>
      <p:font typeface="Be Vietnam Pro SemiBold"/>
      <p:regular r:id="rId18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334500" cy="2505075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 hay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81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899" rIns="0" bIns="-20899" rtlCol="0" anchor="t"/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29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992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992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9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2992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</a:t>
            </a:r>
            <a:endParaRPr lang="en-US" sz="2992" dirty="0"/>
          </a:p>
          <a:p>
            <a:pPr algn="l" indent="0" marL="0">
              <a:lnSpc>
                <a:spcPts val="3740"/>
              </a:lnSpc>
              <a:buNone/>
            </a:pPr>
            <a:r>
              <a:rPr lang="en-US" sz="2992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992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992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9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hợp.</a:t>
            </a:r>
            <a:endParaRPr lang="en-US" sz="2992" dirty="0"/>
          </a:p>
        </p:txBody>
      </p:sp>
      <p:sp>
        <p:nvSpPr>
          <p:cNvPr id="5" name="Connector line-1792383226191-689288978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341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 lái,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668000" y="3810000"/>
            <a:ext cx="2000250" cy="800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4478000" y="2476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4478000" y="38671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4478000" y="52578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1" name="Connector line-1792383226213-602685491"/>
          <p:cNvSpPr/>
          <p:nvPr/>
        </p:nvSpPr>
        <p:spPr>
          <a:xfrm flipV="1">
            <a:off x="12668250" y="2819400"/>
            <a:ext cx="1809750" cy="13906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triangle"/>
            <a:tailEnd type="triangle"/>
          </a:ln>
        </p:spPr>
      </p:sp>
      <p:sp>
        <p:nvSpPr>
          <p:cNvPr id="12" name="Connector line-1792383226215-475756764"/>
          <p:cNvSpPr/>
          <p:nvPr/>
        </p:nvSpPr>
        <p:spPr>
          <a:xfrm>
            <a:off x="12668250" y="4210050"/>
            <a:ext cx="1809750" cy="95"/>
          </a:xfrm>
          <a:custGeom>
            <a:avLst/>
            <a:gdLst/>
            <a:ahLst/>
            <a:cxnLst/>
            <a:rect l="l" t="t" r="r" b="b"/>
            <a:pathLst>
              <a:path w="1809750" h="95">
                <a:moveTo>
                  <a:pt x="0" y="0"/>
                </a:moveTo>
                <a:lnTo>
                  <a:pt x="904875" y="0"/>
                </a:lnTo>
                <a:lnTo>
                  <a:pt x="904875" y="0"/>
                </a:lnTo>
                <a:lnTo>
                  <a:pt x="1809750" y="0"/>
                </a:lnTo>
              </a:path>
            </a:pathLst>
          </a:custGeom>
          <a:ln w="47625">
            <a:solidFill>
              <a:srgbClr val="3DD6A0"/>
            </a:solidFill>
            <a:prstDash val="solid"/>
            <a:headEnd type="triangle"/>
            <a:tailEnd type="triangle"/>
          </a:ln>
        </p:spPr>
      </p:sp>
      <p:sp>
        <p:nvSpPr>
          <p:cNvPr id="13" name="Connector line-1792383226215-85094089"/>
          <p:cNvSpPr/>
          <p:nvPr/>
        </p:nvSpPr>
        <p:spPr>
          <a:xfrm>
            <a:off x="12668250" y="4210050"/>
            <a:ext cx="1809750" cy="13906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triangl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0668000" y="7239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239750" y="723900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5335250" y="7239000"/>
            <a:ext cx="203835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17" name="Connector line-1792383226222-320713311"/>
          <p:cNvSpPr/>
          <p:nvPr/>
        </p:nvSpPr>
        <p:spPr>
          <a:xfrm>
            <a:off x="12477750" y="7581900"/>
            <a:ext cx="7620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83226222-681176437"/>
          <p:cNvSpPr/>
          <p:nvPr/>
        </p:nvSpPr>
        <p:spPr>
          <a:xfrm>
            <a:off x="14573250" y="7581900"/>
            <a:ext cx="7620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0668000" y="81915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tiếp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02a210ec-bc70-4490-965a-136d8bff52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429000" cy="209550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42900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2" dirty="0"/>
          </a:p>
        </p:txBody>
      </p:sp>
      <p:sp>
        <p:nvSpPr>
          <p:cNvPr id="6" name="Text 4"/>
          <p:cNvSpPr/>
          <p:nvPr/>
        </p:nvSpPr>
        <p:spPr>
          <a:xfrm>
            <a:off x="1104900" y="43815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257800" y="3143250"/>
            <a:ext cx="3429000" cy="209550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48300" y="342900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2" dirty="0"/>
          </a:p>
        </p:txBody>
      </p:sp>
      <p:sp>
        <p:nvSpPr>
          <p:cNvPr id="9" name="Text 7"/>
          <p:cNvSpPr/>
          <p:nvPr/>
        </p:nvSpPr>
        <p:spPr>
          <a:xfrm>
            <a:off x="5448300" y="43815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601200" y="3143250"/>
            <a:ext cx="3429000" cy="209550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42900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2" dirty="0"/>
          </a:p>
        </p:txBody>
      </p:sp>
      <p:sp>
        <p:nvSpPr>
          <p:cNvPr id="12" name="Text 10"/>
          <p:cNvSpPr/>
          <p:nvPr/>
        </p:nvSpPr>
        <p:spPr>
          <a:xfrm>
            <a:off x="9791700" y="43815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3944600" y="3143250"/>
            <a:ext cx="3429000" cy="209550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35100" y="342900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2" dirty="0"/>
          </a:p>
        </p:txBody>
      </p:sp>
      <p:sp>
        <p:nvSpPr>
          <p:cNvPr id="15" name="Text 13"/>
          <p:cNvSpPr/>
          <p:nvPr/>
        </p:nvSpPr>
        <p:spPr>
          <a:xfrm>
            <a:off x="14135100" y="43815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3000" dirty="0"/>
          </a:p>
        </p:txBody>
      </p:sp>
      <p:sp>
        <p:nvSpPr>
          <p:cNvPr id="16" name="Connector line-1792383262142-490912901"/>
          <p:cNvSpPr/>
          <p:nvPr/>
        </p:nvSpPr>
        <p:spPr>
          <a:xfrm>
            <a:off x="4343400" y="4191000"/>
            <a:ext cx="914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83262142-893460451"/>
          <p:cNvSpPr/>
          <p:nvPr/>
        </p:nvSpPr>
        <p:spPr>
          <a:xfrm>
            <a:off x="8686800" y="4191000"/>
            <a:ext cx="914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83262142-520382059"/>
          <p:cNvSpPr/>
          <p:nvPr/>
        </p:nvSpPr>
        <p:spPr>
          <a:xfrm>
            <a:off x="13030200" y="4191000"/>
            <a:ext cx="914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58102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cách: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lái,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334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vẽ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 cách,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đếm.</a:t>
            </a:r>
            <a:endParaRPr lang="en-US" sz="2550" dirty="0"/>
          </a:p>
        </p:txBody>
      </p:sp>
      <p:sp>
        <p:nvSpPr>
          <p:cNvPr id="22" name="Connector line-1792383262150-146280778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1b2eb1d-77cc-41eb-a99a-4498d22d3a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ĐIỀU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1800" b="1" spc="2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(ORCHESTRATION)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phối: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62300"/>
            <a:ext cx="314325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950" dirty="0"/>
          </a:p>
        </p:txBody>
      </p:sp>
      <p:sp>
        <p:nvSpPr>
          <p:cNvPr id="6" name="Text richtext-1792383277422-584541158"/>
          <p:cNvSpPr/>
          <p:nvPr/>
        </p:nvSpPr>
        <p:spPr>
          <a:xfrm>
            <a:off x="1238250" y="4000500"/>
            <a:ext cx="7353300" cy="2571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marL="323850" indent="-231371">
              <a:lnSpc>
                <a:spcPts val="318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quy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550" dirty="0"/>
          </a:p>
          <a:p>
            <a:pPr algn="l" marL="323850" indent="-231371">
              <a:lnSpc>
                <a:spcPts val="318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  <a:p>
            <a:pPr algn="l" marL="323850" indent="-231371">
              <a:lnSpc>
                <a:spcPts val="3188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162300"/>
            <a:ext cx="314325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9" name="Text richtext-1792383277446-963393825"/>
          <p:cNvSpPr/>
          <p:nvPr/>
        </p:nvSpPr>
        <p:spPr>
          <a:xfrm>
            <a:off x="9696450" y="4000500"/>
            <a:ext cx="7353300" cy="2571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marL="323850" indent="-231371">
              <a:lnSpc>
                <a:spcPts val="318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 việc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mình.</a:t>
            </a:r>
            <a:endParaRPr lang="en-US" sz="2550" dirty="0"/>
          </a:p>
          <a:p>
            <a:pPr algn="l" marL="323850" indent="-231371">
              <a:lnSpc>
                <a:spcPts val="3188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34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5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25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tác.</a:t>
            </a:r>
            <a:endParaRPr lang="en-US" sz="2550" dirty="0"/>
          </a:p>
        </p:txBody>
      </p:sp>
      <p:sp>
        <p:nvSpPr>
          <p:cNvPr id="12" name="Connector line-1792383277455-527137902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03/08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ddbac7-d5b4-477e-a563-ab3fa23cb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(CHOREOGRAPHY)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69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hợp: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6900" dirty="0"/>
          </a:p>
        </p:txBody>
      </p:sp>
      <p:sp>
        <p:nvSpPr>
          <p:cNvPr id="4" name="Connector line-1792383295523-693889075"/>
          <p:cNvSpPr/>
          <p:nvPr/>
        </p:nvSpPr>
        <p:spPr>
          <a:xfrm>
            <a:off x="3429000" y="3619500"/>
            <a:ext cx="0" cy="4762500"/>
          </a:xfrm>
          <a:prstGeom prst="line">
            <a:avLst/>
          </a:prstGeom>
          <a:noFill/>
          <a:ln w="28575">
            <a:solidFill>
              <a:srgbClr val="3A4055"/>
            </a:solidFill>
            <a:prstDash val="lgDash"/>
            <a:headEnd type="none"/>
            <a:tailEnd type="none"/>
          </a:ln>
        </p:spPr>
      </p:sp>
      <p:sp>
        <p:nvSpPr>
          <p:cNvPr id="5" name="Connector line-1792383295524-458250263"/>
          <p:cNvSpPr/>
          <p:nvPr/>
        </p:nvSpPr>
        <p:spPr>
          <a:xfrm>
            <a:off x="9144000" y="3619500"/>
            <a:ext cx="0" cy="4762500"/>
          </a:xfrm>
          <a:prstGeom prst="line">
            <a:avLst/>
          </a:prstGeom>
          <a:noFill/>
          <a:ln w="28575">
            <a:solidFill>
              <a:srgbClr val="3A4055"/>
            </a:solidFill>
            <a:prstDash val="lgDash"/>
            <a:headEnd type="none"/>
            <a:tailEnd type="none"/>
          </a:ln>
        </p:spPr>
      </p:sp>
      <p:sp>
        <p:nvSpPr>
          <p:cNvPr id="6" name="Connector line-1792383295524-325751971"/>
          <p:cNvSpPr/>
          <p:nvPr/>
        </p:nvSpPr>
        <p:spPr>
          <a:xfrm>
            <a:off x="14859000" y="3619500"/>
            <a:ext cx="0" cy="4762500"/>
          </a:xfrm>
          <a:prstGeom prst="line">
            <a:avLst/>
          </a:prstGeom>
          <a:noFill/>
          <a:ln w="28575">
            <a:solidFill>
              <a:srgbClr val="3A405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2000250" y="2762250"/>
            <a:ext cx="28575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 toán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15250" y="2762250"/>
            <a:ext cx="28575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430250" y="2762250"/>
            <a:ext cx="28575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29000" y="40767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2100" dirty="0"/>
          </a:p>
        </p:txBody>
      </p:sp>
      <p:sp>
        <p:nvSpPr>
          <p:cNvPr id="11" name="Connector line-1792383295534-982610131"/>
          <p:cNvSpPr/>
          <p:nvPr/>
        </p:nvSpPr>
        <p:spPr>
          <a:xfrm>
            <a:off x="3467100" y="4572000"/>
            <a:ext cx="5619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144000" y="51244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2100" dirty="0"/>
          </a:p>
        </p:txBody>
      </p:sp>
      <p:sp>
        <p:nvSpPr>
          <p:cNvPr id="13" name="Connector line-1792383295536-391264048"/>
          <p:cNvSpPr/>
          <p:nvPr/>
        </p:nvSpPr>
        <p:spPr>
          <a:xfrm>
            <a:off x="9182100" y="5619750"/>
            <a:ext cx="5619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144000" y="6172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100" dirty="0"/>
          </a:p>
        </p:txBody>
      </p:sp>
      <p:sp>
        <p:nvSpPr>
          <p:cNvPr id="15" name="Connector line-1792383295539-833457448"/>
          <p:cNvSpPr/>
          <p:nvPr/>
        </p:nvSpPr>
        <p:spPr>
          <a:xfrm flipH="1">
            <a:off x="9201150" y="6667500"/>
            <a:ext cx="5619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429000" y="72199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100" dirty="0"/>
          </a:p>
        </p:txBody>
      </p:sp>
      <p:sp>
        <p:nvSpPr>
          <p:cNvPr id="17" name="Connector line-1792383295541-780455369"/>
          <p:cNvSpPr/>
          <p:nvPr/>
        </p:nvSpPr>
        <p:spPr>
          <a:xfrm flipH="1">
            <a:off x="3486150" y="7715250"/>
            <a:ext cx="5619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047750" y="8096250"/>
            <a:ext cx="5334000" cy="666750"/>
          </a:xfrm>
          <a:prstGeom prst="roundRect">
            <a:avLst>
              <a:gd name="adj" fmla="val 54286"/>
            </a:avLst>
          </a:prstGeom>
          <a:solidFill>
            <a:srgbClr val="262B3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Thanh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tiền</a:t>
            </a:r>
            <a:endParaRPr lang="en-US" sz="2250" dirty="0"/>
          </a:p>
        </p:txBody>
      </p:sp>
      <p:sp>
        <p:nvSpPr>
          <p:cNvPr id="19" name="Connector line-1792383295544-861299335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fac7af3-5a1d-4fc9-bfc5-fca184d0b0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 TRÊN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ba: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937760"/>
                <a:gridCol w="4937760"/>
              </a:tblGrid>
              <a:tr h="6477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Hỏng</a:t>
                      </a:r>
                      <a:r>
                        <a:rPr lang="en-US" sz="2400" b="1" dirty="0" spc="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400" b="1" dirty="0" spc="1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bước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Tự</a:t>
                      </a:r>
                      <a:r>
                        <a:rPr lang="en-US" sz="2400" b="1" dirty="0" spc="-5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phối</a:t>
                      </a:r>
                      <a:r>
                        <a:rPr lang="en-US" sz="2400" b="1" dirty="0" spc="-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Điều</a:t>
                      </a:r>
                      <a:r>
                        <a:rPr lang="en-US" sz="2400" b="1" dirty="0" spc="-5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phối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b="1" dirty="0" spc="-1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hỏng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r>
                        <a:rPr lang="en-US" sz="2400" b="1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1,</a:t>
                      </a:r>
                      <a:r>
                        <a:rPr lang="en-US" sz="2400" b="1" dirty="0" spc="-1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400" b="1" dirty="0" spc="-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tiền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6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6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r>
                        <a:rPr lang="en-US" sz="2400" b="1" dirty="0" spc="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2,</a:t>
                      </a:r>
                      <a:r>
                        <a:rPr lang="en-US" sz="240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2400" b="1" dirty="0" spc="-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3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Bước</a:t>
                      </a:r>
                      <a:r>
                        <a:rPr lang="en-US" sz="2400" dirty="0" spc="2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3,</a:t>
                      </a:r>
                      <a:r>
                        <a:rPr lang="en-US" sz="2400" dirty="0" spc="4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giao</a:t>
                      </a:r>
                      <a:r>
                        <a:rPr lang="en-US" sz="2400" dirty="0" spc="-6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hàng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r>
                        <a:rPr lang="en-US" sz="2400" b="1" dirty="0" spc="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4,</a:t>
                      </a:r>
                      <a:r>
                        <a:rPr lang="en-US" sz="2400" b="1" dirty="0" spc="4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7056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điệp;</a:t>
            </a:r>
            <a:r>
              <a:rPr lang="en-US" sz="22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 nên</a:t>
            </a:r>
            <a:r>
              <a:rPr lang="en-US" sz="22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trễ.</a:t>
            </a:r>
            <a:endParaRPr lang="en-US" sz="2250" dirty="0"/>
          </a:p>
        </p:txBody>
      </p:sp>
      <p:sp>
        <p:nvSpPr>
          <p:cNvPr id="6" name="Shape 3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DDE3FA"/>
          </a:solidFill>
          <a:ln/>
        </p:spPr>
      </p:sp>
      <p:sp>
        <p:nvSpPr>
          <p:cNvPr id="7" name="Text 4"/>
          <p:cNvSpPr/>
          <p:nvPr/>
        </p:nvSpPr>
        <p:spPr>
          <a:xfrm>
            <a:off x="1295400" y="7334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bước: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25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0.</a:t>
            </a:r>
            <a:endParaRPr lang="en-US" sz="2550" dirty="0"/>
          </a:p>
        </p:txBody>
      </p:sp>
      <p:sp>
        <p:nvSpPr>
          <p:cNvPr id="8" name="Connector line-1792383317523-687805559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9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6f121363-49c6-4263-9d4d-6bf9c3d035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nữa,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 tự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đổi: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04900" y="43815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095500" y="42862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53911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4900" y="54864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095500" y="53911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chỉ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4960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4900" y="65913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095500" y="64960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76009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4900" y="76962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095500" y="76009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8" name="Connector line-1792383341779-541936774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f9fe8c6d-f07a-45b7-aee2-acc3d79240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sắp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813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38250" y="390525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bài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850" dirty="0"/>
          </a:p>
        </p:txBody>
      </p:sp>
      <p:sp>
        <p:nvSpPr>
          <p:cNvPr id="7" name="Text richtext-1792383362452-209217597"/>
          <p:cNvSpPr/>
          <p:nvPr/>
        </p:nvSpPr>
        <p:spPr>
          <a:xfrm>
            <a:off x="1238250" y="5143500"/>
            <a:ext cx="4572000" cy="2000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buSzPct val="100000"/>
              <a:buFont typeface="Arial"/>
              <a:buChar char="•"/>
            </a:pPr>
            <a:r>
              <a:rPr lang="en-US" sz="225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31813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58000" y="390525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endParaRPr lang="en-US" sz="2850" dirty="0"/>
          </a:p>
        </p:txBody>
      </p:sp>
      <p:sp>
        <p:nvSpPr>
          <p:cNvPr id="11" name="Text richtext-1792383362468-311739634"/>
          <p:cNvSpPr/>
          <p:nvPr/>
        </p:nvSpPr>
        <p:spPr>
          <a:xfrm>
            <a:off x="6858000" y="5143500"/>
            <a:ext cx="4572000" cy="2000250"/>
          </a:xfrm>
          <a:prstGeom prst="rect">
            <a:avLst/>
          </a:prstGeom>
          <a:noFill/>
          <a:ln/>
        </p:spPr>
        <p:txBody>
          <a:bodyPr wrap="square" lIns="0" tIns="15242" rIns="0" bIns="-15242" rtlCol="0" anchor="t"/>
          <a:lstStyle/>
          <a:p>
            <a:pPr algn="l" marL="276225" indent="-197891">
              <a:lnSpc>
                <a:spcPts val="2726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8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18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81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18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múa,</a:t>
            </a:r>
            <a:r>
              <a:rPr lang="en-US" sz="218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nhạc</a:t>
            </a:r>
            <a:r>
              <a:rPr lang="en-US" sz="218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trưởng.</a:t>
            </a:r>
            <a:endParaRPr lang="en-US" sz="2181" dirty="0"/>
          </a:p>
          <a:p>
            <a:pPr algn="l" marL="276225" indent="-197891">
              <a:lnSpc>
                <a:spcPts val="2726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8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18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đây:</a:t>
            </a:r>
            <a:r>
              <a:rPr lang="en-US" sz="2181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81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8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8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8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8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181" dirty="0"/>
          </a:p>
          <a:p>
            <a:pPr algn="l" marL="276225" indent="-197891">
              <a:lnSpc>
                <a:spcPts val="2726"/>
              </a:lnSpc>
              <a:buSzPct val="100000"/>
              <a:buFont typeface="Arial"/>
              <a:buChar char="•"/>
            </a:pPr>
            <a:r>
              <a:rPr lang="en-US" sz="218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18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81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18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81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điệp.</a:t>
            </a:r>
            <a:endParaRPr lang="en-US" sz="2181" dirty="0"/>
          </a:p>
        </p:txBody>
      </p:sp>
      <p:sp>
        <p:nvSpPr>
          <p:cNvPr id="12" name="Shape 10"/>
          <p:cNvSpPr/>
          <p:nvPr/>
        </p:nvSpPr>
        <p:spPr>
          <a:xfrm>
            <a:off x="121539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77750" y="31813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77750" y="390525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bài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850" dirty="0"/>
          </a:p>
        </p:txBody>
      </p:sp>
      <p:sp>
        <p:nvSpPr>
          <p:cNvPr id="15" name="Text richtext-1792383362491-666097112"/>
          <p:cNvSpPr/>
          <p:nvPr/>
        </p:nvSpPr>
        <p:spPr>
          <a:xfrm>
            <a:off x="12477750" y="5143500"/>
            <a:ext cx="4572000" cy="2000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dịch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dịch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kề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buSzPct val="100000"/>
              <a:buFont typeface="Arial"/>
              <a:buChar char="•"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250" dirty="0"/>
          </a:p>
        </p:txBody>
      </p:sp>
      <p:sp>
        <p:nvSpPr>
          <p:cNvPr id="16" name="Connector line-1792383362505-300937878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89a5ce1-18af-472e-b525-341685c5c4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291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04900" y="283845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476750" y="2667000"/>
            <a:ext cx="1257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2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3733800"/>
            <a:ext cx="16459200" cy="914400"/>
          </a:xfrm>
          <a:prstGeom prst="roundRect">
            <a:avLst>
              <a:gd name="adj" fmla="val 2291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04900" y="390525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476750" y="3733800"/>
            <a:ext cx="1257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800600"/>
            <a:ext cx="16459200" cy="914400"/>
          </a:xfrm>
          <a:prstGeom prst="roundRect">
            <a:avLst>
              <a:gd name="adj" fmla="val 22917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04900" y="497205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476750" y="4800600"/>
            <a:ext cx="1257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867400"/>
            <a:ext cx="16459200" cy="914400"/>
          </a:xfrm>
          <a:prstGeom prst="roundRect">
            <a:avLst>
              <a:gd name="adj" fmla="val 22917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04900" y="603885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 tác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476750" y="5867400"/>
            <a:ext cx="1257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429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78295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Choreography,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Saga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Conductor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1950" dirty="0"/>
          </a:p>
        </p:txBody>
      </p:sp>
      <p:sp>
        <p:nvSpPr>
          <p:cNvPr id="18" name="Connector line-1792383395082-426563599"/>
          <p:cNvSpPr/>
          <p:nvPr/>
        </p:nvSpPr>
        <p:spPr>
          <a:xfrm>
            <a:off x="990600" y="9486900"/>
            <a:ext cx="22669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7afe7c0b-cfd0-4458-b192-72b44728b4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2026-10-19T06:45:40Z</dcterms:created>
  <dcterms:modified xsi:type="dcterms:W3CDTF">2026-10-19T06:45:40Z</dcterms:modified>
</cp:coreProperties>
</file>