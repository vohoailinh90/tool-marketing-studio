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952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9334500" cy="3810000"/>
          </a:xfrm>
          <a:prstGeom prst="rect">
            <a:avLst/>
          </a:prstGeom>
          <a:noFill/>
          <a:ln/>
        </p:spPr>
        <p:txBody>
          <a:bodyPr wrap="square" lIns="0" tIns="66675" rIns="0" bIns="-66675" rtlCol="0" anchor="t"/>
          <a:lstStyle/>
          <a:p>
            <a:pPr algn="l" indent="0" marL="0">
              <a:lnSpc>
                <a:spcPts val="7800"/>
              </a:lnSpc>
              <a:buNone/>
            </a:pPr>
            <a:r>
              <a:rPr lang="en-US" sz="7500" dirty="0" spc="-7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Lớp</a:t>
            </a:r>
            <a:r>
              <a:rPr lang="en-US" sz="75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75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Uber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75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</a:t>
            </a:r>
            <a:r>
              <a:rPr lang="en-US" sz="75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571500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 thế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3000" dirty="0"/>
          </a:p>
        </p:txBody>
      </p:sp>
      <p:sp>
        <p:nvSpPr>
          <p:cNvPr id="5" name="Connector line-1792383280447-975264837"/>
          <p:cNvSpPr/>
          <p:nvPr/>
        </p:nvSpPr>
        <p:spPr>
          <a:xfrm>
            <a:off x="914400" y="72390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524750"/>
            <a:ext cx="857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0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dịch vụ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phục vụ.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Tình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668000" y="14287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53750" y="17145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53750" y="27622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-24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Tự</a:t>
            </a:r>
            <a:r>
              <a:rPr lang="en-US" sz="3150" dirty="0" spc="-2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</a:t>
            </a:r>
            <a:r>
              <a:rPr lang="en-US" sz="315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endParaRPr lang="en-US" sz="3150" dirty="0"/>
          </a:p>
        </p:txBody>
      </p:sp>
      <p:sp>
        <p:nvSpPr>
          <p:cNvPr id="11" name="Shape 9"/>
          <p:cNvSpPr/>
          <p:nvPr/>
        </p:nvSpPr>
        <p:spPr>
          <a:xfrm>
            <a:off x="14135100" y="14287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420850" y="17145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420850" y="27622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-7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315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cổng</a:t>
            </a:r>
            <a:r>
              <a:rPr lang="en-US" sz="3150" dirty="0" spc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ôm</a:t>
            </a:r>
            <a:r>
              <a:rPr lang="en-US" sz="315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hết</a:t>
            </a:r>
            <a:endParaRPr lang="en-US" sz="3150" dirty="0"/>
          </a:p>
        </p:txBody>
      </p:sp>
      <p:sp>
        <p:nvSpPr>
          <p:cNvPr id="14" name="Shape 12"/>
          <p:cNvSpPr/>
          <p:nvPr/>
        </p:nvSpPr>
        <p:spPr>
          <a:xfrm>
            <a:off x="10668000" y="48958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53750" y="51816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53750" y="62293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-2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Tự</a:t>
            </a:r>
            <a:r>
              <a:rPr lang="en-US" sz="3150" dirty="0" spc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phục</a:t>
            </a:r>
            <a:r>
              <a:rPr lang="en-US" sz="315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vụ,</a:t>
            </a:r>
            <a:r>
              <a:rPr lang="en-US" sz="315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chia</a:t>
            </a:r>
            <a:r>
              <a:rPr lang="en-US" sz="315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tầng</a:t>
            </a:r>
            <a:endParaRPr lang="en-US" sz="3150" dirty="0"/>
          </a:p>
        </p:txBody>
      </p:sp>
      <p:sp>
        <p:nvSpPr>
          <p:cNvPr id="17" name="Shape 15"/>
          <p:cNvSpPr/>
          <p:nvPr/>
        </p:nvSpPr>
        <p:spPr>
          <a:xfrm>
            <a:off x="14135100" y="4895850"/>
            <a:ext cx="3238500" cy="3238500"/>
          </a:xfrm>
          <a:prstGeom prst="roundRect">
            <a:avLst>
              <a:gd name="adj" fmla="val 823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420850" y="51816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420850" y="6229350"/>
            <a:ext cx="2667000" cy="161925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Mảng</a:t>
            </a:r>
            <a:r>
              <a:rPr lang="en-US" sz="3150" dirty="0" spc="-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kinh</a:t>
            </a:r>
            <a:r>
              <a:rPr lang="en-US" sz="3150" dirty="0" spc="-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doanh</a:t>
            </a:r>
            <a:r>
              <a:rPr lang="en-US" sz="3150" dirty="0" spc="-16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endParaRPr lang="en-US" sz="31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bc166039-599f-4201-b819-f6706fb2757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905000"/>
            <a:ext cx="16459200" cy="361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0" dirty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2500" dirty="0"/>
          </a:p>
        </p:txBody>
      </p:sp>
      <p:sp>
        <p:nvSpPr>
          <p:cNvPr id="4" name="Text 2"/>
          <p:cNvSpPr/>
          <p:nvPr/>
        </p:nvSpPr>
        <p:spPr>
          <a:xfrm>
            <a:off x="914400" y="5715000"/>
            <a:ext cx="164592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thế</a:t>
            </a:r>
            <a:r>
              <a:rPr lang="en-US" sz="48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4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cổng</a:t>
            </a:r>
            <a:r>
              <a:rPr lang="en-US" sz="48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</a:t>
            </a:r>
            <a:r>
              <a:rPr lang="en-US" sz="48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4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Uber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6858000"/>
            <a:ext cx="14287500" cy="1143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550" dirty="0" spc="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quanh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aa6655a8-7218-4c85-99a1-96426333514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THẾ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950" b="1" spc="27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b="1" spc="29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950" b="1" spc="27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2014: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 vụ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4095750"/>
            <a:ext cx="4953000" cy="2286000"/>
          </a:xfrm>
          <a:prstGeom prst="roundRect">
            <a:avLst>
              <a:gd name="adj" fmla="val 13333"/>
            </a:avLst>
          </a:prstGeom>
          <a:solidFill>
            <a:srgbClr val="FF6A4D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43815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1950" b="1" spc="22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2014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485775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34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34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r>
              <a:rPr lang="en-US" sz="34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</a:t>
            </a:r>
            <a:endParaRPr lang="en-US" sz="3450" dirty="0"/>
          </a:p>
        </p:txBody>
      </p:sp>
      <p:sp>
        <p:nvSpPr>
          <p:cNvPr id="7" name="Shape 5"/>
          <p:cNvSpPr/>
          <p:nvPr/>
        </p:nvSpPr>
        <p:spPr>
          <a:xfrm>
            <a:off x="10896600" y="3619500"/>
            <a:ext cx="6477000" cy="1333500"/>
          </a:xfrm>
          <a:prstGeom prst="roundRect">
            <a:avLst>
              <a:gd name="adj" fmla="val 15714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77600" y="3829050"/>
            <a:ext cx="571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180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277600" y="4210050"/>
            <a:ext cx="57150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Nối</a:t>
            </a:r>
            <a:r>
              <a:rPr lang="en-US" sz="300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3000" dirty="0" spc="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3000" dirty="0" spc="-3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3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tài</a:t>
            </a:r>
            <a:r>
              <a:rPr lang="en-US" sz="30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</a:t>
            </a:r>
            <a:endParaRPr lang="en-US" sz="3000" dirty="0"/>
          </a:p>
        </p:txBody>
      </p:sp>
      <p:sp>
        <p:nvSpPr>
          <p:cNvPr id="10" name="Connector line-1792383282374-364387143"/>
          <p:cNvSpPr/>
          <p:nvPr/>
        </p:nvSpPr>
        <p:spPr>
          <a:xfrm flipV="1">
            <a:off x="5867400" y="4286250"/>
            <a:ext cx="5029200" cy="76200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0896600" y="5524500"/>
            <a:ext cx="6477000" cy="1333500"/>
          </a:xfrm>
          <a:prstGeom prst="roundRect">
            <a:avLst>
              <a:gd name="adj" fmla="val 15714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77600" y="5734050"/>
            <a:ext cx="571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277600" y="6115050"/>
            <a:ext cx="5715000" cy="1104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Dữ</a:t>
            </a:r>
            <a:r>
              <a:rPr lang="en-US" sz="30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300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30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dùng,</a:t>
            </a:r>
            <a:r>
              <a:rPr lang="en-US" sz="30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chuyến</a:t>
            </a:r>
            <a:r>
              <a:rPr lang="en-US" sz="3000" dirty="0" spc="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endParaRPr lang="en-US" sz="3000" dirty="0"/>
          </a:p>
        </p:txBody>
      </p:sp>
      <p:sp>
        <p:nvSpPr>
          <p:cNvPr id="14" name="Connector line-1792383282378-858820317"/>
          <p:cNvSpPr/>
          <p:nvPr/>
        </p:nvSpPr>
        <p:spPr>
          <a:xfrm>
            <a:off x="5867400" y="5238750"/>
            <a:ext cx="5029200" cy="952500"/>
          </a:xfrm>
          <a:prstGeom prst="line">
            <a:avLst/>
          </a:prstGeom>
          <a:noFill/>
          <a:ln w="38100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31 ·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6db66623-9046-4dca-a7cf-77900afe5e9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THẾ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950" b="1" spc="29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7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ÔM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428750"/>
          </a:xfrm>
          <a:prstGeom prst="rect">
            <a:avLst/>
          </a:prstGeom>
          <a:noFill/>
          <a:ln/>
        </p:spPr>
        <p:txBody>
          <a:bodyPr wrap="square" lIns="0" tIns="33528" rIns="0" bIns="-33528" rtlCol="0" anchor="t"/>
          <a:lstStyle/>
          <a:p>
            <a:pPr algn="l" indent="0" marL="0">
              <a:lnSpc>
                <a:spcPts val="7392"/>
              </a:lnSpc>
              <a:buNone/>
            </a:pPr>
            <a:r>
              <a:rPr lang="en-US" sz="66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cổng</a:t>
            </a: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mọi</a:t>
            </a: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8001000" cy="4000500"/>
          </a:xfrm>
          <a:prstGeom prst="roundRect">
            <a:avLst>
              <a:gd name="adj" fmla="val 7619"/>
            </a:avLst>
          </a:prstGeom>
          <a:solidFill>
            <a:srgbClr val="1F3FD1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6195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 CHUNG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71600" y="4191000"/>
            <a:ext cx="7086600" cy="2762250"/>
          </a:xfrm>
          <a:prstGeom prst="rect">
            <a:avLst/>
          </a:prstGeom>
          <a:noFill/>
          <a:ln/>
        </p:spPr>
        <p:txBody>
          <a:bodyPr wrap="square" lIns="0" tIns="19812" rIns="0" bIns="-19812" rtlCol="0" anchor="t"/>
          <a:lstStyle/>
          <a:p>
            <a:pPr algn="l" indent="0" marL="0">
              <a:lnSpc>
                <a:spcPts val="4368"/>
              </a:lnSpc>
              <a:buNone/>
            </a:pPr>
            <a:r>
              <a:rPr lang="en-US" sz="3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Mọi</a:t>
            </a:r>
            <a:r>
              <a:rPr lang="en-US" sz="3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sản</a:t>
            </a:r>
            <a:r>
              <a:rPr lang="en-US" sz="3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phẩm</a:t>
            </a:r>
            <a:r>
              <a:rPr lang="en-US" sz="3900" dirty="0" spc="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3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3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3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cổng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9372600" y="3238500"/>
            <a:ext cx="8001000" cy="4000500"/>
          </a:xfrm>
          <a:prstGeom prst="roundRect">
            <a:avLst>
              <a:gd name="adj" fmla="val 7619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29800" y="3619500"/>
            <a:ext cx="7239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195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2019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829800" y="4191000"/>
            <a:ext cx="7086600" cy="2762250"/>
          </a:xfrm>
          <a:prstGeom prst="rect">
            <a:avLst/>
          </a:prstGeom>
          <a:noFill/>
          <a:ln/>
        </p:spPr>
        <p:txBody>
          <a:bodyPr wrap="square" lIns="0" tIns="19812" rIns="0" bIns="-19812" rtlCol="0" anchor="t"/>
          <a:lstStyle/>
          <a:p>
            <a:pPr algn="l" indent="0" marL="0">
              <a:lnSpc>
                <a:spcPts val="4368"/>
              </a:lnSpc>
              <a:buNone/>
            </a:pPr>
            <a:r>
              <a:rPr lang="en-US" sz="3900" dirty="0" spc="-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Hơn</a:t>
            </a:r>
            <a:r>
              <a:rPr lang="en-US" sz="39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2.200</a:t>
            </a:r>
            <a:r>
              <a:rPr lang="en-US" sz="3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microservice</a:t>
            </a:r>
            <a:r>
              <a:rPr lang="en-US" sz="3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phía</a:t>
            </a:r>
            <a:r>
              <a:rPr lang="en-US" sz="3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sau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914400" y="78105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Uber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1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microservice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dirty="0" spc="-3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1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sớm.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31 · 04/09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b18aafae-de6f-46fa-8d7c-c5216274977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THẾ</a:t>
            </a:r>
            <a:r>
              <a:rPr lang="en-US" sz="195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950" b="1" spc="29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950" b="1" spc="29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95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r>
              <a:rPr lang="en-US" sz="195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VỤ,</a:t>
            </a:r>
            <a:r>
              <a:rPr lang="en-US" sz="195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1950" b="1" spc="26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Nhiều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mảng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kinh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doanh</a:t>
            </a:r>
            <a:r>
              <a:rPr lang="en-US" sz="6900" dirty="0" spc="-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352800"/>
            <a:ext cx="44577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1295400" y="428625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Freight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1295400" y="571500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Vận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534150" y="30480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15150" y="3352800"/>
            <a:ext cx="44577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6915150" y="428625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-9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ATG,</a:t>
            </a:r>
            <a:r>
              <a:rPr lang="en-US" sz="345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Elevate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6915150" y="571500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25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2153900" y="3048000"/>
            <a:ext cx="5219700" cy="4191000"/>
          </a:xfrm>
          <a:prstGeom prst="roundRect">
            <a:avLst>
              <a:gd name="adj" fmla="val 6364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534900" y="3352800"/>
            <a:ext cx="445770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7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03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12534900" y="428625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Đồ</a:t>
            </a:r>
            <a:r>
              <a:rPr lang="en-US" sz="34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tạp hóa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12534900" y="5715000"/>
            <a:ext cx="44577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5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250" dirty="0" spc="2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2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31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e9456f69-4024-48a7-be52-9fd64ceb080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Mốc</a:t>
            </a:r>
            <a:r>
              <a:rPr lang="en-US" sz="69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thời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gian lệch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6900" dirty="0"/>
          </a:p>
        </p:txBody>
      </p:sp>
      <p:sp>
        <p:nvSpPr>
          <p:cNvPr id="4" name="Connector line-1792383324457-295991181"/>
          <p:cNvSpPr/>
          <p:nvPr/>
        </p:nvSpPr>
        <p:spPr>
          <a:xfrm>
            <a:off x="914400" y="4000500"/>
            <a:ext cx="1645920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952500" y="3810000"/>
            <a:ext cx="381000" cy="381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143250"/>
            <a:ext cx="51054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2014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914400" y="4572000"/>
            <a:ext cx="5105400" cy="123825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Thế</a:t>
            </a:r>
            <a:r>
              <a:rPr lang="en-US" sz="34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345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endParaRPr lang="en-US" sz="3450" dirty="0"/>
          </a:p>
        </p:txBody>
      </p:sp>
      <p:sp>
        <p:nvSpPr>
          <p:cNvPr id="8" name="Text 6"/>
          <p:cNvSpPr/>
          <p:nvPr/>
        </p:nvSpPr>
        <p:spPr>
          <a:xfrm>
            <a:off x="914400" y="5905500"/>
            <a:ext cx="5010150" cy="19050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5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250" dirty="0" spc="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250" dirty="0" spc="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250" dirty="0" spc="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6438900" y="3810000"/>
            <a:ext cx="381000" cy="381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3143250"/>
            <a:ext cx="51054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9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2018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6400800" y="4572000"/>
            <a:ext cx="5105400" cy="123825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Thế</a:t>
            </a:r>
            <a:r>
              <a:rPr lang="en-US" sz="34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345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endParaRPr lang="en-US" sz="3450" dirty="0"/>
          </a:p>
        </p:txBody>
      </p:sp>
      <p:sp>
        <p:nvSpPr>
          <p:cNvPr id="12" name="Text 10"/>
          <p:cNvSpPr/>
          <p:nvPr/>
        </p:nvSpPr>
        <p:spPr>
          <a:xfrm>
            <a:off x="6400800" y="5905500"/>
            <a:ext cx="5010150" cy="19050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15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Bắt</a:t>
            </a:r>
            <a:r>
              <a:rPr lang="en-US" sz="2250" dirty="0" spc="1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250" dirty="0" spc="3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1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250" dirty="0" spc="-1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năm,</a:t>
            </a:r>
            <a:r>
              <a:rPr lang="en-US" sz="2250" dirty="0" spc="-3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1925300" y="3810000"/>
            <a:ext cx="381000" cy="381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0" y="3143250"/>
            <a:ext cx="51054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2019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1887200" y="4572000"/>
            <a:ext cx="5105400" cy="123825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45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2.200+ microservice</a:t>
            </a:r>
            <a:endParaRPr lang="en-US" sz="3450" dirty="0"/>
          </a:p>
        </p:txBody>
      </p:sp>
      <p:sp>
        <p:nvSpPr>
          <p:cNvPr id="16" name="Text 14"/>
          <p:cNvSpPr/>
          <p:nvPr/>
        </p:nvSpPr>
        <p:spPr>
          <a:xfrm>
            <a:off x="11887200" y="5905500"/>
            <a:ext cx="5010150" cy="190500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3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 số</a:t>
            </a:r>
            <a:r>
              <a:rPr lang="en-US" sz="2250" dirty="0" spc="2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0" kern="0">
                <a:solidFill>
                  <a:srgbClr val="4A494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 hệ hai.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14400" y="81915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 thế hệ hai,</a:t>
            </a:r>
            <a:r>
              <a:rPr lang="en-US" sz="21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việc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 nào.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31 · 06/09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eb85b4cf-b77d-447e-8da9-25b14fe9d39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8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3528" rIns="0" bIns="-33528" rtlCol="0" anchor="t"/>
          <a:lstStyle/>
          <a:p>
            <a:pPr algn="l" indent="0" marL="0">
              <a:lnSpc>
                <a:spcPts val="7392"/>
              </a:lnSpc>
              <a:buNone/>
            </a:pPr>
            <a:r>
              <a:rPr lang="en-US" sz="6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Thêm</a:t>
            </a:r>
            <a:r>
              <a:rPr lang="en-US" sz="6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 mảng</a:t>
            </a:r>
            <a:r>
              <a:rPr lang="en-US" sz="6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tạp</a:t>
            </a:r>
            <a:r>
              <a:rPr lang="en-US" sz="66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hóa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038725" cy="3048000"/>
          </a:xfrm>
          <a:prstGeom prst="roundRect">
            <a:avLst>
              <a:gd name="adj" fmla="val 8750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3448050"/>
            <a:ext cx="435292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MẢNG</a:t>
            </a:r>
            <a:r>
              <a:rPr lang="en-US" sz="180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57300" y="3924300"/>
            <a:ext cx="4352925" cy="2095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3300" dirty="0" spc="1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Cần</a:t>
            </a:r>
            <a:r>
              <a:rPr lang="en-US" sz="3300" dirty="0" spc="-27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vài</a:t>
            </a:r>
            <a:r>
              <a:rPr lang="en-US" sz="3300" dirty="0" spc="-2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</a:t>
            </a:r>
            <a:r>
              <a:rPr lang="en-US" sz="3300" dirty="0" spc="-17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endParaRPr lang="en-US" sz="3300" dirty="0"/>
          </a:p>
        </p:txBody>
      </p:sp>
      <p:sp>
        <p:nvSpPr>
          <p:cNvPr id="7" name="Connector line-1792383325301-324187353"/>
          <p:cNvSpPr/>
          <p:nvPr/>
        </p:nvSpPr>
        <p:spPr>
          <a:xfrm>
            <a:off x="6029325" y="466725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619875" y="3143250"/>
            <a:ext cx="5038725" cy="3048000"/>
          </a:xfrm>
          <a:prstGeom prst="roundRect">
            <a:avLst>
              <a:gd name="adj" fmla="val 8750"/>
            </a:avLst>
          </a:prstGeom>
          <a:solidFill>
            <a:srgbClr val="1E212B"/>
          </a:solidFill>
          <a:ln w="19050">
            <a:solidFill>
              <a:srgbClr val="2D31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62775" y="3448050"/>
            <a:ext cx="435292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 CHUNG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962775" y="3924300"/>
            <a:ext cx="4352925" cy="2095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3300" dirty="0" spc="1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Phải</a:t>
            </a:r>
            <a:r>
              <a:rPr lang="en-US" sz="3300" dirty="0" spc="2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chờ</a:t>
            </a:r>
            <a:r>
              <a:rPr lang="en-US" sz="3300" dirty="0" spc="3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đội</a:t>
            </a:r>
            <a:r>
              <a:rPr lang="en-US" sz="3300" dirty="0" spc="-4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3300" dirty="0" spc="0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cổng</a:t>
            </a:r>
            <a:endParaRPr lang="en-US" sz="3300" dirty="0"/>
          </a:p>
        </p:txBody>
      </p:sp>
      <p:sp>
        <p:nvSpPr>
          <p:cNvPr id="11" name="Connector line-1792383325305-269664111"/>
          <p:cNvSpPr/>
          <p:nvPr/>
        </p:nvSpPr>
        <p:spPr>
          <a:xfrm>
            <a:off x="11734800" y="4667250"/>
            <a:ext cx="51435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2325350" y="3143250"/>
            <a:ext cx="5038725" cy="3048000"/>
          </a:xfrm>
          <a:prstGeom prst="roundRect">
            <a:avLst>
              <a:gd name="adj" fmla="val 8750"/>
            </a:avLst>
          </a:prstGeom>
          <a:solidFill>
            <a:srgbClr val="7C93FF"/>
          </a:solidFill>
          <a:ln/>
        </p:spPr>
      </p:sp>
      <p:sp>
        <p:nvSpPr>
          <p:cNvPr id="13" name="Text 11"/>
          <p:cNvSpPr/>
          <p:nvPr/>
        </p:nvSpPr>
        <p:spPr>
          <a:xfrm>
            <a:off x="12668250" y="3448050"/>
            <a:ext cx="435292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6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THẾ</a:t>
            </a:r>
            <a:r>
              <a:rPr lang="en-US" sz="1800" b="1" spc="22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800" b="1" spc="22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668250" y="3924300"/>
            <a:ext cx="4352925" cy="2095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3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3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chờ</a:t>
            </a:r>
            <a:r>
              <a:rPr lang="en-US" sz="33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đội</a:t>
            </a:r>
            <a:r>
              <a:rPr lang="en-US" sz="33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3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cổng</a:t>
            </a:r>
            <a:r>
              <a:rPr lang="en-US" sz="3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</a:t>
            </a:r>
            <a:endParaRPr lang="en-US" sz="3300" dirty="0"/>
          </a:p>
        </p:txBody>
      </p:sp>
      <p:sp>
        <p:nvSpPr>
          <p:cNvPr id="15" name="Shape 13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31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d8fdd4f9-ea1c-4dc6-9fe6-798da8f2a18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 sao cổng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kịp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1430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766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NÚT</a:t>
            </a:r>
            <a:r>
              <a:rPr lang="en-US" sz="1950" b="1" spc="18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THẮT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676900" y="3181350"/>
            <a:ext cx="113157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8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đội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1295400" y="4152900"/>
            <a:ext cx="15697200" cy="1143000"/>
          </a:xfrm>
          <a:prstGeom prst="roundRect">
            <a:avLst>
              <a:gd name="adj" fmla="val 16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76400" y="45720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r>
              <a:rPr lang="en-US" sz="195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057900" y="4476750"/>
            <a:ext cx="105537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chạm mọi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1676400" y="5448300"/>
            <a:ext cx="14935200" cy="1143000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2057400" y="5867400"/>
            <a:ext cx="4191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5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1950" b="1" spc="187" kern="0" dirty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438900" y="5772150"/>
            <a:ext cx="97917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6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Tách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 phần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14400" y="6972300"/>
            <a:ext cx="1645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</a:t>
            </a:r>
            <a:r>
              <a:rPr lang="en-US" sz="210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1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từ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noFill/>
          <a:ln w="19050">
            <a:solidFill>
              <a:srgbClr val="1416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31 · 08/09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20c98491-7ab6-45a9-a3e1-df723a247fa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6200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2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162050"/>
            <a:ext cx="16192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476500"/>
          <a:ext cx="13716000" cy="914400"/>
        </p:xfrm>
        <a:graphic>
          <a:graphicData uri="http://schemas.openxmlformats.org/drawingml/2006/table">
            <a:tbl>
              <a:tblPr/>
              <a:tblGrid>
                <a:gridCol w="2304288"/>
                <a:gridCol w="6254496"/>
                <a:gridCol w="7900416"/>
              </a:tblGrid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75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Từ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Dạng</a:t>
                      </a:r>
                      <a:r>
                        <a:rPr lang="en-US" sz="2250" b="1" dirty="0" spc="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đầy</a:t>
                      </a:r>
                      <a:r>
                        <a:rPr lang="en-US" sz="2250" b="1" dirty="0" spc="4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đủ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 spc="-1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Nghĩa</a:t>
                      </a:r>
                      <a:r>
                        <a:rPr lang="en-US" sz="2250" b="1" dirty="0" spc="-1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trong</a:t>
                      </a:r>
                      <a:r>
                        <a:rPr lang="en-US" sz="2250" b="1" dirty="0" spc="2" kern="0">
                          <a:solidFill>
                            <a:srgbClr val="9AA0B5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bài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3" kern="0">
                          <a:solidFill>
                            <a:srgbClr val="FF6A4D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API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4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Application</a:t>
                      </a:r>
                      <a:r>
                        <a:rPr lang="en-US" sz="2250" dirty="0" spc="-19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Programming</a:t>
                      </a:r>
                      <a:r>
                        <a:rPr lang="en-US" sz="2250" dirty="0" spc="-1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Interface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cách</a:t>
                      </a:r>
                      <a:r>
                        <a:rPr lang="en-US" sz="2250" dirty="0" spc="2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ứng</a:t>
                      </a:r>
                      <a:r>
                        <a:rPr lang="en-US" sz="2250" dirty="0" spc="3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dụng</a:t>
                      </a:r>
                      <a:r>
                        <a:rPr lang="en-US" sz="2250" dirty="0" spc="-1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gọi</a:t>
                      </a:r>
                      <a:r>
                        <a:rPr lang="en-US" sz="2250" dirty="0" spc="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dịch vụ</a:t>
                      </a:r>
                      <a:r>
                        <a:rPr lang="en-US" sz="2250" dirty="0" spc="0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phía</a:t>
                      </a:r>
                      <a:r>
                        <a:rPr lang="en-US" sz="2250" dirty="0" spc="-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sau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A1D25"/>
                    </a:solidFill>
                  </a:tcPr>
                </a:tc>
              </a:tr>
              <a:tr h="9906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18" kern="0">
                          <a:solidFill>
                            <a:srgbClr val="FFB45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ATG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12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Advanced</a:t>
                      </a:r>
                      <a:r>
                        <a:rPr lang="en-US" sz="2250" dirty="0" spc="-18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Technologies</a:t>
                      </a:r>
                      <a:r>
                        <a:rPr lang="en-US" sz="2250" dirty="0" spc="-15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Group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 spc="-7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một</a:t>
                      </a:r>
                      <a:r>
                        <a:rPr lang="en-US" sz="2250" dirty="0" spc="-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mảng mới,</a:t>
                      </a:r>
                      <a:r>
                        <a:rPr lang="en-US" sz="2250" dirty="0" spc="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nguồn chỉ nêu</a:t>
                      </a:r>
                      <a:r>
                        <a:rPr lang="en-US" sz="2250" dirty="0" spc="-11" kern="0">
                          <a:solidFill>
                            <a:srgbClr val="E4E1D8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tên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D31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914400" y="5924550"/>
            <a:ext cx="11430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14400" y="6343650"/>
            <a:ext cx="1645920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5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system-design-101,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5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550" dirty="0"/>
          </a:p>
        </p:txBody>
      </p:sp>
      <p:sp>
        <p:nvSpPr>
          <p:cNvPr id="7" name="Text 4"/>
          <p:cNvSpPr/>
          <p:nvPr/>
        </p:nvSpPr>
        <p:spPr>
          <a:xfrm>
            <a:off x="914400" y="6877050"/>
            <a:ext cx="164592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18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Uber</a:t>
            </a:r>
            <a:r>
              <a:rPr lang="en-US" sz="180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 được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9144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573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002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431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860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289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9718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14700" y="9353550"/>
            <a:ext cx="152400" cy="1524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57600" y="9353550"/>
            <a:ext cx="152400" cy="1524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9677400"/>
            <a:ext cx="7620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31 · 09/09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f2a2ac0f-21d0-4d87-bf9a-c42c9712f5d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2026-10-19T05:04:25Z</dcterms:created>
  <dcterms:modified xsi:type="dcterms:W3CDTF">2026-10-19T05:04:25Z</dcterms:modified>
</cp:coreProperties>
</file>