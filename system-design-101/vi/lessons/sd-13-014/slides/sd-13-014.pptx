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7810500" cy="4391025"/>
          </a:xfrm>
          <a:prstGeom prst="rect">
            <a:avLst/>
          </a:prstGeom>
          <a:noFill/>
          <a:ln/>
        </p:spPr>
        <p:txBody>
          <a:bodyPr wrap="square" lIns="0" tIns="66866" rIns="0" bIns="-66866" rtlCol="0" anchor="t"/>
          <a:lstStyle/>
          <a:p>
            <a:pPr algn="l" indent="0" marL="0">
              <a:lnSpc>
                <a:spcPts val="8586"/>
              </a:lnSpc>
              <a:buNone/>
            </a:pP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CI</a:t>
            </a:r>
            <a:r>
              <a:rPr lang="en-US" sz="8100" dirty="0" spc="2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đỏ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mà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81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bạn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</a:t>
            </a:r>
            <a:r>
              <a:rPr lang="en-US" sz="8100" dirty="0" spc="-8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được: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năm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 khác biệt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6296025"/>
            <a:ext cx="7810500" cy="10477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-3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Lỗi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chịu</a:t>
            </a:r>
            <a:r>
              <a:rPr lang="en-US" sz="30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nhất:</a:t>
            </a:r>
            <a:r>
              <a:rPr lang="en-US" sz="30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"máy</a:t>
            </a:r>
            <a:r>
              <a:rPr lang="en-US" sz="30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tôi</a:t>
            </a:r>
            <a:r>
              <a:rPr lang="en-US" sz="300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3000" dirty="0" spc="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được".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95250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DevOps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CI/CD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9525000" y="1428750"/>
            <a:ext cx="3619500" cy="2095500"/>
          </a:xfrm>
          <a:prstGeom prst="roundRect">
            <a:avLst>
              <a:gd name="adj" fmla="val 12727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29800" y="1657350"/>
            <a:ext cx="95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9829800" y="2381250"/>
            <a:ext cx="3009900" cy="952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Phiên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55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13373100" y="1428750"/>
            <a:ext cx="3619500" cy="2095500"/>
          </a:xfrm>
          <a:prstGeom prst="roundRect">
            <a:avLst>
              <a:gd name="adj" fmla="val 12727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677900" y="1657350"/>
            <a:ext cx="95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4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3677900" y="2381250"/>
            <a:ext cx="3009900" cy="952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Môi</a:t>
            </a:r>
            <a:r>
              <a:rPr lang="en-US" sz="25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5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525000" y="3810000"/>
            <a:ext cx="3619500" cy="2095500"/>
          </a:xfrm>
          <a:prstGeom prst="roundRect">
            <a:avLst>
              <a:gd name="adj" fmla="val 12727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29800" y="4038600"/>
            <a:ext cx="95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4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9829800" y="4762500"/>
            <a:ext cx="3009900" cy="952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3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Trạng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5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sót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13373100" y="3810000"/>
            <a:ext cx="3619500" cy="2095500"/>
          </a:xfrm>
          <a:prstGeom prst="roundRect">
            <a:avLst>
              <a:gd name="adj" fmla="val 12727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677900" y="4038600"/>
            <a:ext cx="95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13677900" y="4762500"/>
            <a:ext cx="3009900" cy="952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Cấu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55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25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9525000" y="6191250"/>
            <a:ext cx="7467600" cy="2095500"/>
          </a:xfrm>
          <a:prstGeom prst="roundRect">
            <a:avLst>
              <a:gd name="adj" fmla="val 12727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29800" y="6419850"/>
            <a:ext cx="95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9829800" y="7143750"/>
            <a:ext cx="6858000" cy="952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Thứ tự,</a:t>
            </a:r>
            <a:r>
              <a:rPr lang="en-US" sz="25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</a:t>
            </a:r>
            <a:r>
              <a:rPr lang="en-US" sz="2550" b="1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55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endParaRPr lang="en-US" sz="25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2b16c9f8-0ed3-41eb-b35a-c1460c2b27b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3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950" b="1" spc="252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1950" b="1" spc="299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1950" b="1" spc="302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914400" y="2000250"/>
            <a:ext cx="152400" cy="19050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4" name="Text 2"/>
          <p:cNvSpPr/>
          <p:nvPr/>
        </p:nvSpPr>
        <p:spPr>
          <a:xfrm>
            <a:off x="1524000" y="1866900"/>
            <a:ext cx="15621000" cy="228600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t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Pipeline</a:t>
            </a:r>
            <a:r>
              <a:rPr lang="en-US" sz="6900" dirty="0" spc="-6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thường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sai;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môi</a:t>
            </a:r>
            <a:r>
              <a:rPr lang="en-US" sz="6900" dirty="0" spc="-5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trường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chỗ.</a:t>
            </a:r>
            <a:endParaRPr lang="en-US" sz="6900" dirty="0"/>
          </a:p>
        </p:txBody>
      </p:sp>
      <p:sp>
        <p:nvSpPr>
          <p:cNvPr id="5" name="Shape 3"/>
          <p:cNvSpPr/>
          <p:nvPr/>
        </p:nvSpPr>
        <p:spPr>
          <a:xfrm>
            <a:off x="914400" y="5334000"/>
            <a:ext cx="8001000" cy="2286000"/>
          </a:xfrm>
          <a:prstGeom prst="roundRect">
            <a:avLst>
              <a:gd name="adj" fmla="val 1166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33500" y="567690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4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950" b="1" spc="14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333500" y="6286500"/>
            <a:ext cx="7239000" cy="95250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Năm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 gặp.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372600" y="5334000"/>
            <a:ext cx="8001000" cy="2286000"/>
          </a:xfrm>
          <a:prstGeom prst="roundRect">
            <a:avLst>
              <a:gd name="adj" fmla="val 11667"/>
            </a:avLst>
          </a:prstGeom>
          <a:solidFill>
            <a:srgbClr val="E8E0CF"/>
          </a:solidFill>
          <a:ln/>
        </p:spPr>
      </p:sp>
      <p:sp>
        <p:nvSpPr>
          <p:cNvPr id="9" name="Text 7"/>
          <p:cNvSpPr/>
          <p:nvPr/>
        </p:nvSpPr>
        <p:spPr>
          <a:xfrm>
            <a:off x="9791700" y="567690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4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VỚI</a:t>
            </a:r>
            <a:r>
              <a:rPr lang="en-US" sz="1950" b="1" spc="14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1950" b="1" spc="15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791700" y="6286500"/>
            <a:ext cx="7239000" cy="95250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khớp.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2d93001c-60bf-426b-9795-1842eaa4aac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95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24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9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Khác</a:t>
            </a: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phiên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bản,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môi</a:t>
            </a:r>
            <a:r>
              <a:rPr lang="en-US" sz="6900" dirty="0" spc="-5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trường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667000"/>
            <a:ext cx="8001000" cy="6096000"/>
          </a:xfrm>
          <a:prstGeom prst="roundRect">
            <a:avLst>
              <a:gd name="adj" fmla="val 4375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009900"/>
            <a:ext cx="7162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2700" b="1" dirty="0" spc="-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700" b="1" dirty="0" spc="-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700" b="1" dirty="0" spc="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700" b="1" dirty="0" spc="-1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700" b="1" dirty="0" spc="-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700" b="1" dirty="0" spc="-2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b="1" dirty="0" spc="-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</a:t>
            </a:r>
            <a:r>
              <a:rPr lang="en-US" sz="2700" b="1" dirty="0" spc="-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333500" y="3810000"/>
            <a:ext cx="7162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3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KHÁC</a:t>
            </a:r>
            <a:r>
              <a:rPr lang="en-US" sz="1800" b="1" spc="15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1800" b="1" spc="13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</a:t>
            </a:r>
            <a:endParaRPr lang="en-US" sz="1800" dirty="0"/>
          </a:p>
        </p:txBody>
      </p:sp>
      <p:sp>
        <p:nvSpPr>
          <p:cNvPr id="7" name="Text richtext-1792371354826-252797593"/>
          <p:cNvSpPr/>
          <p:nvPr/>
        </p:nvSpPr>
        <p:spPr>
          <a:xfrm>
            <a:off x="1333500" y="4248150"/>
            <a:ext cx="7162800" cy="17145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runner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 khác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1143000" y="6191250"/>
            <a:ext cx="7543800" cy="2343150"/>
          </a:xfrm>
          <a:prstGeom prst="roundRect">
            <a:avLst>
              <a:gd name="adj" fmla="val 8943"/>
            </a:avLst>
          </a:prstGeom>
          <a:solidFill>
            <a:srgbClr val="CFE8E2"/>
          </a:solidFill>
          <a:ln/>
        </p:spPr>
      </p:sp>
      <p:sp>
        <p:nvSpPr>
          <p:cNvPr id="9" name="Text 7"/>
          <p:cNvSpPr/>
          <p:nvPr/>
        </p:nvSpPr>
        <p:spPr>
          <a:xfrm>
            <a:off x="1524000" y="6438900"/>
            <a:ext cx="6781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3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1800" b="1" spc="14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1800" dirty="0"/>
          </a:p>
        </p:txBody>
      </p:sp>
      <p:sp>
        <p:nvSpPr>
          <p:cNvPr id="10" name="Text richtext-1792371354844-566083615"/>
          <p:cNvSpPr/>
          <p:nvPr/>
        </p:nvSpPr>
        <p:spPr>
          <a:xfrm>
            <a:off x="1524000" y="6877050"/>
            <a:ext cx="6781800" cy="15240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Cài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khóa,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npm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ci.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372600" y="2667000"/>
            <a:ext cx="8001000" cy="6096000"/>
          </a:xfrm>
          <a:prstGeom prst="roundRect">
            <a:avLst>
              <a:gd name="adj" fmla="val 4375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91700" y="3009900"/>
            <a:ext cx="7162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2700" b="1" dirty="0" spc="-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700" b="1" dirty="0" spc="-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Môi</a:t>
            </a:r>
            <a:r>
              <a:rPr lang="en-US" sz="2700" b="1" dirty="0" spc="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700" b="1" dirty="0" spc="-1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9791700" y="3810000"/>
            <a:ext cx="7162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3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KHÁC</a:t>
            </a:r>
            <a:r>
              <a:rPr lang="en-US" sz="1800" b="1" spc="15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1800" b="1" spc="13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</a:t>
            </a:r>
            <a:endParaRPr lang="en-US" sz="1800" dirty="0"/>
          </a:p>
        </p:txBody>
      </p:sp>
      <p:sp>
        <p:nvSpPr>
          <p:cNvPr id="14" name="Text richtext-1792371354853-580702650"/>
          <p:cNvSpPr/>
          <p:nvPr/>
        </p:nvSpPr>
        <p:spPr>
          <a:xfrm>
            <a:off x="9791700" y="4248150"/>
            <a:ext cx="7162800" cy="17145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marL="323850" indent="-231371">
              <a:lnSpc>
                <a:spcPts val="3570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ubuntu-latest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thể</a:t>
            </a:r>
            <a:r>
              <a:rPr lang="en-US" sz="25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550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hành.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Nhãn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ghim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55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hành.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601200" y="6191250"/>
            <a:ext cx="7543800" cy="2343150"/>
          </a:xfrm>
          <a:prstGeom prst="roundRect">
            <a:avLst>
              <a:gd name="adj" fmla="val 8943"/>
            </a:avLst>
          </a:prstGeom>
          <a:solidFill>
            <a:srgbClr val="CFE8E2"/>
          </a:solidFill>
          <a:ln/>
        </p:spPr>
      </p:sp>
      <p:sp>
        <p:nvSpPr>
          <p:cNvPr id="16" name="Text 14"/>
          <p:cNvSpPr/>
          <p:nvPr/>
        </p:nvSpPr>
        <p:spPr>
          <a:xfrm>
            <a:off x="9982200" y="6438900"/>
            <a:ext cx="6781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3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1800" b="1" spc="14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1800" dirty="0"/>
          </a:p>
        </p:txBody>
      </p:sp>
      <p:sp>
        <p:nvSpPr>
          <p:cNvPr id="17" name="Text richtext-1792371354861-454390193"/>
          <p:cNvSpPr/>
          <p:nvPr/>
        </p:nvSpPr>
        <p:spPr>
          <a:xfrm>
            <a:off x="9982200" y="6877050"/>
            <a:ext cx="6781800" cy="15240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marL="323850" indent="-231371">
              <a:lnSpc>
                <a:spcPts val="3570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55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 cụ.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Hoặc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container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ghim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digest.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76c275ce-5ab9-4451-936b-eb589f6463a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29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1950" b="1" spc="28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SÓT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Máy bạn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 thứ mà</a:t>
            </a:r>
            <a:r>
              <a:rPr lang="en-US" sz="690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runner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8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950" b="1" spc="14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1950" b="1" spc="14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1950" b="1" spc="15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14400" y="3286125"/>
            <a:ext cx="2857500" cy="857250"/>
          </a:xfrm>
          <a:prstGeom prst="roundRect">
            <a:avLst>
              <a:gd name="adj" fmla="val 50000"/>
            </a:avLst>
          </a:prstGeom>
          <a:solidFill>
            <a:srgbClr val="2A2E3A"/>
          </a:solidFill>
          <a:ln w="19050">
            <a:solidFill>
              <a:srgbClr val="3A3F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Cache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057650" y="3286125"/>
            <a:ext cx="2857500" cy="857250"/>
          </a:xfrm>
          <a:prstGeom prst="roundRect">
            <a:avLst>
              <a:gd name="adj" fmla="val 50000"/>
            </a:avLst>
          </a:prstGeom>
          <a:solidFill>
            <a:srgbClr val="2A2E3A"/>
          </a:solidFill>
          <a:ln w="19050">
            <a:solidFill>
              <a:srgbClr val="3A3F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8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Tệp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r>
              <a:rPr lang="en-US" sz="240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200900" y="3286125"/>
            <a:ext cx="2857500" cy="857250"/>
          </a:xfrm>
          <a:prstGeom prst="roundRect">
            <a:avLst>
              <a:gd name="adj" fmla="val 50000"/>
            </a:avLst>
          </a:prstGeom>
          <a:solidFill>
            <a:srgbClr val="2A2E3A"/>
          </a:solidFill>
          <a:ln w="19050">
            <a:solidFill>
              <a:srgbClr val="3A3F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4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4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477500" y="3505200"/>
            <a:ext cx="6896100" cy="4762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Thứ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55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sót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che lỗi.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914400" y="485775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 LẠI</a:t>
            </a:r>
            <a:r>
              <a:rPr lang="en-US" sz="1950" b="1" spc="14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1950" b="1" spc="15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1950" b="1" spc="15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</a:t>
            </a:r>
            <a:r>
              <a:rPr lang="en-US" sz="1950" b="1" spc="15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CI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14400" y="5429250"/>
            <a:ext cx="3143250" cy="1905000"/>
          </a:xfrm>
          <a:prstGeom prst="roundRect">
            <a:avLst>
              <a:gd name="adj" fmla="val 14000"/>
            </a:avLst>
          </a:prstGeom>
          <a:solidFill>
            <a:srgbClr val="1E212B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0150" y="5715000"/>
            <a:ext cx="2571750" cy="1333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Clone</a:t>
            </a: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endParaRPr lang="en-US" sz="2550" dirty="0"/>
          </a:p>
        </p:txBody>
      </p:sp>
      <p:sp>
        <p:nvSpPr>
          <p:cNvPr id="12" name="Connector line-1792371368853-243118699"/>
          <p:cNvSpPr/>
          <p:nvPr/>
        </p:nvSpPr>
        <p:spPr>
          <a:xfrm>
            <a:off x="4133850" y="6381750"/>
            <a:ext cx="419100" cy="0"/>
          </a:xfrm>
          <a:prstGeom prst="line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629150" y="5429250"/>
            <a:ext cx="3143250" cy="1905000"/>
          </a:xfrm>
          <a:prstGeom prst="roundRect">
            <a:avLst>
              <a:gd name="adj" fmla="val 14000"/>
            </a:avLst>
          </a:prstGeom>
          <a:solidFill>
            <a:srgbClr val="1E212B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4900" y="5715000"/>
            <a:ext cx="2571750" cy="1333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 mục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2550" dirty="0"/>
          </a:p>
        </p:txBody>
      </p:sp>
      <p:sp>
        <p:nvSpPr>
          <p:cNvPr id="15" name="Connector line-1792371368856-968882241"/>
          <p:cNvSpPr/>
          <p:nvPr/>
        </p:nvSpPr>
        <p:spPr>
          <a:xfrm>
            <a:off x="7848600" y="6381750"/>
            <a:ext cx="419100" cy="0"/>
          </a:xfrm>
          <a:prstGeom prst="line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343900" y="5429250"/>
            <a:ext cx="3143250" cy="1905000"/>
          </a:xfrm>
          <a:prstGeom prst="roundRect">
            <a:avLst>
              <a:gd name="adj" fmla="val 14000"/>
            </a:avLst>
          </a:prstGeom>
          <a:solidFill>
            <a:srgbClr val="1E212B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9650" y="5715000"/>
            <a:ext cx="2571750" cy="1333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5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test</a:t>
            </a:r>
            <a:endParaRPr lang="en-US" sz="2550" dirty="0"/>
          </a:p>
        </p:txBody>
      </p:sp>
      <p:sp>
        <p:nvSpPr>
          <p:cNvPr id="18" name="Connector line-1792371368859-17218545"/>
          <p:cNvSpPr/>
          <p:nvPr/>
        </p:nvSpPr>
        <p:spPr>
          <a:xfrm>
            <a:off x="11563350" y="6381750"/>
            <a:ext cx="419100" cy="0"/>
          </a:xfrm>
          <a:prstGeom prst="line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2058650" y="5429250"/>
            <a:ext cx="5334000" cy="1905000"/>
          </a:xfrm>
          <a:prstGeom prst="roundRect">
            <a:avLst>
              <a:gd name="adj" fmla="val 14000"/>
            </a:avLst>
          </a:prstGeom>
          <a:solidFill>
            <a:srgbClr val="2A2E3A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344400" y="5715000"/>
            <a:ext cx="4762500" cy="1333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2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Lỗi</a:t>
            </a:r>
            <a:r>
              <a:rPr lang="en-US" sz="255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550" b="1" dirty="0" spc="-1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ra:</a:t>
            </a:r>
            <a:r>
              <a:rPr lang="en-US" sz="2550" b="1" dirty="0" spc="-1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2550" b="1" dirty="0" spc="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55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che</a:t>
            </a:r>
            <a:r>
              <a:rPr lang="en-US" sz="2550" b="1" dirty="0" spc="-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endParaRPr lang="en-US" sz="2550" dirty="0"/>
          </a:p>
        </p:txBody>
      </p:sp>
      <p:sp>
        <p:nvSpPr>
          <p:cNvPr id="21" name="Shape 19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7201b83f-ab46-462d-b2b2-4c895d9a387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950" b="1" spc="29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7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195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24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1950" b="1" spc="24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Khai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mọi</a:t>
            </a:r>
            <a:r>
              <a:rPr lang="en-US" sz="69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đầu</a:t>
            </a:r>
            <a:r>
              <a:rPr lang="en-US" sz="6900" dirty="0" spc="-5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69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6900" dirty="0" spc="-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workflow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4000500"/>
            <a:ext cx="4381500" cy="2286000"/>
          </a:xfrm>
          <a:prstGeom prst="roundRect">
            <a:avLst>
              <a:gd name="adj" fmla="val 11667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4305300"/>
            <a:ext cx="3714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9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VẤN</a:t>
            </a:r>
            <a:r>
              <a:rPr lang="en-US" sz="1950" b="1" spc="15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95400" y="4857750"/>
            <a:ext cx="3714750" cy="11430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Biến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môi</a:t>
            </a: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ở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bên.</a:t>
            </a:r>
            <a:endParaRPr lang="en-US" sz="2550" dirty="0"/>
          </a:p>
        </p:txBody>
      </p:sp>
      <p:sp>
        <p:nvSpPr>
          <p:cNvPr id="7" name="Connector line-1792371388764-942067949"/>
          <p:cNvSpPr/>
          <p:nvPr/>
        </p:nvSpPr>
        <p:spPr>
          <a:xfrm>
            <a:off x="5391150" y="5143500"/>
            <a:ext cx="1276350" cy="0"/>
          </a:xfrm>
          <a:prstGeom prst="line">
            <a:avLst/>
          </a:prstGeom>
          <a:noFill/>
          <a:ln w="38100">
            <a:solidFill>
              <a:srgbClr val="6B6A66"/>
            </a:solidFill>
            <a:prstDash val="solid"/>
            <a:headEnd type="none"/>
            <a:tailEnd type="triangle" w="lg" len="lg"/>
          </a:ln>
        </p:spPr>
      </p:sp>
      <p:sp>
        <p:nvSpPr>
          <p:cNvPr id="8" name="Shape 6"/>
          <p:cNvSpPr/>
          <p:nvPr/>
        </p:nvSpPr>
        <p:spPr>
          <a:xfrm>
            <a:off x="6762750" y="3810000"/>
            <a:ext cx="4572000" cy="2667000"/>
          </a:xfrm>
          <a:prstGeom prst="roundRect">
            <a:avLst>
              <a:gd name="adj" fmla="val 10000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43750" y="4191000"/>
            <a:ext cx="381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0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Tệp</a:t>
            </a:r>
            <a:r>
              <a:rPr lang="en-US" sz="2850" b="1" dirty="0" spc="-2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workflow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7143750" y="4857750"/>
            <a:ext cx="3810000" cy="13335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Nơi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5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job.</a:t>
            </a:r>
            <a:endParaRPr lang="en-US" sz="2550" dirty="0"/>
          </a:p>
        </p:txBody>
      </p:sp>
      <p:sp>
        <p:nvSpPr>
          <p:cNvPr id="11" name="Connector line-1792371388769-222555490"/>
          <p:cNvSpPr/>
          <p:nvPr/>
        </p:nvSpPr>
        <p:spPr>
          <a:xfrm flipV="1">
            <a:off x="11334750" y="3810000"/>
            <a:ext cx="1333500" cy="952500"/>
          </a:xfrm>
          <a:prstGeom prst="line">
            <a:avLst/>
          </a:prstGeom>
          <a:noFill/>
          <a:ln w="38100">
            <a:solidFill>
              <a:srgbClr val="1F3FD1"/>
            </a:solidFill>
            <a:prstDash val="solid"/>
            <a:headEnd type="none"/>
            <a:tailEnd type="none"/>
          </a:ln>
        </p:spPr>
      </p:sp>
      <p:sp>
        <p:nvSpPr>
          <p:cNvPr id="12" name="Connector line-1792371388769-503571692"/>
          <p:cNvSpPr/>
          <p:nvPr/>
        </p:nvSpPr>
        <p:spPr>
          <a:xfrm>
            <a:off x="11334750" y="5524500"/>
            <a:ext cx="1333500" cy="952500"/>
          </a:xfrm>
          <a:prstGeom prst="line">
            <a:avLst/>
          </a:prstGeom>
          <a:noFill/>
          <a:ln w="38100">
            <a:solidFill>
              <a:srgbClr val="1F3FD1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12668250" y="2952750"/>
            <a:ext cx="4705350" cy="1714500"/>
          </a:xfrm>
          <a:prstGeom prst="roundRect">
            <a:avLst>
              <a:gd name="adj" fmla="val 1555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049250" y="3238500"/>
            <a:ext cx="4000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Biến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môi</a:t>
            </a:r>
            <a:r>
              <a:rPr lang="en-US" sz="25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3049250" y="3857625"/>
            <a:ext cx="4000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Liệt</a:t>
            </a:r>
            <a:r>
              <a:rPr lang="en-US" sz="2100" dirty="0" spc="-3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</a:t>
            </a:r>
            <a:r>
              <a:rPr lang="en-US" sz="210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test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cần.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2668250" y="5619750"/>
            <a:ext cx="4705350" cy="1714500"/>
          </a:xfrm>
          <a:prstGeom prst="roundRect">
            <a:avLst>
              <a:gd name="adj" fmla="val 1555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049250" y="5905500"/>
            <a:ext cx="4000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Bí</a:t>
            </a:r>
            <a:r>
              <a:rPr lang="en-US" sz="25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13049250" y="6524625"/>
            <a:ext cx="4000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Liệt</a:t>
            </a:r>
            <a:r>
              <a:rPr lang="en-US" sz="2100" dirty="0" spc="-3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21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10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test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cần.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914400" y="7905750"/>
            <a:ext cx="16459200" cy="952500"/>
          </a:xfrm>
          <a:prstGeom prst="roundRect">
            <a:avLst>
              <a:gd name="adj" fmla="val 24000"/>
            </a:avLst>
          </a:prstGeom>
          <a:solidFill>
            <a:srgbClr val="DDE3FA"/>
          </a:solidFill>
          <a:ln/>
        </p:spPr>
      </p:sp>
      <p:sp>
        <p:nvSpPr>
          <p:cNvPr id="20" name="Text 18"/>
          <p:cNvSpPr/>
          <p:nvPr/>
        </p:nvSpPr>
        <p:spPr>
          <a:xfrm>
            <a:off x="1333500" y="8115300"/>
            <a:ext cx="15621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Mặc</a:t>
            </a:r>
            <a:r>
              <a:rPr lang="en-US" sz="25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định,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pull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request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fork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nhận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mật.</a:t>
            </a:r>
            <a:endParaRPr lang="en-US" sz="2550" dirty="0"/>
          </a:p>
        </p:txBody>
      </p:sp>
      <p:sp>
        <p:nvSpPr>
          <p:cNvPr id="21" name="Shape 19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18a56033-c800-4e6f-9896-8c6eea0c63a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5</a:t>
            </a:r>
            <a:r>
              <a:rPr lang="en-US" sz="1950" b="1" spc="29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195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TỰ,</a:t>
            </a:r>
            <a:r>
              <a:rPr lang="en-US" sz="195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</a:t>
            </a:r>
            <a:r>
              <a:rPr lang="en-US" sz="1950" b="1" spc="25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5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950" b="1" spc="30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195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12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Test</a:t>
            </a:r>
            <a:r>
              <a:rPr lang="en-US" sz="6900" dirty="0" spc="-5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dựa</a:t>
            </a:r>
            <a:r>
              <a:rPr lang="en-US" sz="6900" dirty="0" spc="-5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chung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3905250" cy="3619500"/>
          </a:xfrm>
          <a:prstGeom prst="roundRect">
            <a:avLst>
              <a:gd name="adj" fmla="val 736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762250"/>
            <a:ext cx="3905250" cy="1143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1257300" y="3200400"/>
            <a:ext cx="3219450" cy="952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Thứ</a:t>
            </a:r>
            <a:r>
              <a:rPr lang="en-US" sz="2550" b="1" dirty="0" spc="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b="1" dirty="0" spc="-9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57300" y="4381500"/>
            <a:ext cx="3219450" cy="17145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6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Test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5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dựa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 test</a:t>
            </a: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5086350" y="2762250"/>
            <a:ext cx="3905250" cy="3619500"/>
          </a:xfrm>
          <a:prstGeom prst="roundRect">
            <a:avLst>
              <a:gd name="adj" fmla="val 736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86350" y="2762250"/>
            <a:ext cx="3905250" cy="1143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0" name="Text 8"/>
          <p:cNvSpPr/>
          <p:nvPr/>
        </p:nvSpPr>
        <p:spPr>
          <a:xfrm>
            <a:off x="5429250" y="3200400"/>
            <a:ext cx="3219450" cy="952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Múi</a:t>
            </a:r>
            <a:r>
              <a:rPr lang="en-US" sz="2550" b="1" dirty="0" spc="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5429250" y="4381500"/>
            <a:ext cx="3219450" cy="17145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runner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giờ.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258300" y="2762250"/>
            <a:ext cx="3905250" cy="3619500"/>
          </a:xfrm>
          <a:prstGeom prst="roundRect">
            <a:avLst>
              <a:gd name="adj" fmla="val 736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258300" y="2762250"/>
            <a:ext cx="3905250" cy="1143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0" y="3200400"/>
            <a:ext cx="3219450" cy="952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5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Cổng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9601200" y="4381500"/>
            <a:ext cx="3219450" cy="17145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test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song song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giành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cổng.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13430250" y="2762250"/>
            <a:ext cx="3905250" cy="3619500"/>
          </a:xfrm>
          <a:prstGeom prst="roundRect">
            <a:avLst>
              <a:gd name="adj" fmla="val 736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430250" y="2762250"/>
            <a:ext cx="3905250" cy="1143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8" name="Text 16"/>
          <p:cNvSpPr/>
          <p:nvPr/>
        </p:nvSpPr>
        <p:spPr>
          <a:xfrm>
            <a:off x="13773150" y="3200400"/>
            <a:ext cx="3219450" cy="952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4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2550" b="1" dirty="0" spc="-5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550" b="1" dirty="0" spc="-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b="1" dirty="0" spc="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b="1" dirty="0" spc="-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13773150" y="4381500"/>
            <a:ext cx="3219450" cy="17145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6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Test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5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test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kia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ghi.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914400" y="6762750"/>
            <a:ext cx="16459200" cy="1905000"/>
          </a:xfrm>
          <a:prstGeom prst="roundRect">
            <a:avLst>
              <a:gd name="adj" fmla="val 14000"/>
            </a:avLst>
          </a:prstGeom>
          <a:solidFill>
            <a:srgbClr val="F3DFB8"/>
          </a:solidFill>
          <a:ln/>
        </p:spPr>
      </p:sp>
      <p:sp>
        <p:nvSpPr>
          <p:cNvPr id="21" name="Text 19"/>
          <p:cNvSpPr/>
          <p:nvPr/>
        </p:nvSpPr>
        <p:spPr>
          <a:xfrm>
            <a:off x="1333500" y="7048500"/>
            <a:ext cx="1562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3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1950" b="1" spc="15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1950" dirty="0"/>
          </a:p>
        </p:txBody>
      </p:sp>
      <p:sp>
        <p:nvSpPr>
          <p:cNvPr id="22" name="Text richtext-1792371402479-968888615"/>
          <p:cNvSpPr/>
          <p:nvPr/>
        </p:nvSpPr>
        <p:spPr>
          <a:xfrm>
            <a:off x="1333500" y="7543800"/>
            <a:ext cx="15621000" cy="9525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Cho mỗi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test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nó.</a:t>
            </a:r>
            <a:endParaRPr lang="en-US" sz="2550" dirty="0"/>
          </a:p>
        </p:txBody>
      </p:sp>
      <p:sp>
        <p:nvSpPr>
          <p:cNvPr id="23" name="Shape 21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Moda image moda-export-watermark-732b507b-3e34-4ec3-b524-bf13e623c1b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7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Năm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r>
              <a:rPr lang="en-US" sz="6900" dirty="0" spc="-4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chưa</a:t>
            </a:r>
            <a:r>
              <a:rPr lang="en-US" sz="6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6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tất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667000"/>
            <a:ext cx="16459200" cy="1295400"/>
          </a:xfrm>
          <a:prstGeom prst="roundRect">
            <a:avLst>
              <a:gd name="adj" fmla="val 20588"/>
            </a:avLst>
          </a:prstGeom>
          <a:solidFill>
            <a:srgbClr val="1E212B"/>
          </a:solidFill>
          <a:ln w="19050">
            <a:solidFill>
              <a:srgbClr val="3A3F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2952750"/>
            <a:ext cx="8572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9AA0B5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2381250" y="3048000"/>
            <a:ext cx="14668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Lỗi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job</a:t>
            </a:r>
            <a:r>
              <a:rPr lang="en-US" sz="25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đỏ.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14400" y="4191000"/>
            <a:ext cx="16459200" cy="1295400"/>
          </a:xfrm>
          <a:prstGeom prst="roundRect">
            <a:avLst>
              <a:gd name="adj" fmla="val 20588"/>
            </a:avLst>
          </a:prstGeom>
          <a:solidFill>
            <a:srgbClr val="1E212B"/>
          </a:solidFill>
          <a:ln w="19050">
            <a:solidFill>
              <a:srgbClr val="3A3F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5400" y="4476750"/>
            <a:ext cx="8572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9AA0B5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2381250" y="4572000"/>
            <a:ext cx="14668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Runner</a:t>
            </a:r>
            <a:r>
              <a:rPr lang="en-US" sz="25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5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nguyên,</a:t>
            </a:r>
            <a:r>
              <a:rPr lang="en-US" sz="25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 của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CI.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" y="5715000"/>
            <a:ext cx="16459200" cy="1295400"/>
          </a:xfrm>
          <a:prstGeom prst="roundRect">
            <a:avLst>
              <a:gd name="adj" fmla="val 20588"/>
            </a:avLst>
          </a:prstGeom>
          <a:solidFill>
            <a:srgbClr val="1E212B"/>
          </a:solidFill>
          <a:ln w="19050">
            <a:solidFill>
              <a:srgbClr val="3A3F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5400" y="6000750"/>
            <a:ext cx="8572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2" kern="0">
                <a:solidFill>
                  <a:srgbClr val="9AA0B5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2381250" y="6096000"/>
            <a:ext cx="14668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5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job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phải cách chẩn</a:t>
            </a:r>
            <a:r>
              <a:rPr lang="en-US" sz="25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đoán.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14400" y="7239000"/>
            <a:ext cx="16459200" cy="1295400"/>
          </a:xfrm>
          <a:prstGeom prst="roundRect">
            <a:avLst>
              <a:gd name="adj" fmla="val 20588"/>
            </a:avLst>
          </a:prstGeom>
          <a:solidFill>
            <a:srgbClr val="2A2E3A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95400" y="7524750"/>
            <a:ext cx="8572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2381250" y="7620000"/>
            <a:ext cx="14668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5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550" b="1" dirty="0" spc="-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quả:</a:t>
            </a:r>
            <a:r>
              <a:rPr lang="en-US" sz="25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test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chập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chờn,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sửa.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774ef3e8-058e-47d1-9d20-f98e99f59a4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950" b="1" spc="29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Config.json khác</a:t>
            </a:r>
            <a:r>
              <a:rPr lang="en-US" sz="69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config.json?</a:t>
            </a:r>
            <a:endParaRPr lang="en-US" sz="6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762250"/>
          <a:ext cx="13716000" cy="914400"/>
        </p:xfrm>
        <a:graphic>
          <a:graphicData uri="http://schemas.openxmlformats.org/drawingml/2006/table">
            <a:tbl>
              <a:tblPr/>
              <a:tblGrid>
                <a:gridCol w="4608576"/>
                <a:gridCol w="6583680"/>
                <a:gridCol w="5266944"/>
              </a:tblGrid>
              <a:tr h="952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1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Máy</a:t>
                      </a:r>
                      <a:r>
                        <a:rPr lang="en-US" sz="2400" b="1" dirty="0" spc="-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chạy test</a:t>
                      </a:r>
                      <a:endParaRPr lang="en-US" sz="1200" dirty="0"/>
                    </a:p>
                  </a:txBody>
                  <a:tcPr marL="304800" marR="304800" marT="293370" marB="29337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1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Hệ</a:t>
                      </a:r>
                      <a:r>
                        <a:rPr lang="en-US" sz="2400" b="1" dirty="0" spc="-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tệp</a:t>
                      </a:r>
                      <a:r>
                        <a:rPr lang="en-US" sz="2400" b="1" dirty="0" spc="-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phân biệt</a:t>
                      </a:r>
                      <a:r>
                        <a:rPr lang="en-US" sz="2400" b="1" dirty="0" spc="-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hoa</a:t>
                      </a:r>
                      <a:r>
                        <a:rPr lang="en-US" sz="2400" b="1" dirty="0" spc="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thường?</a:t>
                      </a:r>
                      <a:endParaRPr lang="en-US" sz="1200" dirty="0"/>
                    </a:p>
                  </a:txBody>
                  <a:tcPr marL="304800" marR="304800" marT="293370" marB="29337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4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Kết</a:t>
                      </a:r>
                      <a:r>
                        <a:rPr lang="en-US" sz="2400" b="1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quả</a:t>
                      </a:r>
                      <a:endParaRPr lang="en-US" sz="1200" dirty="0"/>
                    </a:p>
                  </a:txBody>
                  <a:tcPr marL="304800" marR="304800" marT="293370" marB="29337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macOS</a:t>
                      </a:r>
                      <a:endParaRPr lang="en-US" sz="1200" dirty="0"/>
                    </a:p>
                  </a:txBody>
                  <a:tcPr marL="304800" marR="304800" marT="293370" marB="29337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Thường</a:t>
                      </a:r>
                      <a:r>
                        <a:rPr lang="en-US" sz="240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mặc</a:t>
                      </a:r>
                      <a:r>
                        <a:rPr lang="en-US" sz="2400" dirty="0" spc="2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định</a:t>
                      </a:r>
                      <a:r>
                        <a:rPr lang="en-US" sz="24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không</a:t>
                      </a:r>
                      <a:endParaRPr lang="en-US" sz="1200" dirty="0"/>
                    </a:p>
                  </a:txBody>
                  <a:tcPr marL="304800" marR="304800" marT="293370" marB="29337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6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Test</a:t>
                      </a: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qua</a:t>
                      </a:r>
                      <a:endParaRPr lang="en-US" sz="1200" dirty="0"/>
                    </a:p>
                  </a:txBody>
                  <a:tcPr marL="304800" marR="304800" marT="293370" marB="29337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1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Windows</a:t>
                      </a:r>
                      <a:endParaRPr lang="en-US" sz="1200" dirty="0"/>
                    </a:p>
                  </a:txBody>
                  <a:tcPr marL="304800" marR="304800" marT="293370" marB="29337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Thường</a:t>
                      </a:r>
                      <a:r>
                        <a:rPr lang="en-US" sz="240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mặc</a:t>
                      </a:r>
                      <a:r>
                        <a:rPr lang="en-US" sz="2400" dirty="0" spc="2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định</a:t>
                      </a:r>
                      <a:r>
                        <a:rPr lang="en-US" sz="24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không</a:t>
                      </a:r>
                      <a:endParaRPr lang="en-US" sz="1200" dirty="0"/>
                    </a:p>
                  </a:txBody>
                  <a:tcPr marL="304800" marR="304800" marT="293370" marB="29337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6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Test</a:t>
                      </a: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qua</a:t>
                      </a:r>
                      <a:endParaRPr lang="en-US" sz="1200" dirty="0"/>
                    </a:p>
                  </a:txBody>
                  <a:tcPr marL="304800" marR="304800" marT="293370" marB="29337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2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Runner</a:t>
                      </a:r>
                      <a:r>
                        <a:rPr lang="en-US" sz="24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Linux</a:t>
                      </a:r>
                      <a:endParaRPr lang="en-US" sz="1200" dirty="0"/>
                    </a:p>
                  </a:txBody>
                  <a:tcPr marL="304800" marR="304800" marT="293370" marB="29337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Có</a:t>
                      </a:r>
                      <a:endParaRPr lang="en-US" sz="1200" dirty="0"/>
                    </a:p>
                  </a:txBody>
                  <a:tcPr marL="304800" marR="304800" marT="293370" marB="29337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Không</a:t>
                      </a:r>
                      <a:r>
                        <a:rPr lang="en-US" sz="2400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tìm</a:t>
                      </a:r>
                      <a:r>
                        <a:rPr lang="en-US" sz="2400" dirty="0" spc="-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thấy</a:t>
                      </a:r>
                      <a:r>
                        <a:rPr lang="en-US" sz="2400" dirty="0" spc="-1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tệp</a:t>
                      </a:r>
                      <a:endParaRPr lang="en-US" sz="1200" dirty="0"/>
                    </a:p>
                  </a:txBody>
                  <a:tcPr marL="304800" marR="304800" marT="293370" marB="29337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14400" y="704850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F8D9D0"/>
          </a:solidFill>
          <a:ln/>
        </p:spPr>
      </p:sp>
      <p:sp>
        <p:nvSpPr>
          <p:cNvPr id="6" name="Text 3"/>
          <p:cNvSpPr/>
          <p:nvPr/>
        </p:nvSpPr>
        <p:spPr>
          <a:xfrm>
            <a:off x="1333500" y="7391400"/>
            <a:ext cx="15621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Sửa</a:t>
            </a:r>
            <a:r>
              <a:rPr lang="en-US" sz="25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5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khớp chữ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hoa</a:t>
            </a:r>
            <a:r>
              <a:rPr lang="en-US" sz="255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thường.</a:t>
            </a:r>
            <a:endParaRPr lang="en-US" sz="2550" dirty="0"/>
          </a:p>
        </p:txBody>
      </p:sp>
      <p:sp>
        <p:nvSpPr>
          <p:cNvPr id="7" name="Shape 4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5ae0dca0-3116-48e3-932c-bab16fe80fc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950" b="1" spc="28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95400"/>
            <a:ext cx="164592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nguồn,</a:t>
            </a:r>
            <a:r>
              <a:rPr lang="en-US" sz="69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cụ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thể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495550"/>
            <a:ext cx="16459200" cy="1104900"/>
          </a:xfrm>
          <a:prstGeom prst="roundRect">
            <a:avLst>
              <a:gd name="adj" fmla="val 20690"/>
            </a:avLst>
          </a:prstGeom>
          <a:solidFill>
            <a:srgbClr val="1E212B"/>
          </a:solidFill>
          <a:ln w="19050">
            <a:solidFill>
              <a:srgbClr val="3A3F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495550"/>
            <a:ext cx="133350" cy="11049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6" name="Text 4"/>
          <p:cNvSpPr/>
          <p:nvPr/>
        </p:nvSpPr>
        <p:spPr>
          <a:xfrm>
            <a:off x="1390650" y="2800350"/>
            <a:ext cx="3810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Phiên</a:t>
            </a:r>
            <a:r>
              <a:rPr lang="en-US" sz="2550" b="1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5334000" y="2800350"/>
            <a:ext cx="117157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npm ci</a:t>
            </a: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khớp.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14400" y="3752850"/>
            <a:ext cx="16459200" cy="1104900"/>
          </a:xfrm>
          <a:prstGeom prst="roundRect">
            <a:avLst>
              <a:gd name="adj" fmla="val 20690"/>
            </a:avLst>
          </a:prstGeom>
          <a:solidFill>
            <a:srgbClr val="1E212B"/>
          </a:solidFill>
          <a:ln w="19050">
            <a:solidFill>
              <a:srgbClr val="3A3F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3752850"/>
            <a:ext cx="133350" cy="11049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0" name="Text 8"/>
          <p:cNvSpPr/>
          <p:nvPr/>
        </p:nvSpPr>
        <p:spPr>
          <a:xfrm>
            <a:off x="1390650" y="4057650"/>
            <a:ext cx="3810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Môi</a:t>
            </a:r>
            <a:r>
              <a:rPr lang="en-US" sz="2550" b="1" dirty="0" spc="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5334000" y="4057650"/>
            <a:ext cx="117157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Nhãn</a:t>
            </a:r>
            <a:r>
              <a:rPr lang="en-US" sz="255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-latest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-2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trỏ</a:t>
            </a:r>
            <a:r>
              <a:rPr lang="en-US" sz="25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550" dirty="0" spc="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14400" y="5010150"/>
            <a:ext cx="16459200" cy="1104900"/>
          </a:xfrm>
          <a:prstGeom prst="roundRect">
            <a:avLst>
              <a:gd name="adj" fmla="val 20690"/>
            </a:avLst>
          </a:prstGeom>
          <a:solidFill>
            <a:srgbClr val="1E212B"/>
          </a:solidFill>
          <a:ln w="19050">
            <a:solidFill>
              <a:srgbClr val="3A3F4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5010150"/>
            <a:ext cx="133350" cy="11049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4" name="Text 12"/>
          <p:cNvSpPr/>
          <p:nvPr/>
        </p:nvSpPr>
        <p:spPr>
          <a:xfrm>
            <a:off x="1390650" y="5314950"/>
            <a:ext cx="3810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39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Trạng</a:t>
            </a:r>
            <a:r>
              <a:rPr lang="en-US" sz="2550" b="1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2550" b="1" dirty="0" spc="-9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sót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5334000" y="5314950"/>
            <a:ext cx="117157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Clone mới ở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 mục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55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CI.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14400" y="6267450"/>
            <a:ext cx="16459200" cy="1104900"/>
          </a:xfrm>
          <a:prstGeom prst="roundRect">
            <a:avLst>
              <a:gd name="adj" fmla="val 20690"/>
            </a:avLst>
          </a:prstGeom>
          <a:solidFill>
            <a:srgbClr val="1E212B"/>
          </a:solidFill>
          <a:ln w="19050">
            <a:solidFill>
              <a:srgbClr val="3A3F4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6267450"/>
            <a:ext cx="133350" cy="11049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8" name="Text 16"/>
          <p:cNvSpPr/>
          <p:nvPr/>
        </p:nvSpPr>
        <p:spPr>
          <a:xfrm>
            <a:off x="1390650" y="6572250"/>
            <a:ext cx="3810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Cấu</a:t>
            </a:r>
            <a:r>
              <a:rPr lang="en-US" sz="255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5334000" y="6572250"/>
            <a:ext cx="117157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Liệt</a:t>
            </a:r>
            <a:r>
              <a:rPr lang="en-US" sz="2550" dirty="0" spc="-3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 biến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môi</a:t>
            </a:r>
            <a:r>
              <a:rPr lang="en-US" sz="25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55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25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mật.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914400" y="7524750"/>
            <a:ext cx="16459200" cy="1104900"/>
          </a:xfrm>
          <a:prstGeom prst="roundRect">
            <a:avLst>
              <a:gd name="adj" fmla="val 20690"/>
            </a:avLst>
          </a:prstGeom>
          <a:solidFill>
            <a:srgbClr val="1E212B"/>
          </a:solidFill>
          <a:ln w="19050">
            <a:solidFill>
              <a:srgbClr val="3A3F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7524750"/>
            <a:ext cx="133350" cy="11049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22" name="Text 20"/>
          <p:cNvSpPr/>
          <p:nvPr/>
        </p:nvSpPr>
        <p:spPr>
          <a:xfrm>
            <a:off x="1390650" y="7829550"/>
            <a:ext cx="3810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Thứ</a:t>
            </a:r>
            <a:r>
              <a:rPr lang="en-US" sz="255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5334000" y="7829550"/>
            <a:ext cx="117157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múi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</a:t>
            </a:r>
            <a:r>
              <a:rPr lang="en-US" sz="255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hạt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giống</a:t>
            </a:r>
            <a:r>
              <a:rPr lang="en-US" sz="25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ngẫu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nhiên.</a:t>
            </a:r>
            <a:endParaRPr lang="en-US" sz="2550" dirty="0"/>
          </a:p>
        </p:txBody>
      </p:sp>
      <p:sp>
        <p:nvSpPr>
          <p:cNvPr id="24" name="Shape 22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8cd34269-24f8-4a7a-90a5-ca6299a8b89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5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950" b="1" spc="24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95400"/>
            <a:ext cx="161925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8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Tra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endParaRPr lang="en-US" sz="6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571750"/>
          <a:ext cx="13716000" cy="914400"/>
        </p:xfrm>
        <a:graphic>
          <a:graphicData uri="http://schemas.openxmlformats.org/drawingml/2006/table">
            <a:tbl>
              <a:tblPr/>
              <a:tblGrid>
                <a:gridCol w="2962656"/>
                <a:gridCol w="13496544"/>
              </a:tblGrid>
              <a:tr h="952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Mục</a:t>
                      </a:r>
                      <a:endParaRPr lang="en-US" sz="1200" dirty="0"/>
                    </a:p>
                  </a:txBody>
                  <a:tcPr marL="266700" marR="266700" marT="266700" marB="266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2E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Nội</a:t>
                      </a:r>
                      <a:r>
                        <a:rPr lang="en-US" sz="2250" b="1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dung</a:t>
                      </a:r>
                      <a:endParaRPr lang="en-US" sz="1200" dirty="0"/>
                    </a:p>
                  </a:txBody>
                  <a:tcPr marL="266700" marR="266700" marT="266700" marB="266700" anchor="ctr">
                    <a:lnL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2E3A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CI</a:t>
                      </a:r>
                      <a:endParaRPr lang="en-US" sz="1200" dirty="0"/>
                    </a:p>
                  </a:txBody>
                  <a:tcPr marL="266700" marR="266700" marT="266700" marB="266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Continuous</a:t>
                      </a:r>
                      <a:r>
                        <a:rPr lang="en-US" sz="2250" dirty="0" spc="-1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Integration:</a:t>
                      </a:r>
                      <a:r>
                        <a:rPr lang="en-US" sz="22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tích</a:t>
                      </a:r>
                      <a:r>
                        <a:rPr lang="en-US" sz="2250" dirty="0" spc="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hợp</a:t>
                      </a:r>
                      <a:r>
                        <a:rPr lang="en-US" sz="22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liên</a:t>
                      </a:r>
                      <a:r>
                        <a:rPr lang="en-US" sz="2250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tục</a:t>
                      </a:r>
                      <a:endParaRPr lang="en-US" sz="1200" dirty="0"/>
                    </a:p>
                  </a:txBody>
                  <a:tcPr marL="266700" marR="266700" marT="266700" marB="266700" anchor="ctr">
                    <a:lnL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OS</a:t>
                      </a:r>
                      <a:endParaRPr lang="en-US" sz="1200" dirty="0"/>
                    </a:p>
                  </a:txBody>
                  <a:tcPr marL="266700" marR="266700" marT="266700" marB="266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Operating</a:t>
                      </a:r>
                      <a:r>
                        <a:rPr lang="en-US" sz="2250" dirty="0" spc="-1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System:</a:t>
                      </a:r>
                      <a:r>
                        <a:rPr lang="en-US" sz="22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hệ</a:t>
                      </a:r>
                      <a:r>
                        <a:rPr lang="en-US" sz="2250" dirty="0" spc="1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điều</a:t>
                      </a:r>
                      <a:r>
                        <a:rPr lang="en-US" sz="22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hành</a:t>
                      </a:r>
                      <a:endParaRPr lang="en-US" sz="1200" dirty="0"/>
                    </a:p>
                  </a:txBody>
                  <a:tcPr marL="266700" marR="266700" marT="266700" marB="266700" anchor="ctr">
                    <a:lnL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Nguồn</a:t>
                      </a:r>
                      <a:endParaRPr lang="en-US" sz="1200" dirty="0"/>
                    </a:p>
                  </a:txBody>
                  <a:tcPr marL="266700" marR="266700" marT="266700" marB="266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ByteByteGo</a:t>
                      </a:r>
                      <a:r>
                        <a:rPr lang="en-US" sz="2250" dirty="0" spc="-1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tại</a:t>
                      </a:r>
                      <a:r>
                        <a:rPr lang="en-US" sz="22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snapshot</a:t>
                      </a:r>
                      <a:r>
                        <a:rPr lang="en-US" sz="2250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cố</a:t>
                      </a:r>
                      <a:r>
                        <a:rPr lang="en-US" sz="2250" dirty="0" spc="1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định;</a:t>
                      </a:r>
                      <a:r>
                        <a:rPr lang="en-US" sz="225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npm</a:t>
                      </a:r>
                      <a:r>
                        <a:rPr lang="en-US" sz="22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ci;</a:t>
                      </a:r>
                      <a:r>
                        <a:rPr lang="en-US" sz="225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ghim</a:t>
                      </a:r>
                      <a:r>
                        <a:rPr lang="en-US" sz="22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phiên</a:t>
                      </a:r>
                      <a:r>
                        <a:rPr lang="en-US" sz="22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bản</a:t>
                      </a:r>
                      <a:r>
                        <a:rPr lang="en-US" sz="2250" dirty="0" spc="-1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image</a:t>
                      </a:r>
                      <a:r>
                        <a:rPr lang="en-US" sz="22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cơ</a:t>
                      </a:r>
                      <a:r>
                        <a:rPr lang="en-US" sz="225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sở</a:t>
                      </a:r>
                      <a:endParaRPr lang="en-US" sz="1200" dirty="0"/>
                    </a:p>
                  </a:txBody>
                  <a:tcPr marL="266700" marR="266700" marT="266700" marB="266700" anchor="ctr">
                    <a:lnL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Nguồn</a:t>
                      </a:r>
                      <a:endParaRPr lang="en-US" sz="1200" dirty="0"/>
                    </a:p>
                  </a:txBody>
                  <a:tcPr marL="266700" marR="266700" marT="266700" marB="266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runner</a:t>
                      </a:r>
                      <a:r>
                        <a:rPr lang="en-US" sz="225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do</a:t>
                      </a:r>
                      <a:r>
                        <a:rPr lang="en-US" sz="22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GitHub</a:t>
                      </a:r>
                      <a:r>
                        <a:rPr lang="en-US" sz="225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cung</a:t>
                      </a:r>
                      <a:r>
                        <a:rPr lang="en-US" sz="22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cấp;</a:t>
                      </a:r>
                      <a:r>
                        <a:rPr lang="en-US" sz="2250" dirty="0" spc="-1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workflow</a:t>
                      </a:r>
                      <a:r>
                        <a:rPr lang="en-US" sz="2250" dirty="0" spc="-1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syntax;</a:t>
                      </a:r>
                      <a:r>
                        <a:rPr lang="en-US" sz="2250" dirty="0" spc="-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bảo</a:t>
                      </a:r>
                      <a:r>
                        <a:rPr lang="en-US" sz="2250" dirty="0" spc="-1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mật workflow</a:t>
                      </a:r>
                      <a:endParaRPr lang="en-US" sz="1200" dirty="0"/>
                    </a:p>
                  </a:txBody>
                  <a:tcPr marL="266700" marR="266700" marT="266700" marB="266700" anchor="ctr">
                    <a:lnL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5299b60e-f1ac-45c5-bcd6-61ca696b2ec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2026-10-19T02:35:55Z</dcterms:created>
  <dcterms:modified xsi:type="dcterms:W3CDTF">2026-10-19T02:35:55Z</dcterms:modified>
</cp:coreProperties>
</file>