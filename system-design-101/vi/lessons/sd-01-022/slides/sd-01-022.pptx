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334500" cy="29908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Nhập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8572500" cy="11049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thực: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69489237-548742713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4008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mọi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9537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0953750" y="4838700"/>
            <a:ext cx="152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525500" y="180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10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0" y="3714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0" y="5810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0" y="7715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100" dirty="0"/>
          </a:p>
        </p:txBody>
      </p:sp>
      <p:sp>
        <p:nvSpPr>
          <p:cNvPr id="14" name="Connector line-1792369489271-827198613"/>
          <p:cNvSpPr/>
          <p:nvPr/>
        </p:nvSpPr>
        <p:spPr>
          <a:xfrm flipV="1">
            <a:off x="12477750" y="2171700"/>
            <a:ext cx="1047750" cy="29718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Connector line-1792369489272-853847717"/>
          <p:cNvSpPr/>
          <p:nvPr/>
        </p:nvSpPr>
        <p:spPr>
          <a:xfrm flipV="1">
            <a:off x="12477750" y="4076700"/>
            <a:ext cx="1047750" cy="10668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369489273-396781733"/>
          <p:cNvSpPr/>
          <p:nvPr/>
        </p:nvSpPr>
        <p:spPr>
          <a:xfrm>
            <a:off x="12477750" y="5143500"/>
            <a:ext cx="1047750" cy="10287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Connector line-1792369489273-5927174"/>
          <p:cNvSpPr/>
          <p:nvPr/>
        </p:nvSpPr>
        <p:spPr>
          <a:xfrm>
            <a:off x="12477750" y="5143500"/>
            <a:ext cx="1047750" cy="29337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bf2a0aa-ddbc-4e0a-9566-a8c4b3d990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619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75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4287500" cy="5905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7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nguồn</a:t>
            </a: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700" dirty="0" spc="-3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kê,</a:t>
            </a:r>
            <a:r>
              <a:rPr lang="en-US" sz="27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164592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5619750"/>
            <a:ext cx="28575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72250" y="5334000"/>
            <a:ext cx="4000500" cy="1905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42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144500" y="428625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144500" y="5762625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144500" y="7239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700" dirty="0"/>
          </a:p>
        </p:txBody>
      </p:sp>
      <p:sp>
        <p:nvSpPr>
          <p:cNvPr id="11" name="Connector line-1792369503642-71260776"/>
          <p:cNvSpPr/>
          <p:nvPr/>
        </p:nvSpPr>
        <p:spPr>
          <a:xfrm>
            <a:off x="4381500" y="6286500"/>
            <a:ext cx="2190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69503642-984987809"/>
          <p:cNvSpPr/>
          <p:nvPr/>
        </p:nvSpPr>
        <p:spPr>
          <a:xfrm flipV="1">
            <a:off x="10572750" y="4810125"/>
            <a:ext cx="2571750" cy="1476375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69503643-537497330"/>
          <p:cNvSpPr/>
          <p:nvPr/>
        </p:nvSpPr>
        <p:spPr>
          <a:xfrm>
            <a:off x="10572750" y="6286500"/>
            <a:ext cx="257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69503643-703528971"/>
          <p:cNvSpPr/>
          <p:nvPr/>
        </p:nvSpPr>
        <p:spPr>
          <a:xfrm>
            <a:off x="10572750" y="6286500"/>
            <a:ext cx="2571750" cy="1476375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524000" y="73342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72250" y="752475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nhận,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 chính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dca56b3-dc13-4669-b364-b85767b07e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80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ĐỊNH</a:t>
            </a:r>
            <a:r>
              <a:rPr lang="en-US" sz="1800" b="1" spc="30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6667500" cy="7048500"/>
          </a:xfrm>
          <a:prstGeom prst="roundRect">
            <a:avLst>
              <a:gd name="adj" fmla="val 5714"/>
            </a:avLst>
          </a:prstGeom>
          <a:solidFill>
            <a:srgbClr val="CFE8E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00250"/>
            <a:ext cx="6667500" cy="680085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t"/>
          <a:lstStyle/>
          <a:p>
            <a:pPr algn="ctr" indent="0" marL="0">
              <a:lnSpc>
                <a:spcPts val="31500"/>
              </a:lnSpc>
              <a:buNone/>
            </a:pPr>
            <a:r>
              <a:rPr lang="en-US" sz="31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1390650" y="6667500"/>
            <a:ext cx="5715000" cy="1104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00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biết: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382000" y="1619250"/>
            <a:ext cx="895350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8382000" y="4000500"/>
            <a:ext cx="8953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2000" y="40005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801100" y="4191000"/>
            <a:ext cx="819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TUYẾN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b="1" spc="1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801100" y="4629150"/>
            <a:ext cx="819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382000" y="5715000"/>
            <a:ext cx="8953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57150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801100" y="5905500"/>
            <a:ext cx="819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950" b="1" spc="14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spc="1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801100" y="6343650"/>
            <a:ext cx="819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382000" y="7429500"/>
            <a:ext cx="89535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801100" y="7620000"/>
            <a:ext cx="8191500" cy="523875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3a03b33-bacb-4bf0-863d-ff09c3c013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áp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962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90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10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334250" cy="847725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3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ai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277350" y="3048000"/>
            <a:ext cx="80962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390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96450" y="3905250"/>
            <a:ext cx="7334250" cy="847725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39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80962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438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spc="1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" y="6953250"/>
            <a:ext cx="7334250" cy="847725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kín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277350" y="6096000"/>
            <a:ext cx="8096250" cy="2762250"/>
          </a:xfrm>
          <a:prstGeom prst="roundRect">
            <a:avLst>
              <a:gd name="adj" fmla="val 9655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6438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spc="1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CHẬM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96450" y="6953250"/>
            <a:ext cx="7334250" cy="12763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345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4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34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34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80d6a38-3868-40ee-9f60-d13deeeaec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96250" cy="5810250"/>
          </a:xfrm>
          <a:prstGeom prst="roundRect">
            <a:avLst>
              <a:gd name="adj" fmla="val 524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90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1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3848100"/>
            <a:ext cx="7334250" cy="1000125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33500" y="6096000"/>
            <a:ext cx="19050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191000" y="6096000"/>
            <a:ext cx="1905000" cy="85725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048500" y="5334000"/>
            <a:ext cx="1809750" cy="666750"/>
          </a:xfrm>
          <a:prstGeom prst="roundRect">
            <a:avLst>
              <a:gd name="adj" fmla="val 25714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048500" y="6191250"/>
            <a:ext cx="1809750" cy="666750"/>
          </a:xfrm>
          <a:prstGeom prst="roundRect">
            <a:avLst>
              <a:gd name="adj" fmla="val 25714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48500" y="7048500"/>
            <a:ext cx="1809750" cy="666750"/>
          </a:xfrm>
          <a:prstGeom prst="roundRect">
            <a:avLst>
              <a:gd name="adj" fmla="val 25714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1950" dirty="0"/>
          </a:p>
        </p:txBody>
      </p:sp>
      <p:sp>
        <p:nvSpPr>
          <p:cNvPr id="12" name="Connector line-1792369550450-581387254"/>
          <p:cNvSpPr/>
          <p:nvPr/>
        </p:nvSpPr>
        <p:spPr>
          <a:xfrm>
            <a:off x="3238500" y="6524625"/>
            <a:ext cx="952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69550451-237811954"/>
          <p:cNvSpPr/>
          <p:nvPr/>
        </p:nvSpPr>
        <p:spPr>
          <a:xfrm flipV="1">
            <a:off x="6096000" y="5667375"/>
            <a:ext cx="952500" cy="857250"/>
          </a:xfrm>
          <a:prstGeom prst="curvedConnector3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369550451-939184945"/>
          <p:cNvSpPr/>
          <p:nvPr/>
        </p:nvSpPr>
        <p:spPr>
          <a:xfrm>
            <a:off x="6096000" y="6524625"/>
            <a:ext cx="9525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369550451-886940262"/>
          <p:cNvSpPr/>
          <p:nvPr/>
        </p:nvSpPr>
        <p:spPr>
          <a:xfrm>
            <a:off x="6096000" y="6524625"/>
            <a:ext cx="952500" cy="857250"/>
          </a:xfrm>
          <a:prstGeom prst="curvedConnector3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333500" y="7239000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77350" y="3048000"/>
            <a:ext cx="8096250" cy="5810250"/>
          </a:xfrm>
          <a:prstGeom prst="roundRect">
            <a:avLst>
              <a:gd name="adj" fmla="val 524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6450" y="3390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96450" y="3848100"/>
            <a:ext cx="7334250" cy="5905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lặp lại.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696450" y="5715000"/>
            <a:ext cx="7258050" cy="85725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vụ,</a:t>
            </a:r>
            <a:r>
              <a:rPr lang="en-US" sz="22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96450" y="6858000"/>
            <a:ext cx="7258050" cy="85725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cache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e35dd98-0d42-4696-aa35-b8bca02ed3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90500" cy="495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1809750"/>
            <a:ext cx="15240000" cy="4067175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78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mạng;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78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619250" y="5334000"/>
            <a:ext cx="10477500" cy="1047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Khung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bổ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sung,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70be7ff-8a61-4987-b53c-97bcd8d59c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85850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48000"/>
            <a:ext cx="857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4133850"/>
            <a:ext cx="16459200" cy="1085850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324350"/>
            <a:ext cx="857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914400" y="5410200"/>
            <a:ext cx="16459200" cy="1085850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5600700"/>
            <a:ext cx="857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914400" y="6686550"/>
            <a:ext cx="16459200" cy="1085850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877050"/>
            <a:ext cx="857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914400" y="7962900"/>
            <a:ext cx="16459200" cy="1085850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8153400"/>
            <a:ext cx="857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381250" y="3143250"/>
            <a:ext cx="1466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81250" y="4419600"/>
            <a:ext cx="1466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độ: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381250" y="5695950"/>
            <a:ext cx="1466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381250" y="6972300"/>
            <a:ext cx="1466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381250" y="8248650"/>
            <a:ext cx="1466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1ceba81-28ab-4eb4-86b9-0c3c3bc48f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thực,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hạn.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4152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endParaRPr lang="en-US" sz="2100" dirty="0"/>
          </a:p>
        </p:txBody>
      </p:sp>
      <p:sp>
        <p:nvSpPr>
          <p:cNvPr id="6" name="Text richtext-1792369602816-291108917"/>
          <p:cNvSpPr/>
          <p:nvPr/>
        </p:nvSpPr>
        <p:spPr>
          <a:xfrm>
            <a:off x="1333500" y="4667250"/>
            <a:ext cx="7334250" cy="4000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277350" y="38100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9696450" y="41529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2100" b="1" spc="1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100" b="1" spc="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spc="1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b="1" spc="14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100" dirty="0"/>
          </a:p>
        </p:txBody>
      </p:sp>
      <p:sp>
        <p:nvSpPr>
          <p:cNvPr id="9" name="Text richtext-1792369602848-297763138"/>
          <p:cNvSpPr/>
          <p:nvPr/>
        </p:nvSpPr>
        <p:spPr>
          <a:xfrm>
            <a:off x="9696450" y="4667250"/>
            <a:ext cx="7334250" cy="4000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chặng,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ec7968e-9fbb-4d8a-8de9-71354afe78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năng,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Connector line-1792369631656-999766812"/>
          <p:cNvSpPr/>
          <p:nvPr/>
        </p:nvSpPr>
        <p:spPr>
          <a:xfrm>
            <a:off x="914400" y="44767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Connector line-1792369631657-62013817"/>
          <p:cNvSpPr/>
          <p:nvPr/>
        </p:nvSpPr>
        <p:spPr>
          <a:xfrm>
            <a:off x="914400" y="60007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Connector line-1792369631657-250173793"/>
          <p:cNvSpPr/>
          <p:nvPr/>
        </p:nvSpPr>
        <p:spPr>
          <a:xfrm>
            <a:off x="914400" y="75247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33528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2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619750" y="3238500"/>
            <a:ext cx="1143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Nỗ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619750" y="3810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bucket,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48768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619750" y="4762500"/>
            <a:ext cx="1143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619750" y="5334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cân bằng chia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bản</a:t>
            </a:r>
            <a:r>
              <a:rPr lang="en-US" sz="19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" y="64008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619750" y="6286500"/>
            <a:ext cx="1143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5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Aggregation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619750" y="6858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 hình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79248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619750" y="7810500"/>
            <a:ext cx="1143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619750" y="838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Cache-Control: private,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b3551a6-2dec-4378-89e8-5160e5a51e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0477500" cy="149542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250" y="36576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40005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38900" y="28575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62750" y="308610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62750" y="36576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62750" y="40005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9530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18160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38250" y="57531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8250" y="60960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38900" y="49530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2750" y="518160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0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2750" y="57531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62750" y="60960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048500"/>
            <a:ext cx="10858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727710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38250" y="78486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38250" y="8191500"/>
            <a:ext cx="100965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"Đề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 luận":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24" name="Connector line-1792369653116-636444417"/>
          <p:cNvSpPr/>
          <p:nvPr/>
        </p:nvSpPr>
        <p:spPr>
          <a:xfrm>
            <a:off x="12287250" y="2857500"/>
            <a:ext cx="0" cy="609600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668250" y="285750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richtext-1792369653120-756631857"/>
          <p:cNvSpPr/>
          <p:nvPr/>
        </p:nvSpPr>
        <p:spPr>
          <a:xfrm>
            <a:off x="12668250" y="3333750"/>
            <a:ext cx="4762500" cy="5334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marL="247650" indent="-176931">
              <a:lnSpc>
                <a:spcPts val="273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 snapshot cố</a:t>
            </a:r>
            <a:r>
              <a:rPr lang="en-US" sz="19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6585: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19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19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Aggregation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19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Routing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Gateway,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0accfa9-c11a-4e9c-b269-3a45d853a5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2026-10-19T02:59:18Z</dcterms:created>
  <dcterms:modified xsi:type="dcterms:W3CDTF">2026-10-19T02:59:18Z</dcterms:modified>
</cp:coreProperties>
</file>