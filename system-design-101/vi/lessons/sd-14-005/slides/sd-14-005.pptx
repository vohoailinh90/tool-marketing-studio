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8"/>
      <p:bold r:id="rId17"/>
    </p:embeddedFont>
    <p:embeddedFont>
      <p:font typeface="Bricolage Grotesque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57150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chúng.</a:t>
            </a:r>
            <a:r>
              <a:rPr lang="en-US" sz="30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3000" dirty="0"/>
          </a:p>
        </p:txBody>
      </p:sp>
      <p:sp>
        <p:nvSpPr>
          <p:cNvPr id="4" name="Connector line-1792306761984-140604218"/>
          <p:cNvSpPr/>
          <p:nvPr/>
        </p:nvSpPr>
        <p:spPr>
          <a:xfrm>
            <a:off x="914400" y="7429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914400" y="77152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chủ;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chìa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906250" y="314325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2000250"/>
                </a:moveTo>
                <a:cubicBezTo>
                  <a:pt x="828675" y="20002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06250" y="447675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666750"/>
                </a:moveTo>
                <a:cubicBezTo>
                  <a:pt x="828675" y="6667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514350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0"/>
                </a:moveTo>
                <a:cubicBezTo>
                  <a:pt x="828675" y="0"/>
                  <a:pt x="828675" y="666750"/>
                  <a:pt x="1657350" y="6667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06250" y="514350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0"/>
                </a:moveTo>
                <a:cubicBezTo>
                  <a:pt x="828675" y="0"/>
                  <a:pt x="828675" y="2000250"/>
                  <a:pt x="1657350" y="2000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0" y="4705350"/>
            <a:ext cx="1333500" cy="89535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ctr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Mật</a:t>
            </a:r>
            <a:r>
              <a:rPr lang="en-US" sz="2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r>
              <a:rPr lang="en-US" sz="2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06000" y="60579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75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kho:</a:t>
            </a:r>
            <a:r>
              <a:rPr lang="en-US" sz="1875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75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75" b="1" dirty="0" spc="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7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3373100" y="4114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75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 bọc</a:t>
            </a:r>
            <a:r>
              <a:rPr lang="en-US" sz="1875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373100" y="5448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75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chủ:</a:t>
            </a:r>
            <a:r>
              <a:rPr lang="en-US" sz="1875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75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75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75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75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1875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75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75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75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14400" y="1619250"/>
            <a:ext cx="962025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mật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3643875-300e-461a-a66c-34c03dc507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5905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mà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429500" cy="314325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62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6477000"/>
            <a:ext cx="6781800" cy="2095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530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96400" y="1257300"/>
            <a:ext cx="7734300" cy="3143250"/>
          </a:xfrm>
          <a:prstGeom prst="roundRect">
            <a:avLst>
              <a:gd name="adj" fmla="val 9697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9620250" y="150495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650" b="1" spc="1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20250" y="2152650"/>
            <a:ext cx="20955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2" name="Connector line-1792306763017-187605156"/>
          <p:cNvSpPr/>
          <p:nvPr/>
        </p:nvSpPr>
        <p:spPr>
          <a:xfrm>
            <a:off x="11772900" y="2581275"/>
            <a:ext cx="2667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2096750" y="2152650"/>
            <a:ext cx="20955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14" name="Connector line-1792306763019-853030820"/>
          <p:cNvSpPr/>
          <p:nvPr/>
        </p:nvSpPr>
        <p:spPr>
          <a:xfrm>
            <a:off x="14249400" y="2581275"/>
            <a:ext cx="2667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4573250" y="2152650"/>
            <a:ext cx="2095500" cy="8572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20250" y="3390900"/>
            <a:ext cx="70866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100" dirty="0"/>
          </a:p>
        </p:txBody>
      </p:sp>
      <p:sp>
        <p:nvSpPr>
          <p:cNvPr id="17" name="Connector line-1792306763024-422791609"/>
          <p:cNvSpPr/>
          <p:nvPr/>
        </p:nvSpPr>
        <p:spPr>
          <a:xfrm>
            <a:off x="13163550" y="4438650"/>
            <a:ext cx="0" cy="5905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335000" y="4514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96400" y="5143500"/>
            <a:ext cx="7734300" cy="3333750"/>
          </a:xfrm>
          <a:prstGeom prst="roundRect">
            <a:avLst>
              <a:gd name="adj" fmla="val 9143"/>
            </a:avLst>
          </a:prstGeom>
          <a:solidFill>
            <a:srgbClr val="CFE8E2"/>
          </a:solidFill>
          <a:ln/>
        </p:spPr>
      </p:sp>
      <p:sp>
        <p:nvSpPr>
          <p:cNvPr id="20" name="Text 18"/>
          <p:cNvSpPr/>
          <p:nvPr/>
        </p:nvSpPr>
        <p:spPr>
          <a:xfrm>
            <a:off x="9620250" y="539115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650" b="1" spc="1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20250" y="6000750"/>
            <a:ext cx="1428750" cy="762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334750" y="6000750"/>
            <a:ext cx="2667000" cy="762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75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75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75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4287500" y="6000750"/>
            <a:ext cx="2667000" cy="762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75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75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75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75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620250" y="714375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250" dirty="0"/>
          </a:p>
        </p:txBody>
      </p:sp>
      <p:sp>
        <p:nvSpPr>
          <p:cNvPr id="25" name="Connector line-1792306763039-5523765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7b6e23b6-bbd4-4573-990e-007226b4a1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4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kho: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 ngẫu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8100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390900"/>
            <a:ext cx="3162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4095750"/>
            <a:ext cx="3162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 nhiên</a:t>
            </a:r>
            <a:endParaRPr lang="en-US" sz="2850" dirty="0"/>
          </a:p>
        </p:txBody>
      </p:sp>
      <p:sp>
        <p:nvSpPr>
          <p:cNvPr id="7" name="Connector line-1792306763833-68679061"/>
          <p:cNvSpPr/>
          <p:nvPr/>
        </p:nvSpPr>
        <p:spPr>
          <a:xfrm>
            <a:off x="4838700" y="4238625"/>
            <a:ext cx="9144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05500" y="3143250"/>
            <a:ext cx="4572000" cy="2190750"/>
          </a:xfrm>
          <a:prstGeom prst="roundRect">
            <a:avLst>
              <a:gd name="adj" fmla="val 13913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6229350" y="3390900"/>
            <a:ext cx="392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29350" y="4000500"/>
            <a:ext cx="3924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42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439400" y="360045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00" dirty="0"/>
          </a:p>
        </p:txBody>
      </p:sp>
      <p:sp>
        <p:nvSpPr>
          <p:cNvPr id="12" name="Connector line-1792306763839-306657471"/>
          <p:cNvSpPr/>
          <p:nvPr/>
        </p:nvSpPr>
        <p:spPr>
          <a:xfrm>
            <a:off x="10591800" y="4238625"/>
            <a:ext cx="9144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1658600" y="3143250"/>
            <a:ext cx="57150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82450" y="3390900"/>
            <a:ext cx="506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4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982450" y="4095750"/>
            <a:ext cx="5067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khẩu,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960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đặt,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dễ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khẩu.</a:t>
            </a:r>
            <a:endParaRPr lang="en-US" sz="2550" dirty="0"/>
          </a:p>
        </p:txBody>
      </p:sp>
      <p:sp>
        <p:nvSpPr>
          <p:cNvPr id="18" name="Connector line-1792306763845-37458563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2af94c0-4d9f-405b-845c-5ca1d9098b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1910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390900"/>
            <a:ext cx="3543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650" b="1" spc="1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981450"/>
            <a:ext cx="3543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</p:txBody>
      </p:sp>
      <p:sp>
        <p:nvSpPr>
          <p:cNvPr id="7" name="Connector line-1792306764729-710495439"/>
          <p:cNvSpPr/>
          <p:nvPr/>
        </p:nvSpPr>
        <p:spPr>
          <a:xfrm>
            <a:off x="5219700" y="4095750"/>
            <a:ext cx="8763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48400" y="3143250"/>
            <a:ext cx="4953000" cy="190500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6572250" y="339090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16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72250" y="3981450"/>
            <a:ext cx="4305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8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salt</a:t>
            </a:r>
            <a:endParaRPr lang="en-US" sz="2850" dirty="0"/>
          </a:p>
        </p:txBody>
      </p:sp>
      <p:sp>
        <p:nvSpPr>
          <p:cNvPr id="11" name="Connector line-1792306764733-854520138"/>
          <p:cNvSpPr/>
          <p:nvPr/>
        </p:nvSpPr>
        <p:spPr>
          <a:xfrm>
            <a:off x="11315700" y="4095750"/>
            <a:ext cx="8763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44400" y="3143250"/>
            <a:ext cx="5029200" cy="1905000"/>
          </a:xfrm>
          <a:prstGeom prst="roundRect">
            <a:avLst>
              <a:gd name="adj" fmla="val 16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0" y="33909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6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668250" y="3905250"/>
            <a:ext cx="438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914400" y="581025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58102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khẩu: chậm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salt.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72600" y="581025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6096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 phẩm</a:t>
            </a: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trộn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753600" y="73152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</a:t>
            </a:r>
            <a:r>
              <a:rPr lang="en-US" sz="1950" dirty="0" spc="-4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1Password</a:t>
            </a:r>
            <a:endParaRPr lang="en-US" sz="1950" dirty="0"/>
          </a:p>
        </p:txBody>
      </p:sp>
      <p:sp>
        <p:nvSpPr>
          <p:cNvPr id="20" name="Connector line-1792306764743-73923586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5144ac3-ea3a-48b1-8fdf-e14ef10a78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180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lồng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191500" cy="5143500"/>
          </a:xfrm>
          <a:prstGeom prst="roundRect">
            <a:avLst>
              <a:gd name="adj" fmla="val 7407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742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650" b="1" spc="21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390900"/>
            <a:ext cx="742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bọc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95400" y="4095750"/>
            <a:ext cx="7429500" cy="3429000"/>
          </a:xfrm>
          <a:prstGeom prst="roundRect">
            <a:avLst>
              <a:gd name="adj" fmla="val 8889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676400" y="43434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76400" y="47053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1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76400" y="5334000"/>
            <a:ext cx="6667500" cy="1809750"/>
          </a:xfrm>
          <a:prstGeom prst="roundRect">
            <a:avLst>
              <a:gd name="adj" fmla="val 1473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525000" y="2762250"/>
            <a:ext cx="7848600" cy="5143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306705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650" dirty="0"/>
          </a:p>
        </p:txBody>
      </p:sp>
      <p:sp>
        <p:nvSpPr>
          <p:cNvPr id="13" name="Text richtext-1792306861769-952011960"/>
          <p:cNvSpPr/>
          <p:nvPr/>
        </p:nvSpPr>
        <p:spPr>
          <a:xfrm>
            <a:off x="9906000" y="3714750"/>
            <a:ext cx="7086600" cy="3810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marL="361950" indent="-258592">
              <a:lnSpc>
                <a:spcPts val="3563"/>
              </a:lnSpc>
              <a:spcAft>
                <a:spcPts val="240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Salt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endParaRPr lang="en-US" sz="2850" dirty="0"/>
          </a:p>
          <a:p>
            <a:pPr algn="l" marL="361950" indent="-258592">
              <a:lnSpc>
                <a:spcPts val="3563"/>
              </a:lnSpc>
              <a:spcAft>
                <a:spcPts val="240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850" dirty="0"/>
          </a:p>
          <a:p>
            <a:pPr algn="l" marL="361950" indent="-258592">
              <a:lnSpc>
                <a:spcPts val="3563"/>
              </a:lnSpc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850" dirty="0"/>
          </a:p>
        </p:txBody>
      </p:sp>
      <p:sp>
        <p:nvSpPr>
          <p:cNvPr id="14" name="Connector line-1792306861790-38729778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0f84642-7576-4f91-994c-a88e722e41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800" b="1" spc="25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525000" cy="4572000"/>
          </a:xfrm>
          <a:prstGeom prst="roundRect">
            <a:avLst>
              <a:gd name="adj" fmla="val 75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657600"/>
            <a:ext cx="8763000" cy="6858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476750"/>
            <a:ext cx="8763000" cy="6858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5295900"/>
            <a:ext cx="8763000" cy="6858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95400" y="6115050"/>
            <a:ext cx="8763000" cy="6858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b="1" dirty="0" spc="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858500" y="2857500"/>
            <a:ext cx="6515100" cy="4572000"/>
          </a:xfrm>
          <a:prstGeom prst="roundRect">
            <a:avLst>
              <a:gd name="adj" fmla="val 75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0" y="31051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239500" y="3657600"/>
            <a:ext cx="57531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239500" y="4476750"/>
            <a:ext cx="57531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239500" y="5524500"/>
            <a:ext cx="57531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7905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79057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17" name="Connector line-1792306862610-66095983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617b732-378f-43d1-a72f-aac447048a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4–5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lần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mở: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29050" cy="3048000"/>
          </a:xfrm>
          <a:prstGeom prst="roundRect">
            <a:avLst>
              <a:gd name="adj" fmla="val 1125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18135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229100"/>
            <a:ext cx="3181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Nhập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38250" y="5334000"/>
            <a:ext cx="3181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5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100" dirty="0"/>
          </a:p>
        </p:txBody>
      </p:sp>
      <p:sp>
        <p:nvSpPr>
          <p:cNvPr id="9" name="Connector line-1792306863417-732606668"/>
          <p:cNvSpPr/>
          <p:nvPr/>
        </p:nvSpPr>
        <p:spPr>
          <a:xfrm>
            <a:off x="4781550" y="4381500"/>
            <a:ext cx="3048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4450" y="2857500"/>
            <a:ext cx="3829050" cy="3048000"/>
          </a:xfrm>
          <a:prstGeom prst="roundRect">
            <a:avLst>
              <a:gd name="adj" fmla="val 11250"/>
            </a:avLst>
          </a:prstGeom>
          <a:solidFill>
            <a:srgbClr val="DDE3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48300" y="31813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544830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48300" y="4229100"/>
            <a:ext cx="3181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7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448300" y="5334000"/>
            <a:ext cx="3181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</a:t>
            </a:r>
            <a:endParaRPr lang="en-US" sz="2100" dirty="0"/>
          </a:p>
        </p:txBody>
      </p:sp>
      <p:sp>
        <p:nvSpPr>
          <p:cNvPr id="15" name="Connector line-1792306863422-392042629"/>
          <p:cNvSpPr/>
          <p:nvPr/>
        </p:nvSpPr>
        <p:spPr>
          <a:xfrm>
            <a:off x="8991600" y="4381500"/>
            <a:ext cx="3048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34500" y="2857500"/>
            <a:ext cx="3829050" cy="3048000"/>
          </a:xfrm>
          <a:prstGeom prst="roundRect">
            <a:avLst>
              <a:gd name="adj" fmla="val 11250"/>
            </a:avLst>
          </a:prstGeom>
          <a:solidFill>
            <a:srgbClr val="F3D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8350" y="318135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6583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58350" y="4229100"/>
            <a:ext cx="3181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658350" y="5334000"/>
            <a:ext cx="3181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mở khóa</a:t>
            </a:r>
            <a:endParaRPr lang="en-US" sz="2100" dirty="0"/>
          </a:p>
        </p:txBody>
      </p:sp>
      <p:sp>
        <p:nvSpPr>
          <p:cNvPr id="21" name="Connector line-1792306863431-699134011"/>
          <p:cNvSpPr/>
          <p:nvPr/>
        </p:nvSpPr>
        <p:spPr>
          <a:xfrm>
            <a:off x="13201650" y="4381500"/>
            <a:ext cx="3048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3544550" y="2857500"/>
            <a:ext cx="3829050" cy="3048000"/>
          </a:xfrm>
          <a:prstGeom prst="roundRect">
            <a:avLst>
              <a:gd name="adj" fmla="val 11250"/>
            </a:avLst>
          </a:prstGeom>
          <a:solidFill>
            <a:srgbClr val="E8E0CF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68400" y="318135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1386840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3868400" y="4229100"/>
            <a:ext cx="3181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3868400" y="5334000"/>
            <a:ext cx="3181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5400" y="64770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5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bạn, nên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khóa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5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mã.</a:t>
            </a:r>
            <a:endParaRPr lang="en-US" sz="2550" dirty="0"/>
          </a:p>
        </p:txBody>
      </p:sp>
      <p:sp>
        <p:nvSpPr>
          <p:cNvPr id="29" name="Connector line-1792306863440-52602857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b3748ea8-0e8f-4fe4-bf42-4137d130c4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19100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150" b="1" dirty="0" spc="-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31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1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1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38250" y="552450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kho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64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96450" y="419100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31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1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31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1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1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chìa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696450" y="552450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cũng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143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Mật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hở: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băm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kém.</a:t>
            </a:r>
            <a:endParaRPr lang="en-US" sz="2550" dirty="0"/>
          </a:p>
        </p:txBody>
      </p:sp>
      <p:sp>
        <p:nvSpPr>
          <p:cNvPr id="16" name="Connector line-1792306864243-80144272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07b447f-93d0-4718-ac72-86895ed78c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6019800" cy="4667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các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05800" y="3657600"/>
            <a:ext cx="8686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9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 thiếu</a:t>
            </a:r>
            <a:r>
              <a:rPr lang="en-US" sz="49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9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49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950" dirty="0"/>
          </a:p>
        </p:txBody>
      </p:sp>
      <p:sp>
        <p:nvSpPr>
          <p:cNvPr id="10" name="Text richtext-1792306891749-832629973"/>
          <p:cNvSpPr/>
          <p:nvPr/>
        </p:nvSpPr>
        <p:spPr>
          <a:xfrm>
            <a:off x="8305800" y="4857750"/>
            <a:ext cx="8686800" cy="3429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marL="342900" indent="-244981">
              <a:lnSpc>
                <a:spcPts val="337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 chủ: chỉ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700" dirty="0"/>
          </a:p>
        </p:txBody>
      </p:sp>
      <p:sp>
        <p:nvSpPr>
          <p:cNvPr id="11" name="Connector line-1792306891759-75144450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78d1d45-53a1-429d-815e-30b524a73e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7622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067050" y="26289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Master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Unlock</a:t>
            </a:r>
            <a:r>
              <a:rPr lang="en-US" sz="1650" dirty="0" spc="-3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067050" y="29337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phẩm;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5433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7528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067050" y="36195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Master</a:t>
            </a: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Password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67050" y="39243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chủ;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“MP</a:t>
            </a:r>
            <a:r>
              <a:rPr lang="en-US" sz="19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key”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5339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7434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SRP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067050" y="46101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Password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67050" y="49149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không</a:t>
            </a:r>
            <a:r>
              <a:rPr lang="en-US" sz="195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5245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57340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PBKDF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067050" y="56007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Password-Based</a:t>
            </a:r>
            <a:r>
              <a:rPr lang="en-US" sz="16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Derivation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067050" y="59055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72600" y="25527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0" y="27622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525250" y="26289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525250" y="29337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372600" y="35433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0" y="37528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HKDF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525250" y="36195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HMAC-based</a:t>
            </a:r>
            <a:r>
              <a:rPr lang="en-US" sz="16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Derivation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525250" y="39243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372600" y="45339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0" y="47434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AES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525250" y="46101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Advanced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525250" y="49149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xứng: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chiều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372600" y="5524500"/>
            <a:ext cx="80010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0" y="57340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GCM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525250" y="56007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Galois/Counter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525250" y="5905500"/>
            <a:ext cx="569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Chế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4400" y="68199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" y="72390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 bản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76771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Bitwarden: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Cryptography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72600" y="72390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1Password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Developer: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Account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72600" y="76771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1Password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Support: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About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your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</a:t>
            </a:r>
            <a:r>
              <a:rPr lang="en-US" sz="18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83058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 Hai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1Password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kiếm.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42" name="Connector line-1792306892748-83686490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e29ee82a-5f3b-4287-bda1-096bfcd43a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2026-10-19T18:09:47Z</dcterms:created>
  <dcterms:modified xsi:type="dcterms:W3CDTF">2026-10-19T18:09:47Z</dcterms:modified>
</cp:coreProperties>
</file>