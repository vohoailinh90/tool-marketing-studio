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ricolage Grotesque"/>
      <p:bold r:id="rId18"/>
    </p:embeddedFont>
    <p:embeddedFont>
      <p:font typeface="Be Vietnam Pro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bản:</a:t>
            </a:r>
            <a:r>
              <a:rPr lang="en-US" sz="6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6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hôm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nay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6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6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hôm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dirty="0" spc="-3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3000" dirty="0"/>
          </a:p>
        </p:txBody>
      </p:sp>
      <p:sp>
        <p:nvSpPr>
          <p:cNvPr id="5" name="Connector line-1792421413349-673353410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 bằng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Bản</a:t>
            </a:r>
            <a:r>
              <a:rPr lang="en-US" sz="1950" b="1" dirty="0" spc="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dựng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0" y="3429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100" b="1" dirty="0" spc="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b="1" dirty="0" spc="1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1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6134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10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210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 Amazon</a:t>
            </a:r>
            <a:endParaRPr lang="en-US" sz="2100" dirty="0"/>
          </a:p>
        </p:txBody>
      </p:sp>
      <p:sp>
        <p:nvSpPr>
          <p:cNvPr id="12" name="Connector line-1792421413379-243403980"/>
          <p:cNvSpPr/>
          <p:nvPr/>
        </p:nvSpPr>
        <p:spPr>
          <a:xfrm flipV="1">
            <a:off x="12439650" y="3790950"/>
            <a:ext cx="895350" cy="13525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Connector line-1792421413380-641476791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Connector line-1792421413380-317859982"/>
          <p:cNvSpPr/>
          <p:nvPr/>
        </p:nvSpPr>
        <p:spPr>
          <a:xfrm>
            <a:off x="12439650" y="5143500"/>
            <a:ext cx="895350" cy="13525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37af791a-c80a-4274-beda-41b6f8764d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Hôm nay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chạy,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</a:t>
            </a:r>
            <a:r>
              <a:rPr lang="en-US" sz="6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3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300" dirty="0" spc="-8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Lấy</a:t>
            </a:r>
            <a:r>
              <a:rPr lang="en-US" sz="285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r>
              <a:rPr lang="en-US" sz="285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mới</a:t>
            </a:r>
            <a:r>
              <a:rPr lang="en-US" sz="28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nhất</a:t>
            </a:r>
            <a:endParaRPr lang="en-US" sz="2850" dirty="0"/>
          </a:p>
        </p:txBody>
      </p:sp>
      <p:sp>
        <p:nvSpPr>
          <p:cNvPr id="7" name="Text richtext-1792421416198-958291550"/>
          <p:cNvSpPr/>
          <p:nvPr/>
        </p:nvSpPr>
        <p:spPr>
          <a:xfrm>
            <a:off x="13335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lần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72600" y="31432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3143250"/>
            <a:ext cx="8001000" cy="1333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4330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Dùng</a:t>
            </a:r>
            <a:r>
              <a:rPr lang="en-US" sz="285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r>
              <a:rPr lang="en-US" sz="28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phiên</a:t>
            </a:r>
            <a:r>
              <a:rPr lang="en-US" sz="2850" dirty="0" spc="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bản</a:t>
            </a:r>
            <a:endParaRPr lang="en-US" sz="2850" dirty="0"/>
          </a:p>
        </p:txBody>
      </p:sp>
      <p:sp>
        <p:nvSpPr>
          <p:cNvPr id="11" name="Text richtext-1792421416220-538007500"/>
          <p:cNvSpPr/>
          <p:nvPr/>
        </p:nvSpPr>
        <p:spPr>
          <a:xfrm>
            <a:off x="9791700" y="4381500"/>
            <a:ext cx="7239000" cy="38100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cũ.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8ec80992-8afd-4da3-918e-65124606c5a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3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Khai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bộ,</a:t>
            </a:r>
            <a:r>
              <a:rPr lang="en-US" sz="69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dựng,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đánh phiên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4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34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34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3450" b="1" dirty="0" spc="-1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34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450" b="1" dirty="0" spc="-3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xa,</a:t>
            </a:r>
            <a:r>
              <a:rPr lang="en-US" sz="3450" b="1" dirty="0" spc="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34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4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45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4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d61c3937-c849-46b0-b2dc-1cbd8bdd7e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1800" b="1" spc="29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3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chốt.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5143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581400"/>
            <a:ext cx="447675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Riêng</a:t>
            </a: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7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7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572250" y="3238500"/>
            <a:ext cx="5143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96100" y="3581400"/>
            <a:ext cx="447675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7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7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7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Cũng phải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gian</a:t>
            </a:r>
            <a:r>
              <a:rPr lang="en-US" sz="27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2230100" y="3238500"/>
            <a:ext cx="514350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553950" y="3581400"/>
            <a:ext cx="447675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700" b="1" dirty="0" spc="-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live:</a:t>
            </a:r>
            <a:r>
              <a:rPr lang="en-US" sz="270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700" dirty="0"/>
          </a:p>
          <a:p>
            <a:pPr algn="l" indent="0" marL="0">
              <a:buNone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7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3ff8d8c-3177-402f-bb9f-a6eeebc6ae7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TƯỞNG</a:t>
            </a:r>
            <a:r>
              <a:rPr lang="en-US" sz="180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AMAZON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 cụ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3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chốt</a:t>
            </a: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phiên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bản.</a:t>
            </a:r>
            <a:endParaRPr lang="en-US" sz="6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3167360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Công</a:t>
                      </a:r>
                      <a:r>
                        <a:rPr lang="en-US" sz="2700" b="1" dirty="0" spc="-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cụ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7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700" b="1" dirty="0" spc="-1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chốt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npm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8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Tệp</a:t>
                      </a:r>
                      <a:r>
                        <a:rPr lang="en-US" sz="270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go.mod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ghi</a:t>
                      </a:r>
                      <a:r>
                        <a:rPr lang="en-US" sz="2700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phiên bản;</a:t>
                      </a:r>
                      <a:r>
                        <a:rPr lang="en-US" sz="2700" dirty="0" spc="-1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go.sum</a:t>
                      </a:r>
                      <a:r>
                        <a:rPr lang="en-US" sz="270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chỉ ghi</a:t>
                      </a:r>
                      <a:r>
                        <a:rPr lang="en-US" sz="270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70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băm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Cargo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8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Tệp</a:t>
                      </a:r>
                      <a:r>
                        <a:rPr lang="en-US" sz="2700" dirty="0" spc="-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khóa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Bazel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700" dirty="0" spc="-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chốt</a:t>
                      </a:r>
                      <a:r>
                        <a:rPr lang="en-US" sz="2700" dirty="0" spc="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riêng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7ae96d22-b42a-49bc-8a3b-a0e3a2cc33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800" b="1" spc="3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27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Ngày</a:t>
            </a:r>
            <a:r>
              <a:rPr lang="en-US" sz="630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2,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r>
              <a:rPr lang="en-US" sz="6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</a:t>
            </a:r>
            <a:r>
              <a:rPr lang="en-US" sz="6300" dirty="0" spc="-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r>
              <a:rPr lang="en-US" sz="63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2.0.</a:t>
            </a:r>
            <a:endParaRPr lang="en-US" sz="6300" dirty="0"/>
          </a:p>
        </p:txBody>
      </p:sp>
      <p:sp>
        <p:nvSpPr>
          <p:cNvPr id="4" name="Connector line-1792421420227-699642335"/>
          <p:cNvSpPr/>
          <p:nvPr/>
        </p:nvSpPr>
        <p:spPr>
          <a:xfrm>
            <a:off x="1333500" y="3429000"/>
            <a:ext cx="15621000" cy="0"/>
          </a:xfrm>
          <a:prstGeom prst="line">
            <a:avLst/>
          </a:prstGeom>
          <a:noFill/>
          <a:ln w="7620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4667250" y="3143250"/>
            <a:ext cx="571500" cy="571500"/>
          </a:xfrm>
          <a:prstGeom prst="ellipse">
            <a:avLst/>
          </a:prstGeom>
          <a:solidFill>
            <a:srgbClr val="0F766E"/>
          </a:solidFill>
          <a:ln w="57150">
            <a:solidFill>
              <a:srgbClr val="F3EE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049250" y="3143250"/>
            <a:ext cx="571500" cy="571500"/>
          </a:xfrm>
          <a:prstGeom prst="ellipse">
            <a:avLst/>
          </a:prstGeom>
          <a:solidFill>
            <a:srgbClr val="E8472B"/>
          </a:solidFill>
          <a:ln w="57150">
            <a:solidFill>
              <a:srgbClr val="F3E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7500" y="27622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Ngày</a:t>
            </a:r>
            <a:r>
              <a:rPr lang="en-US" sz="27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239500" y="27622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dirty="0" spc="-1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Ngày</a:t>
            </a:r>
            <a:r>
              <a:rPr lang="en-US" sz="27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2:</a:t>
            </a:r>
            <a:r>
              <a:rPr lang="en-US" sz="27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</a:t>
            </a:r>
            <a:r>
              <a:rPr lang="en-US" sz="2700" dirty="0" spc="-1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r>
              <a:rPr lang="en-US" sz="27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2.0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857500" y="4286250"/>
            <a:ext cx="4191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10" name="Text 8"/>
          <p:cNvSpPr/>
          <p:nvPr/>
        </p:nvSpPr>
        <p:spPr>
          <a:xfrm>
            <a:off x="3048000" y="4286250"/>
            <a:ext cx="3810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nhất: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1.1,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2857500" y="6381750"/>
            <a:ext cx="4191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12" name="Text 10"/>
          <p:cNvSpPr/>
          <p:nvPr/>
        </p:nvSpPr>
        <p:spPr>
          <a:xfrm>
            <a:off x="3048000" y="6381750"/>
            <a:ext cx="3810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chụp: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1.1,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239500" y="4286250"/>
            <a:ext cx="4191000" cy="1809750"/>
          </a:xfrm>
          <a:prstGeom prst="roundRect">
            <a:avLst>
              <a:gd name="adj" fmla="val 12632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0" y="4286250"/>
            <a:ext cx="3810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mới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nhất: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2.0,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ràng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buộc</a:t>
            </a:r>
            <a:r>
              <a:rPr lang="en-US" sz="2550" dirty="0" spc="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 hỏng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1239500" y="6381750"/>
            <a:ext cx="4191000" cy="1809750"/>
          </a:xfrm>
          <a:prstGeom prst="roundRect">
            <a:avLst>
              <a:gd name="adj" fmla="val 12632"/>
            </a:avLst>
          </a:prstGeom>
          <a:solidFill>
            <a:srgbClr val="CFE8E2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0" y="6381750"/>
            <a:ext cx="38100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chụp: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1.1,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9dcab38-25f3-4cbf-86b7-e257b5fb7f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9050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nâng B</a:t>
            </a: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54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2.0,</a:t>
            </a:r>
            <a:r>
              <a:rPr lang="en-US" sz="54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</a:t>
            </a:r>
            <a:r>
              <a:rPr lang="en-US" sz="54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chưa:</a:t>
            </a:r>
            <a:r>
              <a:rPr lang="en-US" sz="5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bộ</a:t>
            </a:r>
            <a:r>
              <a:rPr lang="en-US" sz="5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54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4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4257675"/>
            <a:ext cx="914400" cy="9144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235" dirty="0"/>
          </a:p>
        </p:txBody>
      </p:sp>
      <p:sp>
        <p:nvSpPr>
          <p:cNvPr id="6" name="Text 4"/>
          <p:cNvSpPr/>
          <p:nvPr/>
        </p:nvSpPr>
        <p:spPr>
          <a:xfrm>
            <a:off x="2571750" y="400050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30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được: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cập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nhật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mình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2.0.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715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5972175"/>
            <a:ext cx="914400" cy="914400"/>
          </a:xfrm>
          <a:prstGeom prst="ellipse">
            <a:avLst/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35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235" dirty="0"/>
          </a:p>
        </p:txBody>
      </p:sp>
      <p:sp>
        <p:nvSpPr>
          <p:cNvPr id="9" name="Text 7"/>
          <p:cNvSpPr/>
          <p:nvPr/>
        </p:nvSpPr>
        <p:spPr>
          <a:xfrm>
            <a:off x="2571750" y="5715000"/>
            <a:ext cx="1428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Y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1.1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sàng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nâng.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2A2E3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429500"/>
            <a:ext cx="15621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Cái giá:</a:t>
            </a:r>
            <a:r>
              <a:rPr lang="en-US" sz="27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dịch</a:t>
            </a:r>
            <a:r>
              <a:rPr lang="en-US" sz="27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r>
              <a:rPr lang="en-US" sz="2700" dirty="0" spc="-1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700" dirty="0" spc="-6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phiên</a:t>
            </a:r>
            <a:r>
              <a:rPr lang="en-US" sz="27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2700" dirty="0" spc="-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99865bba-2cd3-40ae-ba54-b0ea3ce55b1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5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DAG</a:t>
            </a:r>
            <a:pPr algn="l" indent="0" marL="0">
              <a:buNone/>
            </a:pP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(Directed</a:t>
            </a:r>
            <a:r>
              <a:rPr lang="en-US" sz="225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Acyclic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Graph):</a:t>
            </a:r>
            <a:r>
              <a:rPr lang="en-US" sz="225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 ở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36195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Modules</a:t>
            </a:r>
            <a:r>
              <a:rPr lang="en-US" sz="225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Reference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72600" y="4953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0" y="4953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npm: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package-lock.json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64f40ca-4efd-44c7-8f57-9996c704b7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2026-10-19T15:35:42Z</dcterms:created>
  <dcterms:modified xsi:type="dcterms:W3CDTF">2026-10-19T15:35:42Z</dcterms:modified>
</cp:coreProperties>
</file>