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286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ctr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81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1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315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31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31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31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6101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333500" y="6667500"/>
            <a:ext cx="15621000" cy="38100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715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18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68250" y="5715000"/>
            <a:ext cx="476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ĐẮT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SỨC,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800" b="1" spc="1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19200" y="6553200"/>
            <a:ext cx="266700" cy="266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Shape 8"/>
          <p:cNvSpPr/>
          <p:nvPr/>
        </p:nvSpPr>
        <p:spPr>
          <a:xfrm>
            <a:off x="3762375" y="6553200"/>
            <a:ext cx="266700" cy="266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5550" y="6553200"/>
            <a:ext cx="266700" cy="266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Shape 10"/>
          <p:cNvSpPr/>
          <p:nvPr/>
        </p:nvSpPr>
        <p:spPr>
          <a:xfrm>
            <a:off x="8848725" y="6553200"/>
            <a:ext cx="266700" cy="266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91900" y="65532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3935075" y="65532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78250" y="65532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666750" y="714375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09925" y="714375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Materialized</a:t>
            </a: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753100" y="714375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96275" y="714375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đệm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839450" y="714375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382625" y="714375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925800" y="714375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sd-04-047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d6c4d7f-dffc-4afc-9165-0a572dd2c9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5334000"/>
          </a:xfrm>
          <a:prstGeom prst="roundRect">
            <a:avLst>
              <a:gd name="adj" fmla="val 507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671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0386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view,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to,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66750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bản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5334000"/>
          </a:xfrm>
          <a:prstGeom prst="roundRect">
            <a:avLst>
              <a:gd name="adj" fmla="val 507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6100" y="34671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96100" y="40386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96100" y="6667500"/>
            <a:ext cx="4495800" cy="1524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16,</a:t>
            </a:r>
            <a:r>
              <a:rPr lang="en-US" sz="22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15800" y="3048000"/>
            <a:ext cx="5257800" cy="5334000"/>
          </a:xfrm>
          <a:prstGeom prst="roundRect">
            <a:avLst>
              <a:gd name="adj" fmla="val 5072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34671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96800" y="40386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96800" y="6667500"/>
            <a:ext cx="4495800" cy="1524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061ccc4-ecfa-4eaa-8811-363a2fc074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RẺ: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b="1" spc="2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17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14300" cy="2381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857500"/>
            <a:ext cx="15621000" cy="2476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75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 hay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chạy: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500" dirty="0" spc="1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75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</a:t>
            </a:r>
            <a:endParaRPr lang="en-US" sz="7500" dirty="0"/>
          </a:p>
        </p:txBody>
      </p:sp>
      <p:sp>
        <p:nvSpPr>
          <p:cNvPr id="6" name="Shape 4"/>
          <p:cNvSpPr/>
          <p:nvPr/>
        </p:nvSpPr>
        <p:spPr>
          <a:xfrm>
            <a:off x="914400" y="5905500"/>
            <a:ext cx="52578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62103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MATERIALIZED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6705600"/>
            <a:ext cx="44958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15100" y="5905500"/>
            <a:ext cx="52578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96100" y="62103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</a:t>
            </a:r>
            <a:r>
              <a:rPr lang="en-US" sz="18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96100" y="6705600"/>
            <a:ext cx="44958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115800" y="5905500"/>
            <a:ext cx="52578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96800" y="62103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96800" y="6705600"/>
            <a:ext cx="44958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 như</a:t>
            </a:r>
            <a:r>
              <a:rPr lang="en-US" sz="24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af7b140-c9c8-472f-b7d8-d9a2beec8e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SỨC</a:t>
            </a:r>
            <a:r>
              <a:rPr lang="en-US" sz="1950" b="1" spc="1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b="1" spc="17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Càng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đắt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4671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36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36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0" y="3238500"/>
            <a:ext cx="790575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866900" y="4724400"/>
            <a:ext cx="14554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2247900" y="495300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47900" y="537210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36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3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144000" y="514350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2819400" y="6629400"/>
            <a:ext cx="1264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685800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72771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144000" y="7048500"/>
            <a:ext cx="600075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trần;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8572500"/>
            <a:ext cx="16459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soạn;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5b26c00-74b2-4151-b173-ca78b6f211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spc="21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sẵn: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8001000" cy="3524250"/>
          </a:xfrm>
          <a:prstGeom prst="roundRect">
            <a:avLst>
              <a:gd name="adj" fmla="val 75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1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102–107</a:t>
            </a:r>
            <a:r>
              <a:rPr lang="en-US" sz="9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295400" y="5429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 50</a:t>
            </a:r>
            <a:r>
              <a:rPr lang="en-US" sz="22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72600" y="2819400"/>
            <a:ext cx="8001000" cy="3524250"/>
          </a:xfrm>
          <a:prstGeom prst="roundRect">
            <a:avLst>
              <a:gd name="adj" fmla="val 7568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31432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VIEW</a:t>
            </a:r>
            <a:r>
              <a:rPr lang="en-US" sz="1800" b="1" spc="2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spc="21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600" y="37147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&lt;</a:t>
            </a:r>
            <a:r>
              <a:rPr lang="en-US" sz="9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1,3</a:t>
            </a:r>
            <a:r>
              <a:rPr lang="en-US" sz="90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753600" y="5429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5722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85800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800" b="1" spc="20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 1.000</a:t>
            </a:r>
            <a:r>
              <a:rPr lang="en-US" sz="180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5400" y="73152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Bảng: 1.920.950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1.919.950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334500" y="73152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98–125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95400" y="800100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từ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e20c475-2084-4aa7-b010-e42d9f4a52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spc="21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b="1" spc="1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SHOP_TOTAL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cạnh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333500" y="2762250"/>
            <a:ext cx="3048000" cy="609600"/>
          </a:xfrm>
          <a:prstGeom prst="roundRect">
            <a:avLst>
              <a:gd name="adj" fmla="val 25000"/>
            </a:avLst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895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0" y="2762250"/>
            <a:ext cx="3048000" cy="6096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0" y="2895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906500" y="2762250"/>
            <a:ext cx="3048000" cy="6096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97000" y="2895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8450" y="3371850"/>
            <a:ext cx="38100" cy="3524250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1" name="Shape 9"/>
          <p:cNvSpPr/>
          <p:nvPr/>
        </p:nvSpPr>
        <p:spPr>
          <a:xfrm>
            <a:off x="9124950" y="3371850"/>
            <a:ext cx="38100" cy="3524250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5411450" y="3371850"/>
            <a:ext cx="38100" cy="3524250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876550" y="4000500"/>
            <a:ext cx="6096000" cy="3810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3143250" y="360045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876550" y="4857750"/>
            <a:ext cx="12382500" cy="38100"/>
          </a:xfrm>
          <a:prstGeom prst="rect">
            <a:avLst/>
          </a:prstGeom>
          <a:solidFill>
            <a:srgbClr val="9AA0B5"/>
          </a:solidFill>
          <a:ln/>
        </p:spPr>
      </p:sp>
      <p:sp>
        <p:nvSpPr>
          <p:cNvPr id="16" name="Text 14"/>
          <p:cNvSpPr/>
          <p:nvPr/>
        </p:nvSpPr>
        <p:spPr>
          <a:xfrm>
            <a:off x="3143250" y="4457700"/>
            <a:ext cx="1200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PostgreSQL: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40–54 mili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876550" y="5715000"/>
            <a:ext cx="6096000" cy="3810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3143250" y="531495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Cất</a:t>
            </a: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2876550" y="6572250"/>
            <a:ext cx="6096000" cy="3810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3143250" y="61722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100" b="1" dirty="0" spc="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0,3 mili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7048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F3EEE3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731520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800" b="1" spc="20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 5.000</a:t>
            </a: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5400" y="777240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 trả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334500" y="7772400"/>
            <a:ext cx="781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5.000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b9846a23-055a-4551-8533-e14d1c21a4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667000" y="31623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 tự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sinh; qua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053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5148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667000" y="46482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sao,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7912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667000" y="61341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2771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4866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667000" y="76200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đệm: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1ab40cd-fb9d-4bf9-b684-97522f0b85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95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b="1" spc="21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1950" b="1" spc="1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hàng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giờ; cũ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524250"/>
            <a:ext cx="419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1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038600"/>
            <a:ext cx="419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EXPLAIN: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mục?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000750" y="4000500"/>
            <a:ext cx="762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858000" y="323850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9000" y="3524250"/>
            <a:ext cx="419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39000" y="4038600"/>
            <a:ext cx="419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View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đệm,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944350" y="4000500"/>
            <a:ext cx="762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12801600" y="3238500"/>
            <a:ext cx="4572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182600" y="352425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182600" y="4038600"/>
            <a:ext cx="3810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6000750"/>
            <a:ext cx="16459200" cy="2762250"/>
          </a:xfrm>
          <a:prstGeom prst="roundRect">
            <a:avLst>
              <a:gd name="adj" fmla="val 9655"/>
            </a:avLst>
          </a:prstGeom>
          <a:solidFill>
            <a:srgbClr val="F3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28650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1800" b="1" spc="1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400" y="67627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 lần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95400" y="742950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95400" y="8096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c833a95-d9f5-443a-9038-c7b1bb09f7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b="1" spc="1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1950" b="1" spc="1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 cho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bức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lab047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PostgreSQL,</a:t>
            </a:r>
            <a:r>
              <a:rPr lang="en-US" sz="21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6393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48050"/>
            <a:ext cx="190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38500" y="34480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b="1" spc="14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80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86500" y="34480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0" y="34480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80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01500" y="34480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ĐỆM</a:t>
            </a:r>
            <a:r>
              <a:rPr lang="en-US" sz="180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13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859000" y="3448050"/>
            <a:ext cx="2476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ĐỆM</a:t>
            </a:r>
            <a:r>
              <a:rPr lang="en-US" sz="180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19100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14350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609600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4343400"/>
            <a:ext cx="190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3238500" y="43434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107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286500" y="43434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1,23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144000" y="43434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99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2001500" y="43434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43,46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4859000" y="4343400"/>
            <a:ext cx="2476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0,22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295400" y="5295900"/>
            <a:ext cx="190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3238500" y="52959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102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6286500" y="52959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0,70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144000" y="52959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125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2001500" y="52959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53,54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4859000" y="5295900"/>
            <a:ext cx="2476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0,17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295400" y="6248400"/>
            <a:ext cx="190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3238500" y="62484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106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6286500" y="62484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0,47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9144000" y="62484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98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12001500" y="6248400"/>
            <a:ext cx="285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40,03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14859000" y="6248400"/>
            <a:ext cx="2476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0,15</a:t>
            </a:r>
            <a:endParaRPr lang="en-US" sz="3300" dirty="0"/>
          </a:p>
        </p:txBody>
      </p:sp>
      <p:sp>
        <p:nvSpPr>
          <p:cNvPr id="33" name="Shape 31"/>
          <p:cNvSpPr/>
          <p:nvPr/>
        </p:nvSpPr>
        <p:spPr>
          <a:xfrm>
            <a:off x="914400" y="7239000"/>
            <a:ext cx="8001000" cy="1524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/>
        </p:spPr>
      </p:sp>
      <p:sp>
        <p:nvSpPr>
          <p:cNvPr id="34" name="Text 32"/>
          <p:cNvSpPr/>
          <p:nvPr/>
        </p:nvSpPr>
        <p:spPr>
          <a:xfrm>
            <a:off x="1295400" y="74676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 MỚI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95400" y="7905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View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1.919.950,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1.920.950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9372600" y="7239000"/>
            <a:ext cx="8001000" cy="1524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/>
        </p:spPr>
      </p:sp>
      <p:sp>
        <p:nvSpPr>
          <p:cNvPr id="37" name="Text 35"/>
          <p:cNvSpPr/>
          <p:nvPr/>
        </p:nvSpPr>
        <p:spPr>
          <a:xfrm>
            <a:off x="9753600" y="74676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 MỚI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1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753600" y="7905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1.919.954,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1.924.954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f725481c-7811-4ad1-ab5f-4773315b52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33750"/>
            <a:ext cx="7048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22910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76250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7810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286500"/>
            <a:ext cx="7048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295400" y="718185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95400" y="771525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63100" y="3048000"/>
            <a:ext cx="7810500" cy="2714625"/>
          </a:xfrm>
          <a:prstGeom prst="roundRect">
            <a:avLst>
              <a:gd name="adj" fmla="val 982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944100" y="33528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44100" y="38100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63100" y="6048375"/>
            <a:ext cx="7810500" cy="2714625"/>
          </a:xfrm>
          <a:prstGeom prst="roundRect">
            <a:avLst>
              <a:gd name="adj" fmla="val 9825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9944100" y="6353175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44100" y="6810375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Materialized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6bd4206-b9cc-4432-ad45-15a71e703a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2026-10-19T02:36:12Z</dcterms:created>
  <dcterms:modified xsi:type="dcterms:W3CDTF">2026-10-19T02:36:12Z</dcterms:modified>
</cp:coreProperties>
</file>