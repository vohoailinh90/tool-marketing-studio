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ACH: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lương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lô,</a:t>
            </a:r>
            <a:r>
              <a:rPr lang="en-US" sz="81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hôm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6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3000" dirty="0" spc="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giờ,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3000" dirty="0"/>
          </a:p>
        </p:txBody>
      </p:sp>
      <p:sp>
        <p:nvSpPr>
          <p:cNvPr id="5" name="Connector line-1792382554257-806450012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Connector line-1792382554263-879785895"/>
          <p:cNvSpPr/>
          <p:nvPr/>
        </p:nvSpPr>
        <p:spPr>
          <a:xfrm>
            <a:off x="12287250" y="3143250"/>
            <a:ext cx="0" cy="40005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134850" y="2990850"/>
            <a:ext cx="304800" cy="304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2134850" y="4991100"/>
            <a:ext cx="304800" cy="304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134850" y="6991350"/>
            <a:ext cx="304800" cy="304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0" y="27813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19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1950" b="1" dirty="0" spc="3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0" y="478155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195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954000" y="67818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d227efcb-6a0c-4612-9cb9-ca7033962c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lương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195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2762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27622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ACH.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0" y="419100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419100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0" y="56197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56197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250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giờ,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524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hành,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3eb2846-1793-4f89-912a-7422956ec8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4762500" y="314325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2000250"/>
                </a:moveTo>
                <a:cubicBezTo>
                  <a:pt x="590550" y="2000250"/>
                  <a:pt x="590550" y="0"/>
                  <a:pt x="11811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5" name="Connector line-1792382556104-541798332"/>
          <p:cNvSpPr/>
          <p:nvPr/>
        </p:nvSpPr>
        <p:spPr>
          <a:xfrm>
            <a:off x="4762500" y="5143500"/>
            <a:ext cx="11811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762500" y="514350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0"/>
                </a:moveTo>
                <a:cubicBezTo>
                  <a:pt x="590550" y="0"/>
                  <a:pt x="590550" y="2000250"/>
                  <a:pt x="1181100" y="2000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76500" y="4191000"/>
            <a:ext cx="2286000" cy="1905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2571750" y="4762500"/>
            <a:ext cx="2095500" cy="85725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2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2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0" y="2571750"/>
            <a:ext cx="10477500" cy="11430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250" b="1" dirty="0" spc="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b="1" dirty="0" spc="4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b="1" dirty="0" spc="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kiện: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ODFI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943600" y="4572000"/>
            <a:ext cx="10477500" cy="11430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250" b="1" dirty="0" spc="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2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943600" y="6572250"/>
            <a:ext cx="10477500" cy="11430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phải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bên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3697895-47c6-41d2-b283-0a64de59ff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180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Tệp</a:t>
            </a:r>
            <a:r>
              <a:rPr lang="en-US" sz="69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ACH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049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10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85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921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ODFI</a:t>
            </a:r>
            <a:endParaRPr lang="en-US" sz="2100" dirty="0"/>
          </a:p>
        </p:txBody>
      </p:sp>
      <p:sp>
        <p:nvSpPr>
          <p:cNvPr id="7" name="Connector line-1792382556967-153327454"/>
          <p:cNvSpPr/>
          <p:nvPr/>
        </p:nvSpPr>
        <p:spPr>
          <a:xfrm>
            <a:off x="3200400" y="3429000"/>
            <a:ext cx="0" cy="4000500"/>
          </a:xfrm>
          <a:prstGeom prst="line">
            <a:avLst/>
          </a:prstGeom>
          <a:noFill/>
          <a:ln w="28575">
            <a:solidFill>
              <a:srgbClr val="C9C2AE"/>
            </a:solidFill>
            <a:prstDash val="solid"/>
            <a:headEnd type="none"/>
            <a:tailEnd type="none"/>
          </a:ln>
        </p:spPr>
      </p:sp>
      <p:sp>
        <p:nvSpPr>
          <p:cNvPr id="8" name="Connector line-1792382556968-126261437"/>
          <p:cNvSpPr/>
          <p:nvPr/>
        </p:nvSpPr>
        <p:spPr>
          <a:xfrm>
            <a:off x="9144000" y="3429000"/>
            <a:ext cx="0" cy="4000500"/>
          </a:xfrm>
          <a:prstGeom prst="line">
            <a:avLst/>
          </a:prstGeom>
          <a:noFill/>
          <a:ln w="28575">
            <a:solidFill>
              <a:srgbClr val="C9C2AE"/>
            </a:solidFill>
            <a:prstDash val="solid"/>
            <a:headEnd type="none"/>
            <a:tailEnd type="none"/>
          </a:ln>
        </p:spPr>
      </p:sp>
      <p:sp>
        <p:nvSpPr>
          <p:cNvPr id="9" name="Connector line-1792382556968-99734320"/>
          <p:cNvSpPr/>
          <p:nvPr/>
        </p:nvSpPr>
        <p:spPr>
          <a:xfrm>
            <a:off x="15087600" y="3429000"/>
            <a:ext cx="0" cy="4000500"/>
          </a:xfrm>
          <a:prstGeom prst="line">
            <a:avLst/>
          </a:prstGeom>
          <a:noFill/>
          <a:ln w="28575">
            <a:solidFill>
              <a:srgbClr val="C9C2A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05200" y="4152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endParaRPr lang="en-US" sz="1950" dirty="0"/>
          </a:p>
        </p:txBody>
      </p:sp>
      <p:sp>
        <p:nvSpPr>
          <p:cNvPr id="11" name="Connector line-1792382556970-43990232"/>
          <p:cNvSpPr/>
          <p:nvPr/>
        </p:nvSpPr>
        <p:spPr>
          <a:xfrm>
            <a:off x="3200400" y="4572000"/>
            <a:ext cx="57531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934450" y="4457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9448800" y="5676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19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ACH,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SFTP</a:t>
            </a:r>
            <a:endParaRPr lang="en-US" sz="1950" dirty="0"/>
          </a:p>
        </p:txBody>
      </p:sp>
      <p:sp>
        <p:nvSpPr>
          <p:cNvPr id="14" name="Connector line-1792382556973-141999493"/>
          <p:cNvSpPr/>
          <p:nvPr/>
        </p:nvSpPr>
        <p:spPr>
          <a:xfrm>
            <a:off x="9144000" y="6096000"/>
            <a:ext cx="57531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878050" y="5981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7715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71525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(ví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Gusto)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 công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ty;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ODFI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chốt,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fa6ebed-06f7-4bf5-900c-211374ecf3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69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Connector line-1792382557778-384200023"/>
          <p:cNvSpPr/>
          <p:nvPr/>
        </p:nvSpPr>
        <p:spPr>
          <a:xfrm>
            <a:off x="2628900" y="3810000"/>
            <a:ext cx="13030200" cy="0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43150" y="3524250"/>
            <a:ext cx="571500" cy="571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8858250" y="3524250"/>
            <a:ext cx="571500" cy="571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" name="Shape 5"/>
          <p:cNvSpPr/>
          <p:nvPr/>
        </p:nvSpPr>
        <p:spPr>
          <a:xfrm>
            <a:off x="15373350" y="3524250"/>
            <a:ext cx="571500" cy="571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" y="2762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Buổi</a:t>
            </a:r>
            <a:r>
              <a:rPr lang="en-US" sz="3000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39000" y="2762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Quanh</a:t>
            </a:r>
            <a:r>
              <a:rPr lang="en-US" sz="3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30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đêm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54100" y="2762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3000" dirty="0" spc="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3900" y="44767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ODFI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39000" y="44767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7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54100" y="44767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7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RDFI,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4770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 Cục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 Liên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bang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EPN.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b8ba171-c340-4da8-804f-6e57086ce9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HÔM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</a:t>
            </a: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4161C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dụ,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sáng: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RDFI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45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45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45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5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657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lực;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7143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ACH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ngày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2016;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đợt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a8ce745-cddc-4233-a914-b4c41cbbe9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lương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Phí;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lỗi;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ACH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ngày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ODFI.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9ce7b9b-f69a-4a3a-a140-5b311c4d14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9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nói; có thể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726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ACH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SFTP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ODFI.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905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"Chậm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đợt"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0bfa043-801c-4c57-afff-11cc9f6a85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2561081-478624113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(0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5),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ACH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đồ;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b7684af-8187-4611-8909-060dfed916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905125"/>
            <a:ext cx="2381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810000" y="26670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77190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010025"/>
            <a:ext cx="2381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ODFI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810000" y="37719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 khởi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487680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114925"/>
            <a:ext cx="2381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RDFI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810000" y="48768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598170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6219825"/>
            <a:ext cx="2381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SFTP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810000" y="59817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708660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7324725"/>
            <a:ext cx="2381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EPN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810000" y="70866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1950" dirty="0"/>
          </a:p>
        </p:txBody>
      </p:sp>
      <p:sp>
        <p:nvSpPr>
          <p:cNvPr id="19" name="Connector line-1792382561869-94883173"/>
          <p:cNvSpPr/>
          <p:nvPr/>
        </p:nvSpPr>
        <p:spPr>
          <a:xfrm>
            <a:off x="11772900" y="2667000"/>
            <a:ext cx="0" cy="590550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1" name="Text richtext-1792382561872-946265014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c3f0fc98-1d1a-4dd3-b924-b83aacf1f0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2026-10-19T09:19:10Z</dcterms:created>
  <dcterms:modified xsi:type="dcterms:W3CDTF">2026-10-19T09:19:10Z</dcterms:modified>
</cp:coreProperties>
</file>