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382000" cy="37338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81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biện pháp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ngỏ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73280483-750607896"/>
          <p:cNvSpPr/>
          <p:nvPr/>
        </p:nvSpPr>
        <p:spPr>
          <a:xfrm>
            <a:off x="914400" y="66675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danh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5240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39400" y="185737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439400" y="285750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xem?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3830300" y="15240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0" y="185737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4173200" y="285750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096500" y="485775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9400" y="519112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439400" y="619125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Tốn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công?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830300" y="485775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0" y="519112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173200" y="619125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r>
              <a:rPr lang="en-US" sz="3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131b140-c2ed-4973-b335-499c6b9d4b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8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3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1908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1908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14400" y="57150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04837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b="1" spc="1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13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b="1" spc="1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endParaRPr lang="en-US" sz="1950" dirty="0"/>
          </a:p>
        </p:txBody>
      </p:sp>
      <p:sp>
        <p:nvSpPr>
          <p:cNvPr id="15" name="Text richtext-1792373304372-157071058"/>
          <p:cNvSpPr/>
          <p:nvPr/>
        </p:nvSpPr>
        <p:spPr>
          <a:xfrm>
            <a:off x="1333500" y="6667500"/>
            <a:ext cx="15621000" cy="161925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nhầm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3000" dirty="0"/>
          </a:p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c19f0fa-6590-490d-a1e1-1ac6515fcb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XEM?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Xét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13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6004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287500" y="33337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000" dirty="0" spc="6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714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195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1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33500" y="52197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287500" y="495300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000" dirty="0" spc="6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3817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1950" b="1" spc="15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33500" y="6905625"/>
            <a:ext cx="12382500" cy="857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36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287500" y="6715125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30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5893178-df55-4a1b-a885-0d16bcd9ae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NHẬN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4953000" cy="4381500"/>
          </a:xfrm>
          <a:prstGeom prst="rect">
            <a:avLst/>
          </a:prstGeom>
          <a:noFill/>
          <a:ln/>
        </p:spPr>
        <p:txBody>
          <a:bodyPr wrap="square" lIns="0" tIns="335280" rIns="0" bIns="-33528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0" dirty="0"/>
          </a:p>
        </p:txBody>
      </p:sp>
      <p:sp>
        <p:nvSpPr>
          <p:cNvPr id="5" name="Text 3"/>
          <p:cNvSpPr/>
          <p:nvPr/>
        </p:nvSpPr>
        <p:spPr>
          <a:xfrm>
            <a:off x="914400" y="71437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kiểm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667500" y="2857500"/>
            <a:ext cx="5238750" cy="1714500"/>
          </a:xfrm>
          <a:prstGeom prst="roundRect">
            <a:avLst>
              <a:gd name="adj" fmla="val 13333"/>
            </a:avLst>
          </a:prstGeom>
          <a:solidFill>
            <a:srgbClr val="F5E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Kiểu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134850" y="2857500"/>
            <a:ext cx="5238750" cy="1714500"/>
          </a:xfrm>
          <a:prstGeom prst="roundRect">
            <a:avLst>
              <a:gd name="adj" fmla="val 13333"/>
            </a:avLst>
          </a:prstGeom>
          <a:solidFill>
            <a:srgbClr val="F5E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 dài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667500" y="4762500"/>
            <a:ext cx="5238750" cy="1714500"/>
          </a:xfrm>
          <a:prstGeom prst="roundRect">
            <a:avLst>
              <a:gd name="adj" fmla="val 13333"/>
            </a:avLst>
          </a:prstGeom>
          <a:solidFill>
            <a:srgbClr val="F5E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Phạm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2134850" y="4762500"/>
            <a:ext cx="5238750" cy="1714500"/>
          </a:xfrm>
          <a:prstGeom prst="roundRect">
            <a:avLst>
              <a:gd name="adj" fmla="val 13333"/>
            </a:avLst>
          </a:prstGeom>
          <a:solidFill>
            <a:srgbClr val="F5E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Kích</a:t>
            </a:r>
            <a:r>
              <a:rPr lang="en-US" sz="3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thước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6667500" y="6858000"/>
            <a:ext cx="107061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8500" y="7096125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ĐỊNH</a:t>
            </a:r>
            <a:r>
              <a:rPr lang="en-US" sz="1950" b="1" spc="13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b="1" spc="1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spc="1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048500" y="7620000"/>
            <a:ext cx="990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 nghiệp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e293066-361c-4d42-80e9-8b795161ac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 CÔNG?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1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spc="13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950" dirty="0"/>
          </a:p>
        </p:txBody>
      </p:sp>
      <p:sp>
        <p:nvSpPr>
          <p:cNvPr id="10" name="Text richtext-1792373348024-250927122"/>
          <p:cNvSpPr/>
          <p:nvPr/>
        </p:nvSpPr>
        <p:spPr>
          <a:xfrm>
            <a:off x="9791700" y="3905250"/>
            <a:ext cx="7239000" cy="276225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Kích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 xử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7429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Đếm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8d6ceda-bdb2-43d4-b5df-d821d9716b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381500"/>
            <a:ext cx="4000500" cy="1714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3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239000" y="2857500"/>
            <a:ext cx="101346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0" y="314325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CHO</a:t>
            </a:r>
            <a:r>
              <a:rPr lang="en-US" sz="1950" b="1" spc="1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3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0" y="37147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239000" y="5524500"/>
            <a:ext cx="101346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0" y="581025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1950" b="1" spc="1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0000" y="63817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700" dirty="0"/>
          </a:p>
        </p:txBody>
      </p:sp>
      <p:sp>
        <p:nvSpPr>
          <p:cNvPr id="11" name="Connector line-1792373367419-342645558"/>
          <p:cNvSpPr/>
          <p:nvPr/>
        </p:nvSpPr>
        <p:spPr>
          <a:xfrm flipV="1">
            <a:off x="4914900" y="3905250"/>
            <a:ext cx="2324100" cy="1333500"/>
          </a:xfrm>
          <a:prstGeom prst="curvedConnector3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373367420-746726714"/>
          <p:cNvSpPr/>
          <p:nvPr/>
        </p:nvSpPr>
        <p:spPr>
          <a:xfrm>
            <a:off x="4914900" y="5238750"/>
            <a:ext cx="2324100" cy="1333500"/>
          </a:xfrm>
          <a:prstGeom prst="curvedConnector3">
            <a:avLst/>
          </a:prstGeom>
          <a:noFill/>
          <a:ln w="38100">
            <a:solidFill>
              <a:srgbClr val="FF6A4D"/>
            </a:solidFill>
            <a:prstDash val="lgDash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2C303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82105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Giấu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 hồi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 sửa.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e152e5e-ab2d-40dc-8efd-1356435b70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9051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476500" y="297180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15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15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xem?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476500" y="35433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22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-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5243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476500" y="459105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1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476500" y="51625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Kiểu,</a:t>
            </a:r>
            <a:r>
              <a:rPr lang="en-US" sz="2250" dirty="0" spc="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250" dirty="0" spc="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1436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476500" y="621030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Tốn</a:t>
            </a: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công?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2476500" y="67818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2250" dirty="0" spc="-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chi</a:t>
            </a:r>
            <a:r>
              <a:rPr lang="en-US" sz="22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7628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2476500" y="782955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r>
              <a:rPr lang="en-US" sz="31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2476500" y="84010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250" dirty="0" spc="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bộ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dd7a0ed-8490-4fa4-bd02-4e87de80db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2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300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3000" dirty="0" spc="-1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30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-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2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dirty="0" spc="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86125"/>
            <a:ext cx="114300" cy="12382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38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Chưa.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78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8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nhiều.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9144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3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950" b="1" spc="1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4770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580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0396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206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b4f1c2c-0f3b-453f-b87d-56816b5d7b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037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BIỆN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05500" y="300037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180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20500" y="3000375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1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endParaRPr lang="en-US" sz="1800" dirty="0"/>
          </a:p>
        </p:txBody>
      </p:sp>
      <p:sp>
        <p:nvSpPr>
          <p:cNvPr id="8" name="Connector line-1792373420769-468786417"/>
          <p:cNvSpPr/>
          <p:nvPr/>
        </p:nvSpPr>
        <p:spPr>
          <a:xfrm>
            <a:off x="914400" y="3524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95400" y="3810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9017" rIns="0" bIns="-9017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285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905500" y="3829050"/>
            <a:ext cx="5334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620500" y="38290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2" name="Connector line-1792373420776-325990400"/>
          <p:cNvSpPr/>
          <p:nvPr/>
        </p:nvSpPr>
        <p:spPr>
          <a:xfrm>
            <a:off x="914400" y="5048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95400" y="5334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9017" rIns="0" bIns="-9017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2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5905500" y="5353050"/>
            <a:ext cx="5334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 quản lý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620500" y="53530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Biện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250" dirty="0"/>
          </a:p>
        </p:txBody>
      </p:sp>
      <p:sp>
        <p:nvSpPr>
          <p:cNvPr id="16" name="Connector line-1792373420783-302540272"/>
          <p:cNvSpPr/>
          <p:nvPr/>
        </p:nvSpPr>
        <p:spPr>
          <a:xfrm>
            <a:off x="914400" y="6572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95400" y="6858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9017" rIns="0" bIns="-9017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5905500" y="6877050"/>
            <a:ext cx="5334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620500" y="68770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an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8382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lẫn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ba838b9-4060-438a-8771-6430d41586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95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572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143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95400" y="704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95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7620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58300" y="2857500"/>
            <a:ext cx="81153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39300" y="32385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4" name="Text richtext-1792373422952-986943986"/>
          <p:cNvSpPr/>
          <p:nvPr/>
        </p:nvSpPr>
        <p:spPr>
          <a:xfrm>
            <a:off x="9639300" y="3905250"/>
            <a:ext cx="7429500" cy="4381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 trên</a:t>
            </a:r>
            <a:r>
              <a:rPr lang="en-US" sz="24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30f3278-6220-44c6-a93b-78e2ca550f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2026-10-19T01:30:38Z</dcterms:created>
  <dcterms:modified xsi:type="dcterms:W3CDTF">2026-10-19T01:30:38Z</dcterms:modified>
</cp:coreProperties>
</file>