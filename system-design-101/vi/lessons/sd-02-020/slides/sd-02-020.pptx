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9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nghìn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càng lớn, Git càng chậm?</a:t>
            </a:r>
            <a:endParaRPr lang="en-US" sz="3000" dirty="0"/>
          </a:p>
        </p:txBody>
      </p:sp>
      <p:sp>
        <p:nvSpPr>
          <p:cNvPr id="5" name="Connector line-1792379798843-778757431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Monorepo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Sparo.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Monorepo</a:t>
            </a:r>
            <a:r>
              <a:rPr lang="en-US" sz="3150" dirty="0" spc="-4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150" dirty="0" spc="-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Sparo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150" dirty="0" spc="-1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lợi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99e00b6-c998-4ee2-ac32-25f3648599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 có ích,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hỏi: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Sparo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9c0d97e-a8c5-4d3a-9820-349aef8185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MONOREPO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kho,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2057400" y="6743700"/>
            <a:ext cx="1417320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2438400" y="71628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6819900" y="7067550"/>
            <a:ext cx="9029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án,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viện,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b9cb70d-dbaa-4a8b-b60c-10f2f466f2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nghìn</a:t>
            </a:r>
            <a:r>
              <a:rPr lang="en-US" sz="48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TypeScript,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frontend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càng chậm.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88bfc86-db6e-4ab1-86eb-8f731e829f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SPARO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Sparo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endParaRPr lang="en-US" sz="6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760720"/>
                <a:gridCol w="576072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Lệnh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5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5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Sau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clone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phút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phút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6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checkout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1,5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phút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30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status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commit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15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11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2867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a8fdbcd-166e-492e-8aa2-15d587c06a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95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Lợi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195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18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950" b="1" spc="18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15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11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tư.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4370ebc-032d-4fa5-99a8-f829f97374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Sparo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thế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“nhiều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tư”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e7afe83-5ca3-4f8f-8122-b7e1fcfd9f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1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Tốn</a:t>
            </a:r>
            <a:r>
              <a:rPr lang="en-US" sz="66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nhất,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lợi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6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lần?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180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0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1800" b="1" spc="18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clone:</a:t>
            </a: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40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r>
              <a:rPr lang="en-US" sz="33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33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Sparo</a:t>
            </a:r>
            <a:endParaRPr lang="en-US" sz="3300" dirty="0"/>
          </a:p>
        </p:txBody>
      </p:sp>
      <p:sp>
        <p:nvSpPr>
          <p:cNvPr id="7" name="Connector line-1792379849401-425392994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1800" b="1" spc="18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1800" b="1" spc="1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status: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r>
              <a:rPr lang="en-US" sz="3300" dirty="0" spc="-5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3300" dirty="0" spc="-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3300" dirty="0"/>
          </a:p>
        </p:txBody>
      </p:sp>
      <p:sp>
        <p:nvSpPr>
          <p:cNvPr id="11" name="Connector line-1792379849405-482124954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800" b="1" spc="2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800" b="1" spc="18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1800" b="1" spc="1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commit:</a:t>
            </a: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15</a:t>
            </a:r>
            <a:r>
              <a:rPr lang="en-US" sz="3300" dirty="0" spc="-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3300" dirty="0" spc="-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11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thời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lần, không cho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55aa368-daa7-486a-a2aa-1c87d3a3a4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 kho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tệp,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giảm: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sparse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checkout;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clone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nông.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a4e91826-4084-4361-8e94-fd8747051e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3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Trong</a:t>
                      </a:r>
                      <a:r>
                        <a:rPr lang="en-US" sz="225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monorepo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khối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kho,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clone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lấy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 phút → 2 phút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status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xem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r>
                        <a:rPr lang="en-US" sz="2250" dirty="0" spc="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 giây → 1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915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334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867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Sparo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eb8e083-d1ad-46dd-9a21-983618b3e3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2026-10-19T09:37:53Z</dcterms:created>
  <dcterms:modified xsi:type="dcterms:W3CDTF">2026-10-19T09:37:53Z</dcterms:modified>
</cp:coreProperties>
</file>