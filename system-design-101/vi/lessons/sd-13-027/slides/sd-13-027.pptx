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regular r:id="rId20"/>
      <p:bold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60960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81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repo: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quyết</a:t>
            </a:r>
            <a:r>
              <a:rPr lang="en-US" sz="81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620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4287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66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58500" y="18097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285750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09562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58500" y="32385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2862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524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58500" y="46672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71500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595312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58500" y="6096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143750"/>
            <a:ext cx="7810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3818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58500" y="75247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merge?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1793f9c-7dd4-4ff6-b10c-c506dec6c1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84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84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84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chế là của GitHub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30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bbad58c-e379-4947-8ebe-1433656623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572000" y="23812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(YÊU</a:t>
            </a:r>
            <a:r>
              <a:rPr lang="en-US" sz="210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049000" y="238125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2100" b="1" dirty="0" spc="-7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4572000" y="2857500"/>
            <a:ext cx="6096000" cy="1809750"/>
          </a:xfrm>
          <a:prstGeom prst="roundRect">
            <a:avLst>
              <a:gd name="adj" fmla="val 12632"/>
            </a:avLst>
          </a:prstGeom>
          <a:solidFill>
            <a:srgbClr val="2A1C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53000" y="342900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300" dirty="0" spc="-1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1049000" y="2857500"/>
            <a:ext cx="63246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0" y="3429000"/>
            <a:ext cx="5562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Build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14400" y="5238750"/>
            <a:ext cx="34290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b="1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mới?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4572000" y="4857750"/>
            <a:ext cx="6096000" cy="1809750"/>
          </a:xfrm>
          <a:prstGeom prst="roundRect">
            <a:avLst>
              <a:gd name="adj" fmla="val 12632"/>
            </a:avLst>
          </a:prstGeom>
          <a:solidFill>
            <a:srgbClr val="2A1C1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3000" y="542925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Hủy</a:t>
            </a:r>
            <a:r>
              <a:rPr lang="en-US" sz="330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1049000" y="4857750"/>
            <a:ext cx="63246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0" y="5238750"/>
            <a:ext cx="55626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 hủy</a:t>
            </a:r>
            <a:r>
              <a:rPr lang="en-US" sz="27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286625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1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95400" y="7762875"/>
            <a:ext cx="158115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4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cổng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04726ae-57b9-4d5a-856c-17bc2b02e1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146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pipeline:</a:t>
            </a:r>
            <a:r>
              <a:rPr lang="en-US" sz="25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permissions</a:t>
            </a:r>
            <a:pPr algn="l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khi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17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762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4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33500" y="5619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333500" y="6477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 dài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72600" y="4762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5619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OIDC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791700" y="6477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bdeefb-5dcb-4c12-8ed5-eb71d6c50e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524375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ENVIRONMENT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38250" y="5000625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production</a:t>
            </a:r>
            <a:endParaRPr lang="en-US" sz="3600" dirty="0"/>
          </a:p>
        </p:txBody>
      </p:sp>
      <p:sp>
        <p:nvSpPr>
          <p:cNvPr id="7" name="Connector line-1792374722826-566049977"/>
          <p:cNvSpPr/>
          <p:nvPr/>
        </p:nvSpPr>
        <p:spPr>
          <a:xfrm flipV="1">
            <a:off x="6286500" y="3619500"/>
            <a:ext cx="1714500" cy="15240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722827-471392316"/>
          <p:cNvSpPr/>
          <p:nvPr/>
        </p:nvSpPr>
        <p:spPr>
          <a:xfrm>
            <a:off x="6286500" y="5143500"/>
            <a:ext cx="1714500" cy="15240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8096250" y="2571750"/>
            <a:ext cx="927735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77250" y="28575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environment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477250" y="3476625"/>
            <a:ext cx="857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096250" y="5715000"/>
            <a:ext cx="927735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7250" y="60007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477250" y="6619875"/>
            <a:ext cx="857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7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400" y="8191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4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buộc: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4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e31c95-f4f2-4ef9-9577-9f891fe2c3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28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0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3000" dirty="0"/>
          </a:p>
        </p:txBody>
      </p:sp>
      <p:sp>
        <p:nvSpPr>
          <p:cNvPr id="7" name="Connector line-1792374741349-908166152"/>
          <p:cNvSpPr/>
          <p:nvPr/>
        </p:nvSpPr>
        <p:spPr>
          <a:xfrm>
            <a:off x="5810250" y="4667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14375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Required</a:t>
            </a:r>
            <a:r>
              <a:rPr lang="en-US" sz="2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r>
              <a:rPr lang="en-US" sz="2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checks</a:t>
            </a:r>
            <a:r>
              <a:rPr lang="en-US" sz="2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2700" dirty="0"/>
          </a:p>
        </p:txBody>
      </p:sp>
      <p:sp>
        <p:nvSpPr>
          <p:cNvPr id="11" name="Connector line-1792374741356-479167866"/>
          <p:cNvSpPr/>
          <p:nvPr/>
        </p:nvSpPr>
        <p:spPr>
          <a:xfrm>
            <a:off x="11658600" y="4667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Shape 10"/>
          <p:cNvSpPr/>
          <p:nvPr/>
        </p:nvSpPr>
        <p:spPr>
          <a:xfrm>
            <a:off x="12611100" y="32385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92100" y="36195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92100" y="41910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30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000875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BRANCH</a:t>
            </a:r>
            <a:r>
              <a:rPr lang="en-US" sz="1950" b="1" spc="2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PROTECTION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74771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d449aaa-6857-4668-85f8-b27a17d7c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2A2E3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14625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xanh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các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33375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5105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29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429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296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20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 chặt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20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87400" y="4476750"/>
            <a:ext cx="3886200" cy="3810000"/>
          </a:xfrm>
          <a:prstGeom prst="roundRect">
            <a:avLst>
              <a:gd name="adj" fmla="val 60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11250" y="4810125"/>
            <a:ext cx="3238500" cy="1047750"/>
          </a:xfrm>
          <a:prstGeom prst="rect">
            <a:avLst/>
          </a:prstGeom>
          <a:noFill/>
          <a:ln/>
        </p:spPr>
        <p:txBody>
          <a:bodyPr wrap="square" lIns="0" tIns="5651" rIns="0" bIns="-5651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25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chập</a:t>
            </a:r>
            <a:r>
              <a:rPr lang="en-US" sz="25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811250" y="6191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96166dd-bd86-4a1b-bcb5-dca1f29084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fork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bí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2479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 không</a:t>
            </a: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428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Fork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524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620750" y="2762250"/>
            <a:ext cx="323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8" name="Connector line-1792374791618-264300940"/>
          <p:cNvSpPr/>
          <p:nvPr/>
        </p:nvSpPr>
        <p:spPr>
          <a:xfrm>
            <a:off x="3048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9" name="Connector line-1792374791618-818036544"/>
          <p:cNvSpPr/>
          <p:nvPr/>
        </p:nvSpPr>
        <p:spPr>
          <a:xfrm>
            <a:off x="9144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10" name="Connector line-1792374791618-341463419"/>
          <p:cNvSpPr/>
          <p:nvPr/>
        </p:nvSpPr>
        <p:spPr>
          <a:xfrm>
            <a:off x="15240000" y="3524250"/>
            <a:ext cx="0" cy="5048250"/>
          </a:xfrm>
          <a:prstGeom prst="line">
            <a:avLst/>
          </a:prstGeom>
          <a:noFill/>
          <a:ln w="19050">
            <a:solidFill>
              <a:srgbClr val="B9B2A3"/>
            </a:solidFill>
            <a:prstDash val="solid"/>
            <a:headEnd type="none"/>
            <a:tailEnd type="none"/>
          </a:ln>
        </p:spPr>
      </p:sp>
      <p:sp>
        <p:nvSpPr>
          <p:cNvPr id="11" name="Connector line-1792374791619-729746966"/>
          <p:cNvSpPr/>
          <p:nvPr/>
        </p:nvSpPr>
        <p:spPr>
          <a:xfrm>
            <a:off x="3143250" y="4476750"/>
            <a:ext cx="59055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33750" y="3952875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pull_request</a:t>
            </a:r>
            <a:endParaRPr lang="en-US" sz="2100" dirty="0"/>
          </a:p>
        </p:txBody>
      </p:sp>
      <p:sp>
        <p:nvSpPr>
          <p:cNvPr id="13" name="Connector line-1792374791624-243683938"/>
          <p:cNvSpPr/>
          <p:nvPr/>
        </p:nvSpPr>
        <p:spPr>
          <a:xfrm flipH="1">
            <a:off x="9239250" y="5619750"/>
            <a:ext cx="5905500" cy="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9429750" y="4857750"/>
            <a:ext cx="561975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429750" y="5762625"/>
            <a:ext cx="56197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GITHUB_TOKEN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thấp.</a:t>
            </a:r>
            <a:endParaRPr lang="en-US" sz="1800" dirty="0"/>
          </a:p>
        </p:txBody>
      </p:sp>
      <p:sp>
        <p:nvSpPr>
          <p:cNvPr id="16" name="Connector line-1792374791630-105830964"/>
          <p:cNvSpPr/>
          <p:nvPr/>
        </p:nvSpPr>
        <p:spPr>
          <a:xfrm>
            <a:off x="3143250" y="7239000"/>
            <a:ext cx="5905500" cy="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3333750" y="6715125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pull_request_target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333750" y="7381875"/>
            <a:ext cx="55245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8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18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429750" y="7000875"/>
            <a:ext cx="56197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3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19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9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9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PR.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8667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Actions.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aa56285c-decb-4f1a-a3e1-2815e79b0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336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628900"/>
            <a:ext cx="666750" cy="66675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190750" y="24955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Hủy</a:t>
            </a:r>
            <a:r>
              <a:rPr lang="en-US" sz="24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29908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72427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0195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2190750" y="388620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thiểu: khai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permissions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38150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1149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541020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190750" y="52768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OIDC:</a:t>
            </a:r>
            <a:r>
              <a:rPr lang="en-US" sz="24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4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57721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650557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6800850"/>
            <a:ext cx="666750" cy="66675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2190750" y="666750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 phụ thuộc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16280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Free,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Pro,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Team: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896225"/>
            <a:ext cx="16459200" cy="12573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0150" y="8191500"/>
            <a:ext cx="666750" cy="66675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2190750" y="8058150"/>
            <a:ext cx="1495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Branch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protection: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190750" y="8553450"/>
            <a:ext cx="1495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3b04d058-4666-40df-89d3-97937434e8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762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3143250" y="2800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Integration: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hợp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7147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0150" y="40957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3143250" y="41338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Delivery: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429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3143250" y="5467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Request:</a:t>
            </a:r>
            <a:r>
              <a:rPr lang="en-US" sz="19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3817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0150" y="67627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OIDC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3143250" y="68008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OpenID Connect: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715250"/>
            <a:ext cx="9906000" cy="123825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809625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E4E1D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OpenID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143250" y="8134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IDentity: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1277600" y="2381250"/>
            <a:ext cx="6096000" cy="657225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20" name="Text 18"/>
          <p:cNvSpPr/>
          <p:nvPr/>
        </p:nvSpPr>
        <p:spPr>
          <a:xfrm>
            <a:off x="11620500" y="2667000"/>
            <a:ext cx="542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74867041-629220868"/>
          <p:cNvSpPr/>
          <p:nvPr/>
        </p:nvSpPr>
        <p:spPr>
          <a:xfrm>
            <a:off x="11620500" y="3190875"/>
            <a:ext cx="5429250" cy="5524500"/>
          </a:xfrm>
          <a:prstGeom prst="rect">
            <a:avLst/>
          </a:prstGeom>
          <a:noFill/>
          <a:ln/>
        </p:spPr>
        <p:txBody>
          <a:bodyPr wrap="square" lIns="0" tIns="1143" rIns="0" bIns="-1143" rtlCol="0" anchor="t"/>
          <a:lstStyle/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syntax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 bảo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environments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Docs:</a:t>
            </a:r>
            <a:r>
              <a:rPr lang="en-US" sz="18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protected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branches</a:t>
            </a:r>
            <a:endParaRPr lang="en-US" sz="1800" dirty="0"/>
          </a:p>
          <a:p>
            <a:pPr algn="l" marL="228600" indent="-163321">
              <a:lnSpc>
                <a:spcPts val="2610"/>
              </a:lnSpc>
              <a:buSzPct val="100000"/>
              <a:buFont typeface="Arial"/>
              <a:buChar char="•"/>
            </a:pP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Martin</a:t>
            </a:r>
            <a:r>
              <a:rPr lang="en-US" sz="18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Fowler: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DeploymentPipeline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2ba6f93-3450-4912-bb64-04ce55ec63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2026-10-19T02:02:12Z</dcterms:created>
  <dcterms:modified xsi:type="dcterms:W3CDTF">2026-10-19T02:02:12Z</dcterms:modified>
</cp:coreProperties>
</file>