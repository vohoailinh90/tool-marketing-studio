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572500" cy="2571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1981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7200900"/>
            <a:ext cx="1828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48000" y="6096000"/>
            <a:ext cx="1981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24200" y="7200900"/>
            <a:ext cx="1828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81600" y="6096000"/>
            <a:ext cx="1981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6096000"/>
            <a:ext cx="1981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7391400" y="7200900"/>
            <a:ext cx="182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0" y="914400"/>
            <a:ext cx="7467600" cy="2590800"/>
          </a:xfrm>
          <a:prstGeom prst="roundRect">
            <a:avLst>
              <a:gd name="adj" fmla="val 10294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0" y="1257300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65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287000" y="2552700"/>
            <a:ext cx="6705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Mệnh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Khai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906000" y="3733800"/>
            <a:ext cx="7467600" cy="2590800"/>
          </a:xfrm>
          <a:prstGeom prst="roundRect">
            <a:avLst>
              <a:gd name="adj" fmla="val 10294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0287000" y="4076700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2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906000" y="6553200"/>
            <a:ext cx="7467600" cy="2590800"/>
          </a:xfrm>
          <a:prstGeom prst="roundRect">
            <a:avLst>
              <a:gd name="adj" fmla="val 10294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287000" y="6896100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6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287000" y="8191500"/>
            <a:ext cx="6705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400" dirty="0" spc="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4400" y="6191250"/>
            <a:ext cx="1981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3048000" y="6191250"/>
            <a:ext cx="1981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700" dirty="0"/>
          </a:p>
        </p:txBody>
      </p:sp>
      <p:sp>
        <p:nvSpPr>
          <p:cNvPr id="23" name="Text 21"/>
          <p:cNvSpPr/>
          <p:nvPr/>
        </p:nvSpPr>
        <p:spPr>
          <a:xfrm>
            <a:off x="5181600" y="6191250"/>
            <a:ext cx="1981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700" dirty="0"/>
          </a:p>
        </p:txBody>
      </p:sp>
      <p:sp>
        <p:nvSpPr>
          <p:cNvPr id="24" name="Text 22"/>
          <p:cNvSpPr/>
          <p:nvPr/>
        </p:nvSpPr>
        <p:spPr>
          <a:xfrm>
            <a:off x="7315200" y="6191250"/>
            <a:ext cx="1981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700" dirty="0"/>
          </a:p>
        </p:txBody>
      </p:sp>
      <p:sp>
        <p:nvSpPr>
          <p:cNvPr id="25" name="Text 23"/>
          <p:cNvSpPr/>
          <p:nvPr/>
        </p:nvSpPr>
        <p:spPr>
          <a:xfrm>
            <a:off x="10287000" y="1885950"/>
            <a:ext cx="670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28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285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0287000" y="4705350"/>
            <a:ext cx="670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28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</a:t>
            </a:r>
            <a:r>
              <a:rPr lang="en-US" sz="285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2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0287000" y="7524750"/>
            <a:ext cx="670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28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28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285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5257800" y="7200900"/>
            <a:ext cx="18288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287000" y="5372100"/>
            <a:ext cx="67056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4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 cạnh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 spc="-5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2c45b9d5-c341-4e04-89f9-f5832f9e3b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810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lập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nghĩ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7810500" cy="3048000"/>
          </a:xfrm>
          <a:prstGeom prst="roundRect">
            <a:avLst>
              <a:gd name="adj" fmla="val 875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0198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0" y="129540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0" y="1809750"/>
            <a:ext cx="7467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0" y="2324100"/>
            <a:ext cx="238125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Mệnh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068175" y="2324100"/>
            <a:ext cx="238125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4611350" y="2324100"/>
            <a:ext cx="238125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0" y="3905250"/>
            <a:ext cx="7467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250" b="1" dirty="0" spc="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25000" y="4419600"/>
            <a:ext cx="2381250" cy="11430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068175" y="4419600"/>
            <a:ext cx="2381250" cy="11430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 khía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611350" y="4419600"/>
            <a:ext cx="2381250" cy="11430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0" y="6000750"/>
            <a:ext cx="7467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25000" y="6515100"/>
            <a:ext cx="3657600" cy="11430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25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335000" y="6515100"/>
            <a:ext cx="3657600" cy="11430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250" dirty="0"/>
          </a:p>
        </p:txBody>
      </p:sp>
      <p:sp>
        <p:nvSpPr>
          <p:cNvPr id="20" name="Connector line-1792338663486-193899979"/>
          <p:cNvSpPr/>
          <p:nvPr/>
        </p:nvSpPr>
        <p:spPr>
          <a:xfrm>
            <a:off x="9525000" y="80010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525000" y="81915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3" name="Text richtext-1792338832474-118918303"/>
          <p:cNvSpPr/>
          <p:nvPr/>
        </p:nvSpPr>
        <p:spPr>
          <a:xfrm>
            <a:off x="1295400" y="6515100"/>
            <a:ext cx="70485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tám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b4c87f10-cf0f-4d56-a9a8-64c836d73c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spc="16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mô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69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Bước,</a:t>
            </a:r>
            <a:r>
              <a:rPr lang="en-US" sz="33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3300" b="1" dirty="0" spc="-2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Mệnh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57550" y="581025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410200" y="581025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 (FP)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85800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1247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3438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95400" y="75819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Lisp,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C++,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lối.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525000" y="12954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982980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0668000" y="15240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Mệnh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4478000" y="16002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imperative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668000" y="22098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668000" y="31051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195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(procedural)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525000" y="37719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31" name="Text 29"/>
          <p:cNvSpPr/>
          <p:nvPr/>
        </p:nvSpPr>
        <p:spPr>
          <a:xfrm>
            <a:off x="9829800" y="4000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0668000" y="4000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Khai báo</a:t>
            </a:r>
            <a:endParaRPr lang="en-US" sz="3150" dirty="0"/>
          </a:p>
        </p:txBody>
      </p:sp>
      <p:sp>
        <p:nvSpPr>
          <p:cNvPr id="33" name="Text 31"/>
          <p:cNvSpPr/>
          <p:nvPr/>
        </p:nvSpPr>
        <p:spPr>
          <a:xfrm>
            <a:off x="14478000" y="40767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declarative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668000" y="46863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tự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cách giải.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668000" y="55816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19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525000" y="62484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37" name="Text 35"/>
          <p:cNvSpPr/>
          <p:nvPr/>
        </p:nvSpPr>
        <p:spPr>
          <a:xfrm>
            <a:off x="9829800" y="6477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0668000" y="64770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endParaRPr lang="en-US" sz="3150" dirty="0"/>
          </a:p>
        </p:txBody>
      </p:sp>
      <p:sp>
        <p:nvSpPr>
          <p:cNvPr id="39" name="Text 37"/>
          <p:cNvSpPr/>
          <p:nvPr/>
        </p:nvSpPr>
        <p:spPr>
          <a:xfrm>
            <a:off x="14478000" y="65532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functional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0668000" y="71628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hàm: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4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0668000" y="80581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nêu:</a:t>
            </a:r>
            <a:r>
              <a:rPr lang="en-US" sz="19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ML,</a:t>
            </a:r>
            <a:r>
              <a:rPr lang="en-US" sz="195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Haskell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ba279bbb-62b4-4d30-8116-68fcae8c24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1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1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3810000"/>
            <a:ext cx="781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OOP</a:t>
            </a:r>
            <a:r>
              <a:rPr lang="en-US" sz="3300" b="1" dirty="0" spc="-3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2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AOP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 ngang.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581025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924300" y="581025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 khía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85800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1247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5819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AspectJ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 cạnh.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129540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(OOP)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0" y="1752600"/>
            <a:ext cx="7467600" cy="2438400"/>
          </a:xfrm>
          <a:prstGeom prst="roundRect">
            <a:avLst>
              <a:gd name="adj" fmla="val 9375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19431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30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3000" dirty="0"/>
          </a:p>
        </p:txBody>
      </p:sp>
      <p:sp>
        <p:nvSpPr>
          <p:cNvPr id="14" name="Connector line-1792339091554-998061018"/>
          <p:cNvSpPr/>
          <p:nvPr/>
        </p:nvSpPr>
        <p:spPr>
          <a:xfrm>
            <a:off x="9525000" y="44386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0" y="462915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1800" b="1" spc="21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1800" b="1" spc="21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(AOP)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0" y="5086350"/>
            <a:ext cx="2286000" cy="571500"/>
          </a:xfrm>
          <a:prstGeom prst="roundRect">
            <a:avLst>
              <a:gd name="adj" fmla="val 2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115800" y="5086350"/>
            <a:ext cx="2286000" cy="571500"/>
          </a:xfrm>
          <a:prstGeom prst="roundRect">
            <a:avLst>
              <a:gd name="adj" fmla="val 2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706600" y="5086350"/>
            <a:ext cx="2286000" cy="571500"/>
          </a:xfrm>
          <a:prstGeom prst="roundRect">
            <a:avLst>
              <a:gd name="adj" fmla="val 2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25000" y="5772150"/>
            <a:ext cx="2286000" cy="209550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15800" y="5772150"/>
            <a:ext cx="2286000" cy="209550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</p:sp>
      <p:sp>
        <p:nvSpPr>
          <p:cNvPr id="21" name="Shape 19"/>
          <p:cNvSpPr/>
          <p:nvPr/>
        </p:nvSpPr>
        <p:spPr>
          <a:xfrm>
            <a:off x="14706600" y="5772150"/>
            <a:ext cx="2286000" cy="209550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0" y="6381750"/>
            <a:ext cx="7467600" cy="876300"/>
          </a:xfrm>
          <a:prstGeom prst="roundRect">
            <a:avLst>
              <a:gd name="adj" fmla="val 17391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Mối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525000" y="80962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195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4400" y="1333500"/>
            <a:ext cx="7810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6900" dirty="0"/>
          </a:p>
          <a:p>
            <a:pPr algn="l" indent="0" marL="0">
              <a:buNone/>
            </a:pPr>
            <a:r>
              <a:rPr lang="en-US" sz="69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khía cạnh</a:t>
            </a:r>
            <a:endParaRPr lang="en-US" sz="6900" dirty="0"/>
          </a:p>
        </p:txBody>
      </p:sp>
      <p:sp>
        <p:nvSpPr>
          <p:cNvPr id="36" name="Text 34"/>
          <p:cNvSpPr/>
          <p:nvPr/>
        </p:nvSpPr>
        <p:spPr>
          <a:xfrm>
            <a:off x="9829800" y="2628900"/>
            <a:ext cx="3314700" cy="1333500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(dữ liệu)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3373100" y="2628900"/>
            <a:ext cx="3314700" cy="1333500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2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(hành vi)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f4689590-c572-4262-8b62-cece57c8ae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1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1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endParaRPr lang="en-US" sz="6900" dirty="0"/>
          </a:p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9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33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</a:t>
            </a:r>
            <a:r>
              <a:rPr lang="en-US" sz="33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(generic)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 phần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lớp.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067050" y="581025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410200" y="5810250"/>
            <a:ext cx="29527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85800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1247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400" y="75819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3438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0" y="1295400"/>
            <a:ext cx="7467600" cy="1714500"/>
          </a:xfrm>
          <a:prstGeom prst="roundRect">
            <a:avLst>
              <a:gd name="adj" fmla="val 13333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1562100"/>
            <a:ext cx="7467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3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(List)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525000" y="2266950"/>
            <a:ext cx="7467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</a:t>
            </a:r>
            <a:endParaRPr lang="en-US" sz="2700" dirty="0"/>
          </a:p>
        </p:txBody>
      </p:sp>
      <p:sp>
        <p:nvSpPr>
          <p:cNvPr id="16" name="Connector line-1792339136556-543546675"/>
          <p:cNvSpPr/>
          <p:nvPr/>
        </p:nvSpPr>
        <p:spPr>
          <a:xfrm>
            <a:off x="10668000" y="3048000"/>
            <a:ext cx="0" cy="11049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39136557-789959099"/>
          <p:cNvSpPr/>
          <p:nvPr/>
        </p:nvSpPr>
        <p:spPr>
          <a:xfrm>
            <a:off x="13258800" y="3048000"/>
            <a:ext cx="0" cy="11049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9136557-105035109"/>
          <p:cNvSpPr/>
          <p:nvPr/>
        </p:nvSpPr>
        <p:spPr>
          <a:xfrm>
            <a:off x="15849600" y="3048000"/>
            <a:ext cx="0" cy="11049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525000" y="422910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115800" y="422910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706600" y="422910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525000" y="5353050"/>
            <a:ext cx="7467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kiểu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E</a:t>
            </a:r>
            <a:endParaRPr lang="en-US" sz="2100" dirty="0"/>
          </a:p>
        </p:txBody>
      </p:sp>
      <p:sp>
        <p:nvSpPr>
          <p:cNvPr id="23" name="Connector line-1792339136567-695758959"/>
          <p:cNvSpPr/>
          <p:nvPr/>
        </p:nvSpPr>
        <p:spPr>
          <a:xfrm>
            <a:off x="9525000" y="6057900"/>
            <a:ext cx="7467600" cy="0"/>
          </a:xfrm>
          <a:prstGeom prst="line">
            <a:avLst/>
          </a:prstGeom>
          <a:noFill/>
          <a:ln w="19050">
            <a:solidFill>
              <a:srgbClr val="343849"/>
            </a:solidFill>
            <a:prstDash val="lgDash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525000" y="628650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1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0" y="6724650"/>
            <a:ext cx="2286000" cy="723900"/>
          </a:xfrm>
          <a:prstGeom prst="roundRect">
            <a:avLst>
              <a:gd name="adj" fmla="val 2368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2115800" y="6724650"/>
            <a:ext cx="2286000" cy="723900"/>
          </a:xfrm>
          <a:prstGeom prst="roundRect">
            <a:avLst>
              <a:gd name="adj" fmla="val 2368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4706600" y="6724650"/>
            <a:ext cx="2286000" cy="723900"/>
          </a:xfrm>
          <a:prstGeom prst="roundRect">
            <a:avLst>
              <a:gd name="adj" fmla="val 2368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25000" y="7620000"/>
            <a:ext cx="3657600" cy="723900"/>
          </a:xfrm>
          <a:prstGeom prst="roundRect">
            <a:avLst>
              <a:gd name="adj" fmla="val 2368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3335000" y="7620000"/>
            <a:ext cx="3657600" cy="723900"/>
          </a:xfrm>
          <a:prstGeom prst="roundRect">
            <a:avLst>
              <a:gd name="adj" fmla="val 2368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79e1e551-c31e-4b37-8347-90dc541661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b="1" spc="17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1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endParaRPr lang="en-US" sz="6900" dirty="0"/>
          </a:p>
          <a:p>
            <a:pPr algn="l" indent="0" marL="0">
              <a:buNone/>
            </a:pPr>
            <a:r>
              <a:rPr lang="en-US" sz="69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33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3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b="1" dirty="0" spc="-3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3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ứng: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đến.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thời: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2095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25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162300" y="581025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85800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1247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5819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Reactive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Streams,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29540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1800" b="1" spc="2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VÍ</a:t>
            </a: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REACTIVE</a:t>
            </a:r>
            <a:r>
              <a:rPr lang="en-US" sz="1800" b="1" spc="2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STREAMS</a:t>
            </a:r>
            <a:endParaRPr lang="en-US" sz="1800" dirty="0"/>
          </a:p>
        </p:txBody>
      </p:sp>
      <p:sp>
        <p:nvSpPr>
          <p:cNvPr id="13" name="Connector line-1792339174117-622935331"/>
          <p:cNvSpPr/>
          <p:nvPr/>
        </p:nvSpPr>
        <p:spPr>
          <a:xfrm>
            <a:off x="9525000" y="2486025"/>
            <a:ext cx="45529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734550" y="2219325"/>
            <a:ext cx="533400" cy="5334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91800" y="2219325"/>
            <a:ext cx="533400" cy="5334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49050" y="2219325"/>
            <a:ext cx="533400" cy="5334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06300" y="2219325"/>
            <a:ext cx="533400" cy="5334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0" y="2971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92250" y="1771650"/>
            <a:ext cx="2800350" cy="14287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250" dirty="0"/>
          </a:p>
        </p:txBody>
      </p:sp>
      <p:sp>
        <p:nvSpPr>
          <p:cNvPr id="20" name="Connector line-1792339174122-203865344"/>
          <p:cNvSpPr/>
          <p:nvPr/>
        </p:nvSpPr>
        <p:spPr>
          <a:xfrm>
            <a:off x="9525000" y="38100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525000" y="403860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1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b="1" spc="1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0" y="4533900"/>
            <a:ext cx="1619250" cy="666750"/>
          </a:xfrm>
          <a:prstGeom prst="roundRect">
            <a:avLst>
              <a:gd name="adj" fmla="val 22857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0" y="5391150"/>
            <a:ext cx="1619250" cy="666750"/>
          </a:xfrm>
          <a:prstGeom prst="roundRect">
            <a:avLst>
              <a:gd name="adj" fmla="val 22857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25000" y="6248400"/>
            <a:ext cx="1619250" cy="666750"/>
          </a:xfrm>
          <a:prstGeom prst="roundRect">
            <a:avLst>
              <a:gd name="adj" fmla="val 22857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334750" y="4533900"/>
            <a:ext cx="5657850" cy="666750"/>
          </a:xfrm>
          <a:prstGeom prst="roundRect">
            <a:avLst>
              <a:gd name="adj" fmla="val 22857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334750" y="5391150"/>
            <a:ext cx="5657850" cy="666750"/>
          </a:xfrm>
          <a:prstGeom prst="roundRect">
            <a:avLst>
              <a:gd name="adj" fmla="val 22857"/>
            </a:avLst>
          </a:prstGeom>
          <a:solidFill>
            <a:srgbClr val="E8E0C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334750" y="6248400"/>
            <a:ext cx="5657850" cy="666750"/>
          </a:xfrm>
          <a:prstGeom prst="roundRect">
            <a:avLst>
              <a:gd name="adj" fmla="val 22857"/>
            </a:avLst>
          </a:prstGeom>
          <a:solidFill>
            <a:srgbClr val="E8E0C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525250" y="4629150"/>
            <a:ext cx="3429000" cy="476250"/>
          </a:xfrm>
          <a:prstGeom prst="roundRect">
            <a:avLst>
              <a:gd name="adj" fmla="val 24000"/>
            </a:avLst>
          </a:prstGeom>
          <a:solidFill>
            <a:srgbClr val="0F766E"/>
          </a:solidFill>
          <a:ln/>
        </p:spPr>
      </p:sp>
      <p:sp>
        <p:nvSpPr>
          <p:cNvPr id="29" name="Shape 27"/>
          <p:cNvSpPr/>
          <p:nvPr/>
        </p:nvSpPr>
        <p:spPr>
          <a:xfrm>
            <a:off x="12668250" y="5486400"/>
            <a:ext cx="4000500" cy="476250"/>
          </a:xfrm>
          <a:prstGeom prst="roundRect">
            <a:avLst>
              <a:gd name="adj" fmla="val 24000"/>
            </a:avLst>
          </a:prstGeom>
          <a:solidFill>
            <a:srgbClr val="0F766E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0" y="6343650"/>
            <a:ext cx="2857500" cy="476250"/>
          </a:xfrm>
          <a:prstGeom prst="roundRect">
            <a:avLst>
              <a:gd name="adj" fmla="val 24000"/>
            </a:avLst>
          </a:prstGeom>
          <a:solidFill>
            <a:srgbClr val="0F766E"/>
          </a:solidFill>
          <a:ln/>
        </p:spPr>
      </p:sp>
      <p:sp>
        <p:nvSpPr>
          <p:cNvPr id="31" name="Connector line-1792339174131-299758385"/>
          <p:cNvSpPr/>
          <p:nvPr/>
        </p:nvSpPr>
        <p:spPr>
          <a:xfrm>
            <a:off x="13811250" y="4400550"/>
            <a:ext cx="0" cy="2647950"/>
          </a:xfrm>
          <a:prstGeom prst="line">
            <a:avLst/>
          </a:prstGeom>
          <a:noFill/>
          <a:ln w="28575">
            <a:solidFill>
              <a:srgbClr val="14161C"/>
            </a:solidFill>
            <a:prstDash val="dash"/>
            <a:headEnd type="none"/>
            <a:tailEnd type="none"/>
          </a:ln>
        </p:spPr>
      </p:sp>
      <p:sp>
        <p:nvSpPr>
          <p:cNvPr id="32" name="Connector line-1792339174131-504360950"/>
          <p:cNvSpPr/>
          <p:nvPr/>
        </p:nvSpPr>
        <p:spPr>
          <a:xfrm>
            <a:off x="11334750" y="7219950"/>
            <a:ext cx="56578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3" name="Text 31"/>
          <p:cNvSpPr/>
          <p:nvPr/>
        </p:nvSpPr>
        <p:spPr>
          <a:xfrm>
            <a:off x="11334750" y="7353300"/>
            <a:ext cx="5657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25000" y="80772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57a8d48a-b685-486e-bb03-1d6229f597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6900" dirty="0"/>
          </a:p>
          <a:p>
            <a:pPr algn="l" indent="0" marL="0">
              <a:buNone/>
            </a:pP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</a:t>
            </a:r>
            <a:r>
              <a:rPr lang="en-US" sz="3300" b="1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MDN,</a:t>
            </a:r>
            <a:r>
              <a:rPr lang="en-US" sz="3300" b="1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Spring, JDK,</a:t>
            </a:r>
            <a:r>
              <a:rPr lang="en-US" sz="3300" b="1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2381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448050" y="5810250"/>
            <a:ext cx="23812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981700" y="5810250"/>
            <a:ext cx="238125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85800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1247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400" y="75819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3438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0" y="1295400"/>
            <a:ext cx="3619500" cy="34290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15621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91700" y="2152650"/>
            <a:ext cx="3086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2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lối</a:t>
            </a: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 trình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791700" y="3162300"/>
            <a:ext cx="3086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Thủ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tục,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tượng,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hàm.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373100" y="1295400"/>
            <a:ext cx="3619500" cy="34290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3639800" y="15621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JDK</a:t>
            </a:r>
            <a:r>
              <a:rPr lang="en-US" sz="1650" b="1" spc="15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FLOW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639800" y="2152650"/>
            <a:ext cx="3086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2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 ứng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639800" y="3162300"/>
            <a:ext cx="3086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(Publisher)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(Subscriber)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thụ.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25000" y="4953000"/>
            <a:ext cx="3619500" cy="34290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2197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JDK</a:t>
            </a:r>
            <a:r>
              <a:rPr lang="en-US" sz="1650" b="1" spc="15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4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791700" y="5810250"/>
            <a:ext cx="3086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Tham</a:t>
            </a: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2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2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791700" y="6819900"/>
            <a:ext cx="3086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 như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373100" y="4953000"/>
            <a:ext cx="3619500" cy="34290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13639800" y="5219700"/>
            <a:ext cx="2381250" cy="419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3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EFFECTIVE</a:t>
            </a:r>
            <a:r>
              <a:rPr lang="en-US" sz="165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639800" y="5810250"/>
            <a:ext cx="3086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2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2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2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 song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3639800" y="6819900"/>
            <a:ext cx="3086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89438841-671a-4f3f-bed6-67585d5222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900" dirty="0"/>
          </a:p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30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3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3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32385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Pha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305300" y="5810250"/>
            <a:ext cx="314325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85800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1247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5819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0" y="129540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152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591800" y="15240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loại</a:t>
            </a: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829800" y="2247900"/>
            <a:ext cx="685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pha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0" y="3333750"/>
            <a:ext cx="7467600" cy="2952750"/>
          </a:xfrm>
          <a:prstGeom prst="roundRect">
            <a:avLst>
              <a:gd name="adj" fmla="val 7742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35623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591800" y="35623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30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 song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829800" y="4305300"/>
            <a:ext cx="3314700" cy="1676400"/>
          </a:xfrm>
          <a:prstGeom prst="roundRect">
            <a:avLst>
              <a:gd name="adj" fmla="val 10227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44386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180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0" y="47625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concurrent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0" y="5162550"/>
            <a:ext cx="285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373100" y="4305300"/>
            <a:ext cx="3314700" cy="1676400"/>
          </a:xfrm>
          <a:prstGeom prst="roundRect">
            <a:avLst>
              <a:gd name="adj" fmla="val 10227"/>
            </a:avLst>
          </a:prstGeom>
          <a:solidFill>
            <a:srgbClr val="FBF8F2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01700" y="44386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5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1800" b="1" spc="15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601700" y="47625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parallel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601700" y="5162550"/>
            <a:ext cx="285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19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525000" y="651510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E8E0CF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67437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591800" y="67437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bài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829800" y="7467600"/>
            <a:ext cx="685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fdf16c5f-7185-4171-9f4b-c90a66a7a0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endParaRPr lang="en-US" sz="6900" dirty="0"/>
          </a:p>
          <a:p>
            <a:pPr algn="l" indent="0" marL="0">
              <a:buNone/>
            </a:pP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905250"/>
            <a:ext cx="7810500" cy="4857750"/>
          </a:xfrm>
          <a:prstGeom prst="roundRect">
            <a:avLst>
              <a:gd name="adj" fmla="val 549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1719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57200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nào;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tự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lấy.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lối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7" name="Connector line-1792339393432-729777193"/>
          <p:cNvSpPr/>
          <p:nvPr/>
        </p:nvSpPr>
        <p:spPr>
          <a:xfrm>
            <a:off x="1295400" y="6153150"/>
            <a:ext cx="7048500" cy="0"/>
          </a:xfrm>
          <a:prstGeom prst="line">
            <a:avLst/>
          </a:prstGeom>
          <a:noFill/>
          <a:ln w="19050">
            <a:solidFill>
              <a:srgbClr val="343849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63817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6781800"/>
            <a:ext cx="7048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Lối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 chỉ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ra?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95400" y="79819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 ý: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Cách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3438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0" y="12954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744200" y="1524000"/>
            <a:ext cx="590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800" b="1" spc="13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44200" y="1885950"/>
            <a:ext cx="5905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Lối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3900" dirty="0"/>
          </a:p>
        </p:txBody>
      </p:sp>
      <p:sp>
        <p:nvSpPr>
          <p:cNvPr id="16" name="Shape 14"/>
          <p:cNvSpPr/>
          <p:nvPr/>
        </p:nvSpPr>
        <p:spPr>
          <a:xfrm>
            <a:off x="9525000" y="37719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4000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744200" y="4000500"/>
            <a:ext cx="590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800" b="1" spc="13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44200" y="4362450"/>
            <a:ext cx="5905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Lối</a:t>
            </a:r>
            <a:r>
              <a:rPr lang="en-US" sz="3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3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(FP)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0744200" y="5143500"/>
            <a:ext cx="590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25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0" y="62484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6477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744200" y="6477000"/>
            <a:ext cx="590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180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44200" y="6838950"/>
            <a:ext cx="5905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3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390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744200" y="2667000"/>
            <a:ext cx="590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 bài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giải.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0744200" y="7620000"/>
            <a:ext cx="590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nhóm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6962dded-6c0c-4760-9886-a0c9968507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578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4495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FP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295400" y="44958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Functional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15100" y="2857500"/>
            <a:ext cx="52578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6896100" y="3086100"/>
            <a:ext cx="4495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OOP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6896100" y="44958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Object-Oriented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115800" y="2857500"/>
            <a:ext cx="52578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0" y="3086100"/>
            <a:ext cx="4495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10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AOP</a:t>
            </a:r>
            <a:endParaRPr lang="en-US" sz="8250" dirty="0"/>
          </a:p>
        </p:txBody>
      </p:sp>
      <p:sp>
        <p:nvSpPr>
          <p:cNvPr id="12" name="Text 10"/>
          <p:cNvSpPr/>
          <p:nvPr/>
        </p:nvSpPr>
        <p:spPr>
          <a:xfrm>
            <a:off x="12496800" y="44958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Aspect-Oriented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6400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6838950"/>
            <a:ext cx="394335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69532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81100" y="735330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86350" y="6838950"/>
            <a:ext cx="394335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5353050" y="69532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353050" y="735330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58300" y="6838950"/>
            <a:ext cx="394335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0" y="69532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OpenJDK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525000" y="735330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Flow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30250" y="6838950"/>
            <a:ext cx="394335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696950" y="69532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3696950" y="735330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Effective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80581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thêm: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MDN,</a:t>
            </a:r>
            <a:r>
              <a:rPr lang="en-US" sz="19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Spring</a:t>
            </a:r>
            <a:r>
              <a:rPr lang="en-US" sz="19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AOP,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AspectJ,</a:t>
            </a:r>
            <a:r>
              <a:rPr lang="en-US" sz="19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Reactive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Streams.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ML: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Language,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SQL: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Structured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JDK:</a:t>
            </a:r>
            <a:r>
              <a:rPr lang="en-US" sz="19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19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Kit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MDN: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Mozilla</a:t>
            </a:r>
            <a:r>
              <a:rPr lang="en-US" sz="19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295400" y="4953000"/>
            <a:ext cx="4495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hàm: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6896100" y="4953000"/>
            <a:ext cx="4495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tượng: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2496800" y="4953000"/>
            <a:ext cx="4495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cạnh: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1b5a46bf-d874-4fd4-8c59-530b79067e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2026-10-19T15:59:51Z</dcterms:created>
  <dcterms:modified xsi:type="dcterms:W3CDTF">2026-10-19T15:59:51Z</dcterms:modified>
</cp:coreProperties>
</file>