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  <p:embeddedFont>
      <p:font typeface="Bricolage Grotesque"/>
      <p:bold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0096500" cy="4572000"/>
          </a:xfrm>
          <a:prstGeom prst="rect">
            <a:avLst/>
          </a:prstGeom>
          <a:noFill/>
          <a:ln/>
        </p:spPr>
        <p:txBody>
          <a:bodyPr wrap="square" lIns="0" tIns="50292" rIns="0" bIns="-50292" rtlCol="0" anchor="t"/>
          <a:lstStyle/>
          <a:p>
            <a:pPr algn="l" indent="0" marL="0">
              <a:lnSpc>
                <a:spcPts val="7128"/>
              </a:lnSpc>
              <a:buNone/>
            </a:pPr>
            <a:r>
              <a:rPr lang="en-US" sz="6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Quản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66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6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 bằng</a:t>
            </a: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mã: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cách</a:t>
            </a:r>
            <a:r>
              <a:rPr lang="en-US" sz="66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thật?</a:t>
            </a:r>
            <a:endParaRPr lang="en-US" sz="3000" dirty="0"/>
          </a:p>
        </p:txBody>
      </p:sp>
      <p:sp>
        <p:nvSpPr>
          <p:cNvPr id="5" name="Connector line-1792421637086-384265765"/>
          <p:cNvSpPr/>
          <p:nvPr/>
        </p:nvSpPr>
        <p:spPr>
          <a:xfrm>
            <a:off x="914400" y="7715250"/>
            <a:ext cx="95250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629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thái,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91850" y="4419600"/>
            <a:ext cx="1447800" cy="1447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Cấu</a:t>
            </a:r>
            <a:r>
              <a:rPr lang="en-US" sz="1950" b="1" dirty="0" spc="-2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 hình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335000" y="3429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335000" y="4781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335000" y="61341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endParaRPr lang="en-US" sz="2100" dirty="0"/>
          </a:p>
        </p:txBody>
      </p:sp>
      <p:sp>
        <p:nvSpPr>
          <p:cNvPr id="12" name="Connector line-1792421637106-540441985"/>
          <p:cNvSpPr/>
          <p:nvPr/>
        </p:nvSpPr>
        <p:spPr>
          <a:xfrm flipV="1">
            <a:off x="12439650" y="3790950"/>
            <a:ext cx="895350" cy="13525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3" name="Connector line-1792421637107-374997952"/>
          <p:cNvSpPr/>
          <p:nvPr/>
        </p:nvSpPr>
        <p:spPr>
          <a:xfrm>
            <a:off x="12439650" y="5143500"/>
            <a:ext cx="895350" cy="95"/>
          </a:xfrm>
          <a:custGeom>
            <a:avLst/>
            <a:gdLst/>
            <a:ahLst/>
            <a:cxnLst/>
            <a:rect l="l" t="t" r="r" b="b"/>
            <a:pathLst>
              <a:path w="895350" h="95">
                <a:moveTo>
                  <a:pt x="0" y="0"/>
                </a:moveTo>
                <a:lnTo>
                  <a:pt x="447675" y="0"/>
                </a:lnTo>
                <a:lnTo>
                  <a:pt x="447675" y="0"/>
                </a:lnTo>
                <a:lnTo>
                  <a:pt x="895350" y="0"/>
                </a:lnTo>
              </a:path>
            </a:pathLst>
          </a:custGeom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4" name="Connector line-1792421637107-943665759"/>
          <p:cNvSpPr/>
          <p:nvPr/>
        </p:nvSpPr>
        <p:spPr>
          <a:xfrm>
            <a:off x="12439650" y="5143500"/>
            <a:ext cx="895350" cy="13525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9a3f4882-7351-4741-bc1d-f7d8fe75a4b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BỐI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2857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trạng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28750" y="5905500"/>
            <a:ext cx="1571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34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450" b="1" dirty="0" spc="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4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34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3450" b="1" dirty="0" spc="-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34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45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mong</a:t>
            </a:r>
            <a:r>
              <a:rPr lang="en-US" sz="34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muốn.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3c5823a3-934a-470e-a568-b59bf0e866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1800" b="1" spc="20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800" b="1" spc="28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3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3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E6C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858000" y="314325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E6C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Puppet,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Chef,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Ansible cũng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0" y="314325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E6C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endParaRPr lang="en-US" sz="2700" dirty="0"/>
          </a:p>
        </p:txBody>
      </p:sp>
      <p:sp>
        <p:nvSpPr>
          <p:cNvPr id="7" name="Connector line-1792424117040-186862791"/>
          <p:cNvSpPr/>
          <p:nvPr/>
        </p:nvSpPr>
        <p:spPr>
          <a:xfrm>
            <a:off x="5486400" y="4048125"/>
            <a:ext cx="13716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424117041-978296236"/>
          <p:cNvSpPr/>
          <p:nvPr/>
        </p:nvSpPr>
        <p:spPr>
          <a:xfrm>
            <a:off x="11430000" y="4048125"/>
            <a:ext cx="13716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14400" y="59055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5905500"/>
            <a:ext cx="15621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Phạm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vi: cấu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7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 mềm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03/08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79fd637-42bf-40b4-abb6-a5bbae3b95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1800" b="1" spc="26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</a:t>
            </a:r>
            <a:r>
              <a:rPr lang="en-US" sz="63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báo,</a:t>
            </a:r>
            <a:r>
              <a:rPr lang="en-US" sz="63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3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cụ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richtext-1792424127415-529772245"/>
          <p:cNvSpPr/>
          <p:nvPr/>
        </p:nvSpPr>
        <p:spPr>
          <a:xfrm>
            <a:off x="1295400" y="3524250"/>
            <a:ext cx="723900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27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cấu</a:t>
            </a:r>
            <a:r>
              <a:rPr lang="en-US" sz="27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dirty="0" spc="-8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sẵn.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Puppet,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Chef,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Ansible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372600" y="3238500"/>
            <a:ext cx="8001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richtext-1792424127427-406704502"/>
          <p:cNvSpPr/>
          <p:nvPr/>
        </p:nvSpPr>
        <p:spPr>
          <a:xfrm>
            <a:off x="9753600" y="3524250"/>
            <a:ext cx="723900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 tầng</a:t>
            </a:r>
            <a:r>
              <a:rPr lang="en-US" sz="27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dirty="0" spc="-1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muốn.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dirty="0" spc="-8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 bản,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11bc0c1-44db-487c-ac67-2fc5f820d6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HẠ</a:t>
            </a:r>
            <a:r>
              <a:rPr lang="en-US" sz="1800" b="1" spc="26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180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3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3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3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3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162300"/>
            <a:ext cx="914400" cy="9144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5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235" dirty="0"/>
          </a:p>
        </p:txBody>
      </p:sp>
      <p:sp>
        <p:nvSpPr>
          <p:cNvPr id="6" name="Text 4"/>
          <p:cNvSpPr/>
          <p:nvPr/>
        </p:nvSpPr>
        <p:spPr>
          <a:xfrm>
            <a:off x="2476500" y="304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So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sánh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mong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muốn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591050"/>
            <a:ext cx="914400" cy="9144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5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235" dirty="0"/>
          </a:p>
        </p:txBody>
      </p:sp>
      <p:sp>
        <p:nvSpPr>
          <p:cNvPr id="9" name="Text 7"/>
          <p:cNvSpPr/>
          <p:nvPr/>
        </p:nvSpPr>
        <p:spPr>
          <a:xfrm>
            <a:off x="2476500" y="447675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Lập</a:t>
            </a:r>
            <a:r>
              <a:rPr lang="en-US" sz="3000" dirty="0" spc="-4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hoạch: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liệt</a:t>
            </a:r>
            <a:r>
              <a:rPr lang="en-US" sz="3000" dirty="0" spc="-4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kê</a:t>
            </a:r>
            <a:r>
              <a:rPr lang="en-US" sz="30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30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6019800"/>
            <a:ext cx="914400" cy="9144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5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235" dirty="0"/>
          </a:p>
        </p:txBody>
      </p:sp>
      <p:sp>
        <p:nvSpPr>
          <p:cNvPr id="12" name="Text 10"/>
          <p:cNvSpPr/>
          <p:nvPr/>
        </p:nvSpPr>
        <p:spPr>
          <a:xfrm>
            <a:off x="2476500" y="59055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Áp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</a:t>
            </a:r>
            <a:r>
              <a:rPr lang="en-US" sz="3000" dirty="0" spc="-4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hoạch.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14400" y="73342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/>
        </p:spPr>
      </p:sp>
      <p:sp>
        <p:nvSpPr>
          <p:cNvPr id="14" name="Text 12"/>
          <p:cNvSpPr/>
          <p:nvPr/>
        </p:nvSpPr>
        <p:spPr>
          <a:xfrm>
            <a:off x="1238250" y="7448550"/>
            <a:ext cx="914400" cy="9144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5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235" dirty="0"/>
          </a:p>
        </p:txBody>
      </p:sp>
      <p:sp>
        <p:nvSpPr>
          <p:cNvPr id="15" name="Text 13"/>
          <p:cNvSpPr/>
          <p:nvPr/>
        </p:nvSpPr>
        <p:spPr>
          <a:xfrm>
            <a:off x="2476500" y="733425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Chạy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lại: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30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30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f4daee6b-5a79-43c4-8515-2d6b17c57e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THỬ:</a:t>
            </a:r>
            <a:r>
              <a:rPr lang="en-US" sz="1800" b="1" spc="26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800" b="1" spc="28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9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63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3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áp dụng.</a:t>
            </a:r>
            <a:endParaRPr lang="en-US" sz="6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14325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15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Bước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51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</a:t>
                      </a:r>
                      <a:r>
                        <a:rPr lang="en-US" sz="2850" b="1" dirty="0" spc="3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So</a:t>
                      </a:r>
                      <a:r>
                        <a:rPr lang="en-US" sz="2850" b="1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sánh,</a:t>
                      </a:r>
                      <a:r>
                        <a:rPr lang="en-US" sz="2850" b="1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850" b="1" dirty="0" spc="-3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</a:t>
                      </a:r>
                      <a:r>
                        <a:rPr lang="en-US" sz="2850" b="1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hoạch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</a:t>
                      </a:r>
                      <a:r>
                        <a:rPr lang="en-US" sz="2850" dirty="0" spc="-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850" dirty="0" spc="1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đổi:</a:t>
                      </a:r>
                      <a:r>
                        <a:rPr lang="en-US" sz="2850" dirty="0" spc="14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850" dirty="0" spc="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8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cổng,</a:t>
                      </a:r>
                      <a:r>
                        <a:rPr lang="en-US" sz="2850" dirty="0" spc="-2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xóa</a:t>
                      </a:r>
                      <a:r>
                        <a:rPr lang="en-US" sz="2850" dirty="0" spc="-1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850" dirty="0" spc="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4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Áp</a:t>
                      </a:r>
                      <a:r>
                        <a:rPr lang="en-US" sz="2850" b="1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850" b="1" dirty="0" spc="-3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</a:t>
                      </a:r>
                      <a:r>
                        <a:rPr lang="en-US" sz="2850" b="1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hoạch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1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Thực</a:t>
                      </a:r>
                      <a:r>
                        <a:rPr lang="en-US" sz="2850" dirty="0" spc="-2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tế</a:t>
                      </a:r>
                      <a:r>
                        <a:rPr lang="en-US" sz="28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khớp</a:t>
                      </a:r>
                      <a:r>
                        <a:rPr lang="en-US" sz="28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khai</a:t>
                      </a:r>
                      <a:r>
                        <a:rPr lang="en-US" sz="28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4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Chạy</a:t>
                      </a:r>
                      <a:r>
                        <a:rPr lang="en-US" sz="2850" b="1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85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so</a:t>
                      </a:r>
                      <a:r>
                        <a:rPr lang="en-US" sz="2850" b="1" dirty="0" spc="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sánh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0</a:t>
                      </a:r>
                      <a:r>
                        <a:rPr lang="en-US" sz="2850" dirty="0" spc="-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850" dirty="0" spc="1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CFE8E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650" dirty="0"/>
          </a:p>
        </p:txBody>
      </p:sp>
      <p:sp>
        <p:nvSpPr>
          <p:cNvPr id="14" name="Shape 1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a5d2c41a-6243-419b-b4aa-923b623186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33350" cy="2286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905000"/>
            <a:ext cx="15716250" cy="2286000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6900"/>
              </a:lnSpc>
              <a:buNone/>
            </a:pPr>
            <a:r>
              <a:rPr lang="en-US" sz="60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60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</a:t>
            </a:r>
            <a:r>
              <a:rPr lang="en-US" sz="60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chữa</a:t>
            </a:r>
            <a:r>
              <a:rPr lang="en-US" sz="60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gấp,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tuần</a:t>
            </a: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0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lại?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5143500"/>
            <a:ext cx="164592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524500"/>
            <a:ext cx="15621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</a:t>
            </a:r>
            <a:r>
              <a:rPr lang="en-US" sz="435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4350" dirty="0" spc="-6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435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350" dirty="0" spc="-2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chữa.</a:t>
            </a:r>
            <a:endParaRPr lang="en-US" sz="4350" dirty="0"/>
          </a:p>
        </p:txBody>
      </p:sp>
      <p:sp>
        <p:nvSpPr>
          <p:cNvPr id="7" name="Text richtext-1792421650996-909693177"/>
          <p:cNvSpPr/>
          <p:nvPr/>
        </p:nvSpPr>
        <p:spPr>
          <a:xfrm>
            <a:off x="1333500" y="666750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thì</a:t>
            </a:r>
            <a:r>
              <a:rPr lang="en-US" sz="28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8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8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90b88123-8ce1-4de7-bee3-6e3af47708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800100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286000"/>
            <a:ext cx="7429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IaC</a:t>
            </a:r>
            <a:pPr algn="l" indent="0" marL="0">
              <a:buNone/>
            </a:pP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(Infrastructure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Code): hạ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3726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372600" y="228600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2860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372600" y="361950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715500" y="36195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Puppet: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372600" y="495300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495300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Ansible: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 niệm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b77ed9f-4d8e-40dd-bc23-593b639d89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2026-10-19T15:35:53Z</dcterms:created>
  <dcterms:modified xsi:type="dcterms:W3CDTF">2026-10-19T15:35:53Z</dcterms:modified>
</cp:coreProperties>
</file>