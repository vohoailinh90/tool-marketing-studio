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Connector line-1792387934886-838496794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dịch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vào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0" name="Connector line-1792387934905-371408038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7934905-536839215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6197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0e013a0-3cd8-4ab6-91db-73febc762c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phần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629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53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 ký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2344400" y="2762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68250" y="2762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5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629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3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44400" y="48577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68250" y="48577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lạc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5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6629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3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lường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344400" y="6953250"/>
            <a:ext cx="5029200" cy="1809750"/>
          </a:xfrm>
          <a:prstGeom prst="roundRect">
            <a:avLst>
              <a:gd name="adj" fmla="val 1263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68250" y="6953250"/>
            <a:ext cx="4381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Gom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87935862-68530768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7bf97b6-a643-4e08-a035-6e616b09e1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400" dirty="0" spc="-1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578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Sổ đăng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40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944600" y="28575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2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8" name="Connector line-1792387936749-548006495"/>
          <p:cNvSpPr/>
          <p:nvPr/>
        </p:nvSpPr>
        <p:spPr>
          <a:xfrm>
            <a:off x="43434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87936749-684152018"/>
          <p:cNvSpPr/>
          <p:nvPr/>
        </p:nvSpPr>
        <p:spPr>
          <a:xfrm>
            <a:off x="86868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87936749-596399871"/>
          <p:cNvSpPr/>
          <p:nvPr/>
        </p:nvSpPr>
        <p:spPr>
          <a:xfrm>
            <a:off x="13030200" y="3381375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2578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4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4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đệm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944600" y="5334000"/>
            <a:ext cx="3429000" cy="1047750"/>
          </a:xfrm>
          <a:prstGeom prst="roundRect">
            <a:avLst>
              <a:gd name="adj" fmla="val 21818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Hàng</a:t>
            </a:r>
            <a:r>
              <a:rPr lang="en-US" sz="24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400" dirty="0"/>
          </a:p>
        </p:txBody>
      </p:sp>
      <p:sp>
        <p:nvSpPr>
          <p:cNvPr id="14" name="Connector line-1792387936755-520251456"/>
          <p:cNvSpPr/>
          <p:nvPr/>
        </p:nvSpPr>
        <p:spPr>
          <a:xfrm>
            <a:off x="11315700" y="3905250"/>
            <a:ext cx="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87936755-352164279"/>
          <p:cNvSpPr/>
          <p:nvPr/>
        </p:nvSpPr>
        <p:spPr>
          <a:xfrm flipH="1">
            <a:off x="69723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87936755-335809057"/>
          <p:cNvSpPr/>
          <p:nvPr/>
        </p:nvSpPr>
        <p:spPr>
          <a:xfrm>
            <a:off x="11315700" y="3905250"/>
            <a:ext cx="4343400" cy="142875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nhìn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8" name="Connector line-1792387936760-4378469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71ed7d4-4633-4a02-b6d6-b0d774cb3b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</a:t>
            </a: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sổ đăng</a:t>
            </a:r>
            <a:r>
              <a:rPr lang="en-US" sz="22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8191500" y="27622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507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559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4812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04812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Hỏi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r>
              <a:rPr lang="en-US" sz="225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chủ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cấp</a:t>
            </a: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191500" y="404812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223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573000" y="404812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33400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33400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-1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8191500" y="533400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39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5334000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619875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619875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 vào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hàng</a:t>
            </a:r>
            <a:r>
              <a:rPr lang="en-US" sz="2250" dirty="0" spc="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đợi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8191500" y="6619875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36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40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573000" y="6619875"/>
            <a:ext cx="4572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5,1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905750"/>
            <a:ext cx="16459200" cy="1095375"/>
          </a:xfrm>
          <a:prstGeom prst="roundRect">
            <a:avLst>
              <a:gd name="adj" fmla="val 2087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905750"/>
            <a:ext cx="6667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2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dòng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</a:t>
            </a:r>
            <a:r>
              <a:rPr lang="en-US" sz="22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8191500" y="7905750"/>
            <a:ext cx="41910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12</a:t>
            </a: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đến</a:t>
            </a:r>
            <a:r>
              <a:rPr lang="en-US" sz="25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13</a:t>
            </a: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µs</a:t>
            </a:r>
            <a:endParaRPr lang="en-US" sz="2550" dirty="0"/>
          </a:p>
        </p:txBody>
      </p:sp>
      <p:sp>
        <p:nvSpPr>
          <p:cNvPr id="23" name="Connector line-1792387960309-6102039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d2963ce-f0db-4a55-9929-2005289cb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47625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620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Cổng</a:t>
            </a:r>
            <a:r>
              <a:rPr lang="en-US" sz="25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8191500" y="4286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0" y="4286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Tầng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dịch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8191500" y="56197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0" y="56197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8191500" y="6953250"/>
            <a:ext cx="9182100" cy="1143000"/>
          </a:xfrm>
          <a:prstGeom prst="roundRect">
            <a:avLst>
              <a:gd name="adj" fmla="val 20000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2500" y="695325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Cũng</a:t>
            </a:r>
            <a:r>
              <a:rPr lang="en-US" sz="2550" dirty="0" spc="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</a:t>
            </a:r>
            <a:r>
              <a:rPr lang="en-US" sz="25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đo:</a:t>
            </a:r>
            <a:r>
              <a:rPr lang="en-US" sz="255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vẽ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biểu đồ,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nhật</a:t>
            </a: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191500" y="8382000"/>
            <a:ext cx="9182100" cy="666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100" dirty="0" spc="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lường:</a:t>
            </a:r>
            <a:r>
              <a:rPr lang="en-US" sz="210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3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 bộ</a:t>
            </a:r>
            <a:r>
              <a:rPr lang="en-US" sz="2100" dirty="0" spc="9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đếm.</a:t>
            </a:r>
            <a:endParaRPr lang="en-US" sz="2100" dirty="0"/>
          </a:p>
        </p:txBody>
      </p:sp>
      <p:sp>
        <p:nvSpPr>
          <p:cNvPr id="15" name="Connector line-1792387961278-43825672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d47855f-3550-42f8-8895-4c4e529e44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62A36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E334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7150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dùng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sẻ;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(ký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riêng)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 hơn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363B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14375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12" name="Connector line-1792387962030-89718532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b8a0c5a-b6ee-433f-bb07-8c2b2473aa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7048500" cy="4762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 Mỗi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mỗi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507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559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179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206 µs.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82200" y="5334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982200" y="695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40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2" name="Connector line-1792387985604-92525212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38c3ab1-efc8-4a14-b0e5-3682b11a50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5A5F7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250" dirty="0"/>
          </a:p>
        </p:txBody>
      </p:sp>
      <p:sp>
        <p:nvSpPr>
          <p:cNvPr id="16" name="Connector line-1792387986438-6235468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8e873f5-14d1-430f-ad86-40a6ede80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6286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67627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gateways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4" name="Connector line-1792387987235-68598557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ad981cf-b8fd-4d1e-8e69-6e060ebd3d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2026-10-19T07:32:13Z</dcterms:created>
  <dcterms:modified xsi:type="dcterms:W3CDTF">2026-10-19T07:32:13Z</dcterms:modified>
</cp:coreProperties>
</file>