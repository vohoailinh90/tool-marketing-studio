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7155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tại</a:t>
            </a:r>
            <a:r>
              <a:rPr lang="en-US" sz="81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LinkedIn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81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8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850" dirty="0" spc="-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tóm</a:t>
            </a:r>
            <a:r>
              <a:rPr lang="en-US" sz="2850" dirty="0" spc="-2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</a:t>
            </a:r>
            <a:r>
              <a:rPr lang="en-US" sz="28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8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nguồn: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viết,</a:t>
            </a:r>
            <a:r>
              <a:rPr lang="en-US" sz="28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thử,</a:t>
            </a:r>
            <a:r>
              <a:rPr lang="en-US" sz="2850" dirty="0" spc="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</a:t>
            </a:r>
            <a:r>
              <a:rPr lang="en-US" sz="28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ký,</a:t>
            </a:r>
            <a:r>
              <a:rPr lang="en-US" sz="2850" dirty="0" spc="-1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28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cùng</a:t>
            </a:r>
            <a:r>
              <a:rPr lang="en-US" sz="28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850" dirty="0" spc="-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client,</a:t>
            </a:r>
            <a:r>
              <a:rPr lang="en-US" sz="2850" dirty="0" spc="-2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8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28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8001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3450" dirty="0" spc="-3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 thử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34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kho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 ký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34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 client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450" dirty="0" spc="-3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nêu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lý do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60412d8-41d2-49f8-8e9f-bd02b9a29e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7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ty,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tóm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 LinkedIn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Đây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khuyến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nghị chung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Mục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tiêu: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giai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 lý do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195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476500" cy="1809750"/>
          </a:xfrm>
          <a:prstGeom prst="roundRect">
            <a:avLst>
              <a:gd name="adj" fmla="val 8421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0767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2700" dirty="0" spc="-2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27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001000" y="472440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phía</a:t>
            </a:r>
            <a:r>
              <a:rPr lang="en-US" sz="19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endParaRPr lang="en-US" sz="1950" dirty="0"/>
          </a:p>
        </p:txBody>
      </p:sp>
      <p:sp>
        <p:nvSpPr>
          <p:cNvPr id="18" name="Connector line-1792331787105-63846639"/>
          <p:cNvSpPr/>
          <p:nvPr/>
        </p:nvSpPr>
        <p:spPr>
          <a:xfrm>
            <a:off x="10572750" y="4714875"/>
            <a:ext cx="5905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258550" y="3810000"/>
            <a:ext cx="2476500" cy="1809750"/>
          </a:xfrm>
          <a:prstGeom prst="roundRect">
            <a:avLst>
              <a:gd name="adj" fmla="val 8421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58550" y="40767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27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1258550" y="472440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vào</a:t>
            </a: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19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endParaRPr lang="en-US" sz="1950" dirty="0"/>
          </a:p>
        </p:txBody>
      </p:sp>
      <p:sp>
        <p:nvSpPr>
          <p:cNvPr id="22" name="Connector line-1792331787109-939664680"/>
          <p:cNvSpPr/>
          <p:nvPr/>
        </p:nvSpPr>
        <p:spPr>
          <a:xfrm>
            <a:off x="13830300" y="4714875"/>
            <a:ext cx="5905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516100" y="3810000"/>
            <a:ext cx="2476500" cy="1809750"/>
          </a:xfrm>
          <a:prstGeom prst="roundRect">
            <a:avLst>
              <a:gd name="adj" fmla="val 8421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516100" y="40767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27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4516100" y="472440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cùng</a:t>
            </a:r>
            <a:r>
              <a:rPr lang="en-US" sz="19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19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001000" y="600075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6000750"/>
            <a:ext cx="8991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28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r>
              <a:rPr lang="en-US" sz="285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2850" dirty="0"/>
          </a:p>
        </p:txBody>
      </p:sp>
      <p:sp>
        <p:nvSpPr>
          <p:cNvPr id="28" name="Shape 26"/>
          <p:cNvSpPr/>
          <p:nvPr/>
        </p:nvSpPr>
        <p:spPr>
          <a:xfrm>
            <a:off x="8001000" y="737235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0" y="73723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362950" y="737235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Mọi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</a:t>
            </a:r>
            <a:r>
              <a:rPr lang="en-US" sz="24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tiết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LinkedIn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4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tóm</a:t>
            </a:r>
            <a:r>
              <a:rPr lang="en-US" sz="24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Text 39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a2f878ee-9a13-4df1-9328-8dc8625d1d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VIẾT</a:t>
            </a:r>
            <a:r>
              <a:rPr lang="en-US" sz="1950" spc="17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8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78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Nhà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triển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 viết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 vấn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Chọn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 dùng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Thử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 sau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Giai</a:t>
            </a:r>
            <a:r>
              <a:rPr lang="en-US" sz="19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195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dirty="0" spc="-1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00050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343400"/>
            <a:ext cx="238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Nhà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001000" y="4953000"/>
            <a:ext cx="238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phía</a:t>
            </a:r>
            <a:r>
              <a:rPr lang="en-US" sz="19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endParaRPr lang="en-US" sz="1950" dirty="0"/>
          </a:p>
        </p:txBody>
      </p:sp>
      <p:sp>
        <p:nvSpPr>
          <p:cNvPr id="18" name="Connector line-1792331850646-823313584"/>
          <p:cNvSpPr/>
          <p:nvPr/>
        </p:nvSpPr>
        <p:spPr>
          <a:xfrm>
            <a:off x="10496550" y="5048250"/>
            <a:ext cx="533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144250" y="400050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0" y="4362450"/>
            <a:ext cx="238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3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144250" y="5105400"/>
            <a:ext cx="238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22" name="Connector line-1792331850651-422432916"/>
          <p:cNvSpPr/>
          <p:nvPr/>
        </p:nvSpPr>
        <p:spPr>
          <a:xfrm>
            <a:off x="13639800" y="5048250"/>
            <a:ext cx="533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287500" y="4000500"/>
            <a:ext cx="2705100" cy="2095500"/>
          </a:xfrm>
          <a:prstGeom prst="roundRect">
            <a:avLst>
              <a:gd name="adj" fmla="val 7273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287500" y="4343400"/>
            <a:ext cx="2705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87500" y="4953000"/>
            <a:ext cx="2705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phía</a:t>
            </a:r>
            <a:r>
              <a:rPr lang="en-US" sz="19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00100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06805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3C4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6805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100" dirty="0" spc="-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100" dirty="0" spc="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413510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3C4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3510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210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100" dirty="0" spc="-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1da4ef2a-309e-498a-85db-dde3367917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9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78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78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Truy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 commit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Rồi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xuất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 vấn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 vấn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Giai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dirty="0" spc="-1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905250"/>
            <a:ext cx="2857500" cy="2286000"/>
          </a:xfrm>
          <a:prstGeom prst="roundRect">
            <a:avLst>
              <a:gd name="adj" fmla="val 6667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3815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3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8001000" y="51435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đã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endParaRPr lang="en-US" sz="2100" dirty="0"/>
          </a:p>
        </p:txBody>
      </p:sp>
      <p:sp>
        <p:nvSpPr>
          <p:cNvPr id="18" name="Connector line-1792331851646-807974532"/>
          <p:cNvSpPr/>
          <p:nvPr/>
        </p:nvSpPr>
        <p:spPr>
          <a:xfrm>
            <a:off x="10972800" y="5143500"/>
            <a:ext cx="1047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34700" y="4629150"/>
            <a:ext cx="1123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</a:t>
            </a:r>
            <a:r>
              <a:rPr lang="en-US" sz="18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134850" y="3905250"/>
            <a:ext cx="4857750" cy="2286000"/>
          </a:xfrm>
          <a:prstGeom prst="roundRect">
            <a:avLst>
              <a:gd name="adj" fmla="val 6667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34850" y="4362450"/>
            <a:ext cx="4857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315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31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315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3150" dirty="0" spc="-2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2134850" y="5143500"/>
            <a:ext cx="4857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800100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CFC7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10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100" dirty="0" spc="-1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06805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1106805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413510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CFC7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3510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2100" dirty="0" spc="-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10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21d01686-59d2-403d-ab31-468e10210f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1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1950" spc="18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 hành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 mã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Truy</a:t>
            </a:r>
            <a:r>
              <a:rPr lang="en-US" sz="27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 mã client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 truy</a:t>
            </a:r>
            <a:r>
              <a:rPr lang="en-US" sz="27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mang siêu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 tuyến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Dịch vụ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cache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 truy</a:t>
            </a:r>
            <a:r>
              <a:rPr lang="en-US" sz="27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 ký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Giai</a:t>
            </a: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 3</a:t>
            </a:r>
            <a:r>
              <a:rPr lang="en-US" sz="1950" dirty="0" spc="-1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667000" cy="2476500"/>
          </a:xfrm>
          <a:prstGeom prst="roundRect">
            <a:avLst>
              <a:gd name="adj" fmla="val 6154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94335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27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8191500" y="4572000"/>
            <a:ext cx="2286000" cy="5334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1500" y="45720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Truy</a:t>
            </a:r>
            <a:r>
              <a:rPr lang="en-US" sz="19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8191500" y="5219700"/>
            <a:ext cx="2286000" cy="9144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1500" y="52197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Siêu</a:t>
            </a:r>
            <a:r>
              <a:rPr lang="en-US" sz="19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19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19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 tuyến</a:t>
            </a:r>
            <a:endParaRPr lang="en-US" sz="1950" dirty="0"/>
          </a:p>
        </p:txBody>
      </p:sp>
      <p:sp>
        <p:nvSpPr>
          <p:cNvPr id="21" name="Connector line-1792331852502-526982981"/>
          <p:cNvSpPr/>
          <p:nvPr/>
        </p:nvSpPr>
        <p:spPr>
          <a:xfrm>
            <a:off x="10782300" y="5048250"/>
            <a:ext cx="4381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334750" y="3810000"/>
            <a:ext cx="2381250" cy="2476500"/>
          </a:xfrm>
          <a:prstGeom prst="roundRect">
            <a:avLst>
              <a:gd name="adj" fmla="val 6400"/>
            </a:avLst>
          </a:prstGeom>
          <a:solidFill>
            <a:srgbClr val="3D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4750" y="4286250"/>
            <a:ext cx="238125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ctr" indent="0" marL="0">
              <a:lnSpc>
                <a:spcPts val="3135"/>
              </a:lnSpc>
              <a:buNone/>
            </a:pPr>
            <a:r>
              <a:rPr lang="en-US" sz="285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endParaRPr lang="en-US" sz="2850" dirty="0"/>
          </a:p>
          <a:p>
            <a:pPr algn="ctr" indent="0" marL="0">
              <a:lnSpc>
                <a:spcPts val="3135"/>
              </a:lnSpc>
              <a:buNone/>
            </a:pPr>
            <a:r>
              <a:rPr lang="en-US" sz="285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1334750" y="5524500"/>
            <a:ext cx="238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1950" dirty="0"/>
          </a:p>
        </p:txBody>
      </p:sp>
      <p:sp>
        <p:nvSpPr>
          <p:cNvPr id="25" name="Connector line-1792331852506-203128699"/>
          <p:cNvSpPr/>
          <p:nvPr/>
        </p:nvSpPr>
        <p:spPr>
          <a:xfrm>
            <a:off x="13830300" y="5048250"/>
            <a:ext cx="4381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4382750" y="3810000"/>
            <a:ext cx="2609850" cy="2476500"/>
          </a:xfrm>
          <a:prstGeom prst="roundRect">
            <a:avLst>
              <a:gd name="adj" fmla="val 6154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82750" y="3943350"/>
            <a:ext cx="2609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Cụm</a:t>
            </a:r>
            <a:r>
              <a:rPr lang="en-US" sz="27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14573250" y="4572000"/>
            <a:ext cx="2228850" cy="1562100"/>
          </a:xfrm>
          <a:prstGeom prst="roundRect">
            <a:avLst>
              <a:gd name="adj" fmla="val 7317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573250" y="4572000"/>
            <a:ext cx="2228850" cy="1562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Cache</a:t>
            </a:r>
            <a:r>
              <a:rPr lang="en-US" sz="19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19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19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19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 ký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800100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3C4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100" dirty="0" spc="-5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100" dirty="0" spc="-1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-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06805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3C4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6805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100" dirty="0" spc="-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100" dirty="0" spc="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413510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35" name="Text 33"/>
          <p:cNvSpPr/>
          <p:nvPr/>
        </p:nvSpPr>
        <p:spPr>
          <a:xfrm>
            <a:off x="14135100" y="742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Shape 4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4" name="Shape 4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5" name="Shape 4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6" name="Text 44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81929b21-3283-4e77-8000-ec550231ae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1950" spc="21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Hội viên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ty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 dịch vụ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Dịch vụ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danh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 viên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Dịch vụ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 ty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vấn,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000500"/>
            <a:ext cx="1619250" cy="2286000"/>
          </a:xfrm>
          <a:prstGeom prst="roundRect">
            <a:avLst>
              <a:gd name="adj" fmla="val 9412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000500"/>
            <a:ext cx="16192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Truy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endParaRPr lang="en-US" sz="2250" dirty="0"/>
          </a:p>
        </p:txBody>
      </p:sp>
      <p:sp>
        <p:nvSpPr>
          <p:cNvPr id="17" name="Connector line-1792331875372-878795556"/>
          <p:cNvSpPr/>
          <p:nvPr/>
        </p:nvSpPr>
        <p:spPr>
          <a:xfrm>
            <a:off x="9715500" y="5143500"/>
            <a:ext cx="4572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287000" y="4000500"/>
            <a:ext cx="3143250" cy="2286000"/>
          </a:xfrm>
          <a:prstGeom prst="roundRect">
            <a:avLst>
              <a:gd name="adj" fmla="val 6667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43434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 vụ danh</a:t>
            </a:r>
            <a:r>
              <a:rPr lang="en-US" sz="27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287000" y="5143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lấy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viên</a:t>
            </a:r>
            <a:endParaRPr lang="en-US" sz="2100" dirty="0"/>
          </a:p>
        </p:txBody>
      </p:sp>
      <p:sp>
        <p:nvSpPr>
          <p:cNvPr id="21" name="Connector line-1792331875375-464077305"/>
          <p:cNvSpPr/>
          <p:nvPr/>
        </p:nvSpPr>
        <p:spPr>
          <a:xfrm>
            <a:off x="13525500" y="5143500"/>
            <a:ext cx="4572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097000" y="4000500"/>
            <a:ext cx="2895600" cy="2286000"/>
          </a:xfrm>
          <a:prstGeom prst="roundRect">
            <a:avLst>
              <a:gd name="adj" fmla="val 6667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97000" y="4343400"/>
            <a:ext cx="2895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 vụ</a:t>
            </a:r>
            <a:r>
              <a:rPr lang="en-US" sz="27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27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4097000" y="5048250"/>
            <a:ext cx="2895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lấy</a:t>
            </a:r>
            <a:r>
              <a:rPr lang="en-US" sz="19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19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 ty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8001000" y="704850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0" y="704850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8362950" y="704850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tóm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99bad853-fa8b-4730-9a1d-fda7ef6a8e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KHÔNG</a:t>
            </a: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spc="160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GATEWAY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78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r>
              <a:rPr lang="en-US" sz="78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 lý do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Tránh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chặng mạng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Tránh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7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 lỗi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chặng</a:t>
            </a:r>
            <a:r>
              <a:rPr lang="en-US" sz="1950" dirty="0" spc="-2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gateway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572750" y="3619500"/>
            <a:ext cx="3238500" cy="9144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16" name="Text 14"/>
          <p:cNvSpPr/>
          <p:nvPr/>
        </p:nvSpPr>
        <p:spPr>
          <a:xfrm>
            <a:off x="10572750" y="3619500"/>
            <a:ext cx="3238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2400" dirty="0" spc="-1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72750" y="46291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01000" y="5334000"/>
            <a:ext cx="1714500" cy="171450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5334000"/>
            <a:ext cx="171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400" dirty="0"/>
          </a:p>
        </p:txBody>
      </p:sp>
      <p:sp>
        <p:nvSpPr>
          <p:cNvPr id="20" name="Connector line-1792331876635-143381477"/>
          <p:cNvSpPr/>
          <p:nvPr/>
        </p:nvSpPr>
        <p:spPr>
          <a:xfrm>
            <a:off x="9829800" y="6191250"/>
            <a:ext cx="609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572750" y="5334000"/>
            <a:ext cx="3238500" cy="1714500"/>
          </a:xfrm>
          <a:prstGeom prst="roundRect">
            <a:avLst>
              <a:gd name="adj" fmla="val 8889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72750" y="5334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4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r>
              <a:rPr lang="en-US" sz="2700" dirty="0" spc="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27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2700" dirty="0"/>
          </a:p>
        </p:txBody>
      </p:sp>
      <p:sp>
        <p:nvSpPr>
          <p:cNvPr id="23" name="Connector line-1792331876637-413201818"/>
          <p:cNvSpPr/>
          <p:nvPr/>
        </p:nvSpPr>
        <p:spPr>
          <a:xfrm>
            <a:off x="13925550" y="6191250"/>
            <a:ext cx="609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668500" y="5334000"/>
            <a:ext cx="2324100" cy="171450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25" name="Text 23"/>
          <p:cNvSpPr/>
          <p:nvPr/>
        </p:nvSpPr>
        <p:spPr>
          <a:xfrm>
            <a:off x="14668500" y="5334000"/>
            <a:ext cx="2324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 vụ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001000" y="7524750"/>
            <a:ext cx="428625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7524750"/>
            <a:ext cx="428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2706350" y="7524750"/>
            <a:ext cx="428625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706350" y="7524750"/>
            <a:ext cx="428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 đơn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d651e7c-f46a-4aff-85b5-eb9fb6f9bd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915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5400" y="375285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528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905250" y="36576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Cho</a:t>
            </a:r>
            <a:r>
              <a:rPr lang="en-US" sz="2250" dirty="0" spc="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</a:t>
            </a:r>
            <a:r>
              <a:rPr lang="en-US" sz="22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2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 GraphQL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95400" y="480060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80060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905250" y="4705350"/>
            <a:ext cx="49530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Truy</a:t>
            </a:r>
            <a:r>
              <a:rPr lang="en-US" sz="22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lồng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 làm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2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tải backend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5400" y="6096000"/>
            <a:ext cx="7524750" cy="2381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Việc</a:t>
            </a:r>
            <a:r>
              <a:rPr lang="en-US" sz="27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7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70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quyết</a:t>
            </a:r>
            <a:r>
              <a:rPr lang="en-US" sz="270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gì,</a:t>
            </a:r>
            <a:r>
              <a:rPr lang="en-US" sz="27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mất gì?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0" y="2857500"/>
            <a:ext cx="80391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15500" y="3543300"/>
            <a:ext cx="742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75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soát,</a:t>
            </a:r>
            <a:r>
              <a:rPr lang="en-US" sz="3750" dirty="0" spc="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7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7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7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endParaRPr lang="en-US" sz="3750" dirty="0"/>
          </a:p>
        </p:txBody>
      </p:sp>
      <p:sp>
        <p:nvSpPr>
          <p:cNvPr id="17" name="Shape 15"/>
          <p:cNvSpPr/>
          <p:nvPr/>
        </p:nvSpPr>
        <p:spPr>
          <a:xfrm>
            <a:off x="9715500" y="4476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4476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020550" y="4381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Máy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2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2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 ký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715500" y="5619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5619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020550" y="5524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Truy</a:t>
            </a:r>
            <a:r>
              <a:rPr lang="en-US" sz="22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chạm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 nào;</a:t>
            </a:r>
            <a:r>
              <a:rPr lang="en-US" sz="22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2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tuyến,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cache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dễ hơn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715500" y="6762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6762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20550" y="6667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Client</a:t>
            </a:r>
            <a:r>
              <a:rPr lang="en-US" sz="22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2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22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 production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715500" y="7829550"/>
            <a:ext cx="74295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1950" dirty="0" spc="-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195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dirty="0" spc="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95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95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dirty="0" spc="-1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950" dirty="0" spc="-1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xét.</a:t>
            </a:r>
            <a:r>
              <a:rPr lang="en-US" sz="195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195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950" dirty="0" spc="-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 cũ.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87e15dca-ada9-42ff-9ef7-1e4548fd28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30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 ý</a:t>
            </a:r>
            <a:endParaRPr lang="en-US" sz="3000" dirty="0"/>
          </a:p>
        </p:txBody>
      </p:sp>
      <p:sp>
        <p:nvSpPr>
          <p:cNvPr id="7" name="Text richtext-1792331948489-312481313"/>
          <p:cNvSpPr/>
          <p:nvPr/>
        </p:nvSpPr>
        <p:spPr>
          <a:xfrm>
            <a:off x="1295400" y="37338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1545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1545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30480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3000" dirty="0" spc="-2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3000" dirty="0" spc="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0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3000" dirty="0"/>
          </a:p>
        </p:txBody>
      </p:sp>
      <p:sp>
        <p:nvSpPr>
          <p:cNvPr id="11" name="Text richtext-1792331948511-212783715"/>
          <p:cNvSpPr/>
          <p:nvPr/>
        </p:nvSpPr>
        <p:spPr>
          <a:xfrm>
            <a:off x="9696450" y="37338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APQ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Apollo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hơn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APQ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0388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Vấn</a:t>
            </a:r>
            <a:r>
              <a:rPr lang="en-US" sz="3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0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N+1</a:t>
            </a:r>
            <a:endParaRPr lang="en-US" sz="3000" dirty="0"/>
          </a:p>
        </p:txBody>
      </p:sp>
      <p:sp>
        <p:nvSpPr>
          <p:cNvPr id="15" name="Text richtext-1792331948519-321730392"/>
          <p:cNvSpPr/>
          <p:nvPr/>
        </p:nvSpPr>
        <p:spPr>
          <a:xfrm>
            <a:off x="1295400" y="67246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lần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kích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1545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96450" y="60388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r>
              <a:rPr lang="en-US" sz="3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3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3000" dirty="0"/>
          </a:p>
        </p:txBody>
      </p:sp>
      <p:sp>
        <p:nvSpPr>
          <p:cNvPr id="19" name="Text richtext-1792331948528-453265559"/>
          <p:cNvSpPr/>
          <p:nvPr/>
        </p:nvSpPr>
        <p:spPr>
          <a:xfrm>
            <a:off x="9696450" y="67246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887" rIns="0" bIns="-12887" rtlCol="0" anchor="t"/>
          <a:lstStyle/>
          <a:p>
            <a:pPr algn="l" marL="304800" indent="-216604">
              <a:lnSpc>
                <a:spcPts val="3103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387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2387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387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387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2387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387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387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endParaRPr lang="en-US" sz="2387" dirty="0"/>
          </a:p>
          <a:p>
            <a:pPr algn="l" marL="304800" indent="-216604">
              <a:lnSpc>
                <a:spcPts val="3103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387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387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387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</a:t>
            </a:r>
            <a:r>
              <a:rPr lang="en-US" sz="2387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387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387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387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387" dirty="0"/>
          </a:p>
          <a:p>
            <a:pPr algn="l" marL="304800" indent="-216604">
              <a:lnSpc>
                <a:spcPts val="3103"/>
              </a:lnSpc>
              <a:buSzPct val="100000"/>
              <a:buFont typeface="Arial"/>
              <a:buChar char="•"/>
            </a:pPr>
            <a:r>
              <a:rPr lang="en-US" sz="2387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387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387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387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387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387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387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387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387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387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b0fc5d3-8d53-401e-a27b-ddd3af2b0c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763250" cy="6000750"/>
          </a:xfrm>
          <a:prstGeom prst="roundRect">
            <a:avLst>
              <a:gd name="adj" fmla="val 317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09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8100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95400" y="445770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Uniform</a:t>
            </a:r>
            <a:r>
              <a:rPr lang="en-US" sz="2250" dirty="0" spc="-2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 Locator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72250" y="38100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572250" y="44577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225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22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95400" y="57150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APQ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95400" y="6362700"/>
            <a:ext cx="5143500" cy="857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Automatic</a:t>
            </a:r>
            <a:r>
              <a:rPr lang="en-US" sz="225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Persisted</a:t>
            </a:r>
            <a:r>
              <a:rPr lang="en-US" sz="225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Queries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572250" y="57150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572250" y="63627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r>
              <a:rPr lang="en-US" sz="22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906250" y="2762250"/>
            <a:ext cx="5467350" cy="6000750"/>
          </a:xfrm>
          <a:prstGeom prst="roundRect">
            <a:avLst>
              <a:gd name="adj" fmla="val 3484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0" y="30099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7" name="Text richtext-1792331949426-631622432"/>
          <p:cNvSpPr/>
          <p:nvPr/>
        </p:nvSpPr>
        <p:spPr>
          <a:xfrm>
            <a:off x="12287250" y="3524250"/>
            <a:ext cx="4857750" cy="3143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(snapshot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định):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LinkedIn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Apollo: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persisted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queries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DataLoader: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2100" dirty="0"/>
          </a:p>
        </p:txBody>
      </p:sp>
      <p:sp>
        <p:nvSpPr>
          <p:cNvPr id="18" name="Connector line-1792331949433-878643158"/>
          <p:cNvSpPr/>
          <p:nvPr/>
        </p:nvSpPr>
        <p:spPr>
          <a:xfrm>
            <a:off x="12287250" y="6819900"/>
            <a:ext cx="47053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287250" y="6972300"/>
            <a:ext cx="4857750" cy="16192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dirty="0" spc="-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 LinkedIn.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dbee0bc-f67b-4e46-a8be-ac1c36f552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2026-10-19T00:32:36Z</dcterms:created>
  <dcterms:modified xsi:type="dcterms:W3CDTF">2026-10-19T00:32:36Z</dcterms:modified>
</cp:coreProperties>
</file>