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4287500" cy="24765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Dự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án</a:t>
            </a:r>
            <a:r>
              <a:rPr lang="en-US" sz="6900" dirty="0" spc="-9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doanh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nghiệp</a:t>
            </a:r>
            <a:r>
              <a:rPr lang="en-US" sz="69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khởi</a:t>
            </a:r>
            <a:r>
              <a:rPr lang="en-US" sz="6900" dirty="0" spc="-7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xướng</a:t>
            </a:r>
            <a:r>
              <a:rPr lang="en-US" sz="69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hoặc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hỗ</a:t>
            </a:r>
            <a:r>
              <a:rPr lang="en-US" sz="69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trợ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4381500"/>
            <a:ext cx="1333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30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0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ty,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300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0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5524500"/>
            <a:ext cx="5334000" cy="1333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Công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ty</a:t>
            </a:r>
            <a:endParaRPr lang="en-US" sz="3300" dirty="0"/>
          </a:p>
        </p:txBody>
      </p:sp>
      <p:sp>
        <p:nvSpPr>
          <p:cNvPr id="6" name="Connector line-1792371383585-853989415"/>
          <p:cNvSpPr/>
          <p:nvPr/>
        </p:nvSpPr>
        <p:spPr>
          <a:xfrm>
            <a:off x="6477000" y="6191250"/>
            <a:ext cx="95250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7658100" y="5524500"/>
            <a:ext cx="9715500" cy="1333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Cộng</a:t>
            </a:r>
            <a:r>
              <a:rPr lang="en-US" sz="3300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đồng</a:t>
            </a:r>
            <a:r>
              <a:rPr lang="en-US" sz="33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hoặc</a:t>
            </a:r>
            <a:r>
              <a:rPr lang="en-US" sz="33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foundation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914400" y="7524750"/>
            <a:ext cx="3810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Lịch sử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010150" y="7524750"/>
            <a:ext cx="3810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</a:t>
            </a:r>
            <a:r>
              <a:rPr lang="en-US" sz="2100" b="1" dirty="0" spc="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1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05900" y="7524750"/>
            <a:ext cx="3810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210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1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10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201650" y="7524750"/>
            <a:ext cx="417195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Quyết</a:t>
            </a:r>
            <a:r>
              <a:rPr lang="en-US" sz="2100" b="1" dirty="0" spc="1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1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14400" y="95631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doanh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nghiệp khởi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xướng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aecc40c7-2b0e-44d2-b65a-e160fcedfb4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7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Logo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 là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16459200" cy="3238500"/>
          </a:xfrm>
          <a:prstGeom prst="roundRect">
            <a:avLst>
              <a:gd name="adj" fmla="val 8235"/>
            </a:avLst>
          </a:prstGeom>
          <a:solidFill>
            <a:srgbClr val="14161C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952750"/>
            <a:ext cx="15430500" cy="2381250"/>
          </a:xfrm>
          <a:prstGeom prst="rect">
            <a:avLst/>
          </a:prstGeom>
          <a:noFill/>
          <a:ln/>
        </p:spPr>
        <p:txBody>
          <a:bodyPr wrap="square" lIns="0" tIns="32385" rIns="0" bIns="-32385" rtlCol="0" anchor="t"/>
          <a:lstStyle/>
          <a:p>
            <a:pPr algn="l" indent="0" marL="0">
              <a:lnSpc>
                <a:spcPts val="5610"/>
              </a:lnSpc>
              <a:buNone/>
            </a:pPr>
            <a:r>
              <a:rPr lang="en-US" sz="5100" dirty="0" spc="-5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Logo</a:t>
            </a:r>
            <a:r>
              <a:rPr lang="en-US" sz="5100" dirty="0" spc="-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doanh</a:t>
            </a:r>
            <a:r>
              <a:rPr lang="en-US" sz="5100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nghiệp</a:t>
            </a:r>
            <a:r>
              <a:rPr lang="en-US" sz="51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51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r>
              <a:rPr lang="en-US" sz="5100" dirty="0" spc="-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1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51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lịch</a:t>
            </a:r>
            <a:r>
              <a:rPr lang="en-US" sz="5100" dirty="0" spc="-3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sử.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914400" y="6286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b="1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850" b="1" dirty="0" spc="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hữu,</a:t>
            </a:r>
            <a:r>
              <a:rPr lang="en-US" sz="28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" name="Moda image moda-export-watermark-ae407335-f175-4bc3-9413-7babe0e9ceb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Lịch sử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30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xướng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30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4762500" cy="1905000"/>
          </a:xfrm>
          <a:prstGeom prst="roundRect">
            <a:avLst>
              <a:gd name="adj" fmla="val 10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1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Kafka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6096000" y="3048000"/>
            <a:ext cx="11277600" cy="19050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28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LinkedIn,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nay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 thái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Apache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5334000"/>
            <a:ext cx="4762500" cy="1905000"/>
          </a:xfrm>
          <a:prstGeom prst="roundRect">
            <a:avLst>
              <a:gd name="adj" fmla="val 10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1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Kubernetes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6096000" y="5334000"/>
            <a:ext cx="11277600" cy="19050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28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CNCF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 03/10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0" name="Moda image moda-export-watermark-bcc8d476-8ea7-4cac-9efb-aca25e12e8f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8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Quản</a:t>
            </a:r>
            <a:r>
              <a:rPr lang="en-US" sz="69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trị</a:t>
            </a:r>
            <a:r>
              <a:rPr lang="en-US" sz="6900" dirty="0" spc="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hiện</a:t>
            </a:r>
            <a:r>
              <a:rPr lang="en-US" sz="6900" dirty="0" spc="-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tại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7886700" cy="4381500"/>
          </a:xfrm>
          <a:prstGeom prst="roundRect">
            <a:avLst>
              <a:gd name="adj" fmla="val 6087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952750"/>
            <a:ext cx="7048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Maintainers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333500" y="4191000"/>
            <a:ext cx="7048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30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30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30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nay.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486900" y="2476500"/>
            <a:ext cx="7886700" cy="4381500"/>
          </a:xfrm>
          <a:prstGeom prst="roundRect">
            <a:avLst>
              <a:gd name="adj" fmla="val 6087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6000" y="2952750"/>
            <a:ext cx="7048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-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Foundation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9906000" y="4191000"/>
            <a:ext cx="7048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30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trị,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30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Apache</a:t>
            </a:r>
            <a:r>
              <a:rPr lang="en-US" sz="30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CNCF.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0582f682-be67-42d2-9cc6-5c5eaf80c3e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Tình</a:t>
            </a:r>
            <a:r>
              <a:rPr lang="en-US" sz="6900" dirty="0" spc="-1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trạng</a:t>
            </a:r>
            <a:r>
              <a:rPr lang="en-US" sz="69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</a:t>
            </a:r>
            <a:r>
              <a:rPr lang="en-US" sz="69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án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5143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-1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Release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572250" y="2476500"/>
            <a:ext cx="5143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-2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Archive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2230100" y="2476500"/>
            <a:ext cx="5143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Cảnh</a:t>
            </a:r>
            <a:r>
              <a:rPr lang="en-US" sz="420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64770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Hystrix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3000" dirty="0" spc="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9" name="Moda image moda-export-watermark-5c815c64-e3cc-47c8-b4ab-727ad331ea5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Quyết</a:t>
            </a:r>
            <a:r>
              <a:rPr lang="en-US" sz="6900" dirty="0" spc="2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69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</a:t>
            </a:r>
            <a:r>
              <a:rPr lang="en-US" sz="69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E8472B"/>
          </a:solidFill>
          <a:ln/>
        </p:spPr>
      </p:sp>
      <p:sp>
        <p:nvSpPr>
          <p:cNvPr id="4" name="Shape 2"/>
          <p:cNvSpPr/>
          <p:nvPr/>
        </p:nvSpPr>
        <p:spPr>
          <a:xfrm>
            <a:off x="1295400" y="2857500"/>
            <a:ext cx="857250" cy="85725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857500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571750" y="2857500"/>
            <a:ext cx="14287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License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95400" y="4857750"/>
            <a:ext cx="857250" cy="8572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857750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71750" y="4857750"/>
            <a:ext cx="14287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1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Đáp</a:t>
            </a:r>
            <a:r>
              <a:rPr lang="en-US" sz="4200" dirty="0" spc="8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42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nhu</a:t>
            </a:r>
            <a:r>
              <a:rPr lang="en-US" sz="42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914400" y="68580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 hiện hành,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 sử.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3a3e8b34-a1a2-4edc-977a-305c1494620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8001000" cy="2286000"/>
          </a:xfrm>
          <a:prstGeom prst="roundRect">
            <a:avLst>
              <a:gd name="adj" fmla="val 1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suy</a:t>
            </a:r>
            <a:r>
              <a:rPr lang="en-US" sz="30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khởi</a:t>
            </a:r>
            <a:r>
              <a:rPr lang="en-US" sz="30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xướng</a:t>
            </a: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3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hỗ</a:t>
            </a:r>
            <a:r>
              <a:rPr lang="en-US" sz="30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trợ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72600" y="2476500"/>
            <a:ext cx="8001000" cy="2286000"/>
          </a:xfrm>
          <a:prstGeom prst="roundRect">
            <a:avLst>
              <a:gd name="adj" fmla="val 1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Hystrix</a:t>
            </a:r>
            <a:r>
              <a:rPr lang="en-US" sz="3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thông</a:t>
            </a: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r>
              <a:rPr lang="en-US" sz="3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chế</a:t>
            </a:r>
            <a:r>
              <a:rPr lang="en-US" sz="30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</a:t>
            </a: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bảo</a:t>
            </a:r>
            <a:r>
              <a:rPr lang="en-US" sz="30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5048250"/>
            <a:ext cx="8001000" cy="22860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Ansible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Ceph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70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Hat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700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372600" y="5048250"/>
            <a:ext cx="8001000" cy="22860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7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9" name="Moda image moda-export-watermark-765e9076-204b-4214-b71b-b35618b5e9e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69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21907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30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xướng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300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30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300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30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cực?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000500"/>
            <a:ext cx="164592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Không.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914400" y="685800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85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báo,</a:t>
            </a:r>
            <a:r>
              <a:rPr lang="en-US" sz="28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release</a:t>
            </a:r>
            <a:r>
              <a:rPr lang="en-US" sz="28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repository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" name="Moda image moda-export-watermark-cf63d4ed-0986-4f13-bbe7-028e14399c2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Công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ty</a:t>
            </a:r>
            <a:r>
              <a:rPr lang="en-US" sz="6300" dirty="0" spc="-6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3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án</a:t>
            </a:r>
            <a:r>
              <a:rPr lang="en-US" sz="63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snapshot</a:t>
            </a:r>
            <a:endParaRPr lang="en-US" sz="630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4000500" cy="95250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Google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43500" y="1905000"/>
            <a:ext cx="12230100" cy="95250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Angular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Kubernetes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TensorFlow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14400" y="3028950"/>
            <a:ext cx="4000500" cy="95250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Meta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143500" y="3028950"/>
            <a:ext cx="12230100" cy="95250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Cassandra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GraphQL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PyTorch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React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14400" y="4152900"/>
            <a:ext cx="4000500" cy="95250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Microsoft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143500" y="4152900"/>
            <a:ext cx="12230100" cy="95250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Playwright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TypeScript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VSCode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14400" y="5276850"/>
            <a:ext cx="4000500" cy="95250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Netflix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143500" y="5276850"/>
            <a:ext cx="12230100" cy="95250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Chaos</a:t>
            </a:r>
            <a:r>
              <a:rPr lang="en-US" sz="25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Monkey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Hystrix ·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Zuul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14400" y="6400800"/>
            <a:ext cx="4000500" cy="95250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LinkedIn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143500" y="6400800"/>
            <a:ext cx="12230100" cy="95250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5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Kafka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Pinot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Samza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14400" y="7524750"/>
            <a:ext cx="4000500" cy="95250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Red</a:t>
            </a:r>
            <a:r>
              <a:rPr lang="en-US" sz="2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Hat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5143500" y="7524750"/>
            <a:ext cx="12230100" cy="95250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Ansible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Ceph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OpenShift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14400" y="87630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2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25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2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42552b44-5850-442a-a7ae-f60dac2b481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8001000" cy="2190750"/>
          </a:xfrm>
          <a:prstGeom prst="roundRect">
            <a:avLst>
              <a:gd name="adj" fmla="val 1043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2714625"/>
            <a:ext cx="7239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CNCF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295400" y="3667125"/>
            <a:ext cx="7239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5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 hạ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5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5048250"/>
            <a:ext cx="8001000" cy="2190750"/>
          </a:xfrm>
          <a:prstGeom prst="roundRect">
            <a:avLst>
              <a:gd name="adj" fmla="val 1043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5286375"/>
            <a:ext cx="7239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QL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295400" y="628650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372600" y="2381250"/>
            <a:ext cx="800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b="1" spc="22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372600" y="3048000"/>
            <a:ext cx="80010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22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372600" y="4095750"/>
            <a:ext cx="80010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Kafka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introduction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372600" y="5143500"/>
            <a:ext cx="80010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Kubernetes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history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372600" y="6191250"/>
            <a:ext cx="80010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Hystrix: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maintenance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mode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372600" y="7239000"/>
            <a:ext cx="80010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Ceph: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2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4eaf46e6-4d91-4e0d-9d05-f2ac2095713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2026-10-19T00:56:58Z</dcterms:created>
  <dcterms:modified xsi:type="dcterms:W3CDTF">2026-10-19T00:56:58Z</dcterms:modified>
</cp:coreProperties>
</file>