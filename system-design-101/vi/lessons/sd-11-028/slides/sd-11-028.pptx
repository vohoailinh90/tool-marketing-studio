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ricolage Grotesque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sinh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6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66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nhất,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tâm.</a:t>
            </a:r>
            <a:endParaRPr lang="en-US" sz="3000" dirty="0"/>
          </a:p>
        </p:txBody>
      </p:sp>
      <p:sp>
        <p:nvSpPr>
          <p:cNvPr id="5" name="Connector line-1792422758951-291836477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r>
              <a:rPr lang="en-US" sz="22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0" y="3143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UUID,</a:t>
            </a:r>
            <a:r>
              <a:rPr lang="en-US" sz="21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Snowflake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381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5619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2100" dirty="0"/>
          </a:p>
        </p:txBody>
      </p:sp>
      <p:sp>
        <p:nvSpPr>
          <p:cNvPr id="13" name="Connector line-1792422758974-436614037"/>
          <p:cNvSpPr/>
          <p:nvPr/>
        </p:nvSpPr>
        <p:spPr>
          <a:xfrm flipV="1">
            <a:off x="12439650" y="3505200"/>
            <a:ext cx="895350" cy="16383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Connector line-1792422758975-152458413"/>
          <p:cNvSpPr/>
          <p:nvPr/>
        </p:nvSpPr>
        <p:spPr>
          <a:xfrm flipV="1">
            <a:off x="12439650" y="4743450"/>
            <a:ext cx="895350" cy="4000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Connector line-1792422758975-279649503"/>
          <p:cNvSpPr/>
          <p:nvPr/>
        </p:nvSpPr>
        <p:spPr>
          <a:xfrm>
            <a:off x="12439650" y="5143500"/>
            <a:ext cx="895350" cy="8382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6" name="Connector line-1792422758975-918318455"/>
          <p:cNvSpPr/>
          <p:nvPr/>
        </p:nvSpPr>
        <p:spPr>
          <a:xfrm>
            <a:off x="12439650" y="5143500"/>
            <a:ext cx="895350" cy="20764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fef52f5-5c3b-4383-8776-f82a0a1011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1430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 không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</a:t>
            </a:r>
            <a:r>
              <a:rPr lang="en-US" sz="7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dirty="0" spc="0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300" dirty="0" spc="-13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300" dirty="0" spc="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300" dirty="0" spc="-18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3300" dirty="0" spc="0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mã.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b810be3-f778-4315-b4e2-84298912e3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UUID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SNOWFLAKE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 mã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chỗ.</a:t>
            </a:r>
            <a:endParaRPr lang="en-US" sz="6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254496"/>
                <a:gridCol w="6912864"/>
              </a:tblGrid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7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8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Cấu</a:t>
                      </a:r>
                      <a:r>
                        <a:rPr lang="en-US" sz="270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Điểm</a:t>
                      </a:r>
                      <a:r>
                        <a:rPr lang="en-US" sz="2700" b="1" dirty="0" spc="-2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yếu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UUID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CE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128</a:t>
                      </a:r>
                      <a:r>
                        <a:rPr lang="en-US" sz="270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bit</a:t>
                      </a:r>
                      <a:r>
                        <a:rPr lang="en-US" sz="2700" dirty="0" spc="-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ngẫu</a:t>
                      </a: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700" dirty="0" spc="-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tăng</a:t>
                      </a:r>
                      <a:r>
                        <a:rPr lang="en-US" sz="270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dần,</a:t>
                      </a:r>
                      <a:r>
                        <a:rPr lang="en-US" sz="2700" dirty="0" spc="-3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kém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 chỉ mục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Snowflake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CE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Thời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gian,</a:t>
                      </a:r>
                      <a:r>
                        <a:rPr lang="en-US" sz="2700" dirty="0" spc="-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máy,</a:t>
                      </a:r>
                      <a:r>
                        <a:rPr lang="en-US" sz="2700" dirty="0" spc="-1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 tự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Phụ thuộc</a:t>
                      </a:r>
                      <a:r>
                        <a:rPr lang="en-US" sz="2700" dirty="0" spc="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đồng</a:t>
                      </a: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 03/09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f550b2f5-a4c6-42cc-a062-caa41fba83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CỘT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b="1" spc="26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b="1" spc="3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Dễ</a:t>
            </a:r>
            <a:r>
              <a:rPr lang="en-US" sz="63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63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 con</a:t>
            </a:r>
            <a:r>
              <a:rPr lang="en-US" sz="6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richtext-1792422764052-296137887"/>
          <p:cNvSpPr/>
          <p:nvPr/>
        </p:nvSpPr>
        <p:spPr>
          <a:xfrm>
            <a:off x="1295400" y="4000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lúc.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3726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 PHẢI</a:t>
            </a:r>
            <a:r>
              <a:rPr lang="en-US" sz="22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371475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9" name="Text richtext-1792422764073-141539516"/>
          <p:cNvSpPr/>
          <p:nvPr/>
        </p:nvSpPr>
        <p:spPr>
          <a:xfrm>
            <a:off x="9753600" y="4000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mạng.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e4b0455-8028-4809-b260-61dbf5076a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7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lần,</a:t>
            </a: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3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lô.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6255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1000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1070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65885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 từ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550" dirty="0"/>
          </a:p>
        </p:txBody>
      </p:sp>
      <p:sp>
        <p:nvSpPr>
          <p:cNvPr id="8" name="Connector line-1792422765335-297726919"/>
          <p:cNvSpPr/>
          <p:nvPr/>
        </p:nvSpPr>
        <p:spPr>
          <a:xfrm>
            <a:off x="4629150" y="4524375"/>
            <a:ext cx="533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22765335-248483688"/>
          <p:cNvSpPr/>
          <p:nvPr/>
        </p:nvSpPr>
        <p:spPr>
          <a:xfrm>
            <a:off x="8877300" y="4524375"/>
            <a:ext cx="533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22765336-368009111"/>
          <p:cNvSpPr/>
          <p:nvPr/>
        </p:nvSpPr>
        <p:spPr>
          <a:xfrm>
            <a:off x="13125450" y="4524375"/>
            <a:ext cx="5334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6477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 bị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e0810a6-c968-4743-ab21-b9d583c1c8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Nhanh,</a:t>
            </a:r>
            <a:r>
              <a:rPr lang="en-US" sz="63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514725"/>
            <a:ext cx="876300" cy="8763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56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56" dirty="0"/>
          </a:p>
        </p:txBody>
      </p:sp>
      <p:sp>
        <p:nvSpPr>
          <p:cNvPr id="6" name="Text 4"/>
          <p:cNvSpPr/>
          <p:nvPr/>
        </p:nvSpPr>
        <p:spPr>
          <a:xfrm>
            <a:off x="2762250" y="3143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Redis.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419725"/>
            <a:ext cx="876300" cy="8763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56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56" dirty="0"/>
          </a:p>
        </p:txBody>
      </p:sp>
      <p:sp>
        <p:nvSpPr>
          <p:cNvPr id="9" name="Text 7"/>
          <p:cNvSpPr/>
          <p:nvPr/>
        </p:nvSpPr>
        <p:spPr>
          <a:xfrm>
            <a:off x="2762250" y="5048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nhớ: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 sở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95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7324725"/>
            <a:ext cx="876300" cy="8763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56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56" dirty="0"/>
          </a:p>
        </p:txBody>
      </p:sp>
      <p:sp>
        <p:nvSpPr>
          <p:cNvPr id="12" name="Text 10"/>
          <p:cNvSpPr/>
          <p:nvPr/>
        </p:nvSpPr>
        <p:spPr>
          <a:xfrm>
            <a:off x="2762250" y="6953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Khởi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30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sao?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9925522-2d7f-4b28-8ee9-89c45ffe17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800" b="1" spc="2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180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2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85725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5005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525000" y="247650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30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UUID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25000" y="428625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3000" dirty="0" spc="-1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3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3000" dirty="0" spc="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6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30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1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6858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20000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chèn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cơ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c689df0-b1b2-4a53-83e0-47f22c7bb8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2857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10450,</a:t>
            </a:r>
            <a:r>
              <a:rPr lang="en-US" sz="6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10520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</a:t>
            </a:r>
            <a:r>
              <a:rPr lang="en-US" sz="6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sau.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5524500"/>
            <a:ext cx="164592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richtext-1792422795440-822823700"/>
          <p:cNvSpPr/>
          <p:nvPr/>
        </p:nvSpPr>
        <p:spPr>
          <a:xfrm>
            <a:off x="1333500" y="5715000"/>
            <a:ext cx="1562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300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</a:t>
            </a:r>
            <a:r>
              <a:rPr lang="en-US" sz="30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30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 tự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d5fca97-e5ef-4cec-90f3-64ca7b9f4a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UUID</a:t>
            </a:r>
            <a:pPr algn="l" indent="0" marL="0">
              <a:buNone/>
            </a:pP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(Universally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Unique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IDentifier):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00050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000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</a:t>
            </a:r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(IDentifier):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danh,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61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4122: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Universally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Unique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IDentifier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(UUID)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URN Namespace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72600" y="51435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51435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INCR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1fb7743-7156-4405-8eb2-8e366ab8b3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2026-10-19T15:13:48Z</dcterms:created>
  <dcterms:modified xsi:type="dcterms:W3CDTF">2026-10-19T15:13:48Z</dcterms:modified>
</cp:coreProperties>
</file>