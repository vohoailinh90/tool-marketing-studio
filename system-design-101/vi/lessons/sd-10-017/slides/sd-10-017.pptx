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3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Nhấn</a:t>
            </a:r>
            <a:r>
              <a:rPr lang="en-US" sz="33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33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3300" b="1" dirty="0" spc="-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6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 mở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2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ưa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chuộng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(PC)</a:t>
            </a:r>
            <a:r>
              <a:rPr lang="en-US" sz="2850" dirty="0" spc="-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8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chuộng.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Cải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33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3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số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1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.NET,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tính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1650" b="1" spc="14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b="1" spc="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650" b="1" spc="14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 nhờ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Flutter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hoàn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Apple,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D,</a:t>
            </a: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Rust,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Zig,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Go,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28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“họ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Java”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7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 Guido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Apple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phép: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705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2026-10-18T16:02:25Z</dcterms:created>
  <dcterms:modified xsi:type="dcterms:W3CDTF">2026-10-18T16:02:25Z</dcterms:modified>
</cp:coreProperties>
</file>