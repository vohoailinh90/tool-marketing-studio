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ricolage Grotesque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6600" dirty="0" spc="-1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đâu: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6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tảng,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nhắn tin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3000" dirty="0"/>
          </a:p>
        </p:txBody>
      </p:sp>
      <p:sp>
        <p:nvSpPr>
          <p:cNvPr id="5" name="Connector line-1792423663963-731486321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7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AWS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335000" y="3143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381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561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3" name="Connector line-1792423663986-775716391"/>
          <p:cNvSpPr/>
          <p:nvPr/>
        </p:nvSpPr>
        <p:spPr>
          <a:xfrm flipV="1">
            <a:off x="12439650" y="3505200"/>
            <a:ext cx="895350" cy="16383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4" name="Connector line-1792423663986-237109587"/>
          <p:cNvSpPr/>
          <p:nvPr/>
        </p:nvSpPr>
        <p:spPr>
          <a:xfrm flipV="1">
            <a:off x="12439650" y="4743450"/>
            <a:ext cx="895350" cy="4000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423663987-288549268"/>
          <p:cNvSpPr/>
          <p:nvPr/>
        </p:nvSpPr>
        <p:spPr>
          <a:xfrm>
            <a:off x="12439650" y="5143500"/>
            <a:ext cx="895350" cy="8382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3663987-580784664"/>
          <p:cNvSpPr/>
          <p:nvPr/>
        </p:nvSpPr>
        <p:spPr>
          <a:xfrm>
            <a:off x="12439650" y="5143500"/>
            <a:ext cx="895350" cy="20764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b62d821-29d3-471a-b742-d13d2c441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1430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300" dirty="0" spc="-5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3300" dirty="0" spc="-33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300" dirty="0" spc="-16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be92ad1-ddca-4e66-bea9-b9d2c1036a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NGUỒN NÓI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r>
              <a:rPr lang="en-US" sz="63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3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200.</a:t>
            </a:r>
            <a:endParaRPr lang="en-US" sz="6300" dirty="0"/>
          </a:p>
        </p:txBody>
      </p:sp>
      <p:sp>
        <p:nvSpPr>
          <p:cNvPr id="4" name="Connector line-1792423666229-793850869"/>
          <p:cNvSpPr/>
          <p:nvPr/>
        </p:nvSpPr>
        <p:spPr>
          <a:xfrm>
            <a:off x="1905000" y="4572000"/>
            <a:ext cx="14478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952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2006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86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200+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620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095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S3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EC2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29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Hơn 200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763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Phục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 190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quốc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Hình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nguồn: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a31fca2-7258-466f-b2f2-4c1ef3cde4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1800" b="1" spc="26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chạm</a:t>
            </a:r>
            <a:r>
              <a:rPr lang="en-US" sz="63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238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EC2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thuê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372600" y="304800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6450" y="3238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S3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6197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581025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6450" y="581025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 Học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edad603-8232-435c-ac73-09bb87ea4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việc.</a:t>
            </a:r>
            <a:endParaRPr lang="en-US" sz="6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12508992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Dịch</a:t>
                      </a:r>
                      <a:r>
                        <a:rPr lang="en-US" sz="2550" b="1" dirty="0" spc="-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Dùng</a:t>
                      </a:r>
                      <a:r>
                        <a:rPr lang="en-US" sz="255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RDS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bảng</a:t>
                      </a:r>
                      <a:r>
                        <a:rPr lang="en-US" sz="2550" dirty="0" spc="-1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550" dirty="0" spc="-3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DynamoDB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Truy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 khóa,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quy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5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Tách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r>
                        <a:rPr lang="en-US" sz="2550" dirty="0" spc="4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khỏi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SNS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f298074-28d7-4271-99a8-e8a4addda6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1800" b="1" spc="26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Chạy,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dõi,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63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Lambda: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kiện,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85900" y="4857750"/>
            <a:ext cx="15316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857750"/>
            <a:ext cx="14573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CloudWatch: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57400" y="6572250"/>
            <a:ext cx="14173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572250"/>
            <a:ext cx="13430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CloudFormation: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e4e16c89-8e53-4002-9827-78275bc91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TẬP:</a:t>
            </a:r>
            <a:r>
              <a:rPr lang="en-US" sz="1800" b="1" spc="3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SẺ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Gắn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ảnh: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8016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dõi: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SNS</a:t>
            </a:r>
            <a:endParaRPr lang="en-US" sz="2550" dirty="0"/>
          </a:p>
        </p:txBody>
      </p:sp>
      <p:sp>
        <p:nvSpPr>
          <p:cNvPr id="7" name="Connector line-1792423699261-365632828"/>
          <p:cNvSpPr/>
          <p:nvPr/>
        </p:nvSpPr>
        <p:spPr>
          <a:xfrm>
            <a:off x="5486400" y="4333875"/>
            <a:ext cx="1371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3699261-697023067"/>
          <p:cNvSpPr/>
          <p:nvPr/>
        </p:nvSpPr>
        <p:spPr>
          <a:xfrm>
            <a:off x="11430000" y="4333875"/>
            <a:ext cx="1371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IAM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30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 ảnh.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CloudWatch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abc50ad-59e6-4fec-8076-af73083575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192500" cy="28575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 cũng</a:t>
            </a:r>
            <a:r>
              <a:rPr lang="en-US" sz="63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3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 nào</a:t>
            </a:r>
            <a:r>
              <a:rPr lang="en-US" sz="63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5143500"/>
            <a:ext cx="16459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richtext-1792424388119-40464132"/>
          <p:cNvSpPr/>
          <p:nvPr/>
        </p:nvSpPr>
        <p:spPr>
          <a:xfrm>
            <a:off x="1333500" y="5334000"/>
            <a:ext cx="15621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(VPC)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(IAM).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riêng;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IAM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30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5274308-faa1-4803-83f4-d5e466521d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1907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190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5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(Amazon</a:t>
            </a:r>
            <a:r>
              <a:rPr lang="en-US" sz="19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Services):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372600" y="21907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658350" y="2190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(Virtual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Cloud):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3619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pPr algn="l" indent="0" marL="0">
              <a:buNone/>
            </a:pP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(Identity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Management):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726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658350" y="3619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RDS</a:t>
            </a:r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(Relational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0482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50482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(Simple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 hàng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372600" y="50482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658350" y="50482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SNS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(Simple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Notification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</a:t>
            </a:r>
            <a:r>
              <a:rPr lang="en-US" sz="1950" dirty="0" spc="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6675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733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73342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72600" y="733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96450" y="73342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09c653e-bdc8-4668-9598-b057caf15d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2026-10-19T15:39:54Z</dcterms:created>
  <dcterms:modified xsi:type="dcterms:W3CDTF">2026-10-19T15:39:54Z</dcterms:modified>
</cp:coreProperties>
</file>