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525000" cy="3429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9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Telegram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an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04825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đủ.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 mã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tin?</a:t>
            </a:r>
            <a:endParaRPr lang="en-US" sz="3000" dirty="0"/>
          </a:p>
        </p:txBody>
      </p:sp>
      <p:sp>
        <p:nvSpPr>
          <p:cNvPr id="5" name="Connector line-1792370939727-787156286"/>
          <p:cNvSpPr/>
          <p:nvPr/>
        </p:nvSpPr>
        <p:spPr>
          <a:xfrm>
            <a:off x="914400" y="66675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9532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câu</a:t>
            </a:r>
            <a:r>
              <a:rPr lang="en-US" sz="2100" dirty="0" spc="-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 nhau.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477500" y="1428750"/>
            <a:ext cx="68961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10782300" y="1809750"/>
            <a:ext cx="76200" cy="1619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0" name="Text 8"/>
          <p:cNvSpPr/>
          <p:nvPr/>
        </p:nvSpPr>
        <p:spPr>
          <a:xfrm>
            <a:off x="11144250" y="1771650"/>
            <a:ext cx="5905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CHAT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THƯỜNG,</a:t>
            </a:r>
            <a:r>
              <a:rPr lang="en-US" sz="1800" b="1" spc="18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144250" y="2247900"/>
            <a:ext cx="5905500" cy="123825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6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36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r>
              <a:rPr lang="en-US" sz="3600" dirty="0" spc="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3600" dirty="0" spc="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cuối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1144250" y="2952750"/>
            <a:ext cx="609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chìa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 mảnh,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0477500" y="4095750"/>
            <a:ext cx="68961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0782300" y="4476750"/>
            <a:ext cx="76200" cy="1619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11144250" y="4438650"/>
            <a:ext cx="5905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SECRET</a:t>
            </a:r>
            <a:r>
              <a:rPr lang="en-US" sz="1800" b="1" spc="19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144250" y="4914900"/>
            <a:ext cx="5905500" cy="123825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36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r>
              <a:rPr lang="en-US" sz="3600" dirty="0" spc="8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3600" dirty="0" spc="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cuối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11144250" y="5619750"/>
            <a:ext cx="5905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giải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40bff3ac-307d-444a-97aa-5a962dcb69c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1950" b="1" spc="29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4287500" cy="2857500"/>
          </a:xfrm>
          <a:prstGeom prst="rect">
            <a:avLst/>
          </a:prstGeom>
          <a:noFill/>
          <a:ln/>
        </p:spPr>
        <p:txBody>
          <a:bodyPr wrap="square" lIns="0" tIns="64389" rIns="0" bIns="-64389" rtlCol="0" anchor="t"/>
          <a:lstStyle/>
          <a:p>
            <a:pPr algn="l" indent="0" marL="0">
              <a:lnSpc>
                <a:spcPts val="8268"/>
              </a:lnSpc>
              <a:buNone/>
            </a:pPr>
            <a:r>
              <a:rPr lang="en-US" sz="78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An</a:t>
            </a:r>
            <a:r>
              <a:rPr lang="en-US" sz="78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toàn: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7800" dirty="0" spc="-7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giải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7800" dirty="0" spc="-8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được.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5334000"/>
            <a:ext cx="114300" cy="1809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5" name="Text richtext-1792370962034-646111980"/>
          <p:cNvSpPr/>
          <p:nvPr/>
        </p:nvSpPr>
        <p:spPr>
          <a:xfrm>
            <a:off x="1333500" y="5334000"/>
            <a:ext cx="13335000" cy="1905000"/>
          </a:xfrm>
          <a:prstGeom prst="rect">
            <a:avLst/>
          </a:prstGeom>
          <a:noFill/>
          <a:ln/>
        </p:spPr>
        <p:txBody>
          <a:bodyPr wrap="square" lIns="0" tIns="1794" rIns="0" bIns="-1794" rtlCol="0" anchor="t"/>
          <a:lstStyle/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 mã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8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gọi: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8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cuối,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E2EE.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41309e4c-6fdf-4e31-9b21-0e29982c9d7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CHAT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Tin</a:t>
            </a:r>
            <a:r>
              <a:rPr lang="en-US" sz="69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cất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69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6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9875520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Câu</a:t>
                      </a:r>
                      <a:r>
                        <a:rPr lang="en-US" sz="27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hỏi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Chat</a:t>
                      </a:r>
                      <a:r>
                        <a:rPr lang="en-US" sz="2700" b="1" dirty="0" spc="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thường,</a:t>
                      </a:r>
                      <a:r>
                        <a:rPr lang="en-US" sz="2700" b="1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chat</a:t>
                      </a:r>
                      <a:r>
                        <a:rPr lang="en-US" sz="2700" b="1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nhóm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</a:t>
                      </a: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r>
                        <a:rPr lang="en-US" sz="27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hóa</a:t>
                      </a:r>
                      <a:r>
                        <a:rPr lang="en-US" sz="2700" dirty="0" spc="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đầu</a:t>
                      </a:r>
                      <a:r>
                        <a:rPr lang="en-US" sz="27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cuối</a:t>
                      </a:r>
                      <a:r>
                        <a:rPr lang="en-US" sz="270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không?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Tin</a:t>
                      </a:r>
                      <a:r>
                        <a:rPr lang="en-US" sz="2700" dirty="0" spc="2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lưu</a:t>
                      </a:r>
                      <a:r>
                        <a:rPr lang="en-US" sz="27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ở</a:t>
                      </a:r>
                      <a:r>
                        <a:rPr lang="en-US" sz="2700" dirty="0" spc="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đâu?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Máy</a:t>
                      </a: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chủ</a:t>
                      </a:r>
                      <a:r>
                        <a:rPr lang="en-US" sz="2700" dirty="0" spc="-3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Telegram,</a:t>
                      </a: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dạng</a:t>
                      </a:r>
                      <a:r>
                        <a:rPr lang="en-US" sz="2700" dirty="0" spc="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đã</a:t>
                      </a: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r>
                        <a:rPr lang="en-US" sz="27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hóa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Lưu</a:t>
                      </a:r>
                      <a:r>
                        <a:rPr lang="en-US" sz="2700" dirty="0" spc="-4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ra</a:t>
                      </a:r>
                      <a:r>
                        <a:rPr lang="en-US" sz="270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sao?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Chia</a:t>
                      </a:r>
                      <a:r>
                        <a:rPr lang="en-US" sz="27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nhiều</a:t>
                      </a:r>
                      <a:r>
                        <a:rPr lang="en-US" sz="27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mảnh,</a:t>
                      </a:r>
                      <a:r>
                        <a:rPr lang="en-US" sz="2700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cất</a:t>
                      </a:r>
                      <a:r>
                        <a:rPr lang="en-US" sz="270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ở</a:t>
                      </a:r>
                      <a:r>
                        <a:rPr lang="en-US" sz="27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nhiều</a:t>
                      </a:r>
                      <a:r>
                        <a:rPr lang="en-US" sz="2700" dirty="0" spc="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nước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8001000"/>
            <a:ext cx="164592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40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Telegram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4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được;</a:t>
            </a:r>
            <a:r>
              <a:rPr lang="en-US" sz="2400" dirty="0" spc="-3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kẻ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 lén</a:t>
            </a:r>
            <a:r>
              <a:rPr lang="en-US" sz="24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6f56f7d9-b345-4ca7-8dbb-a23a1f1ba63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CHAT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95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CHÌA</a:t>
            </a:r>
            <a:r>
              <a:rPr lang="en-US" sz="1950" b="1" spc="28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Khóa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1333500" y="3143250"/>
            <a:ext cx="53340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714500" y="3429000"/>
            <a:ext cx="4572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714500" y="3905250"/>
            <a:ext cx="45720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1333500" y="6096000"/>
            <a:ext cx="53340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14500" y="6381750"/>
            <a:ext cx="4572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CHÌA</a:t>
            </a:r>
            <a:r>
              <a:rPr lang="en-US" sz="1950" b="1" spc="20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714500" y="6858000"/>
            <a:ext cx="45720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cũng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endParaRPr lang="en-US" sz="2550" dirty="0"/>
          </a:p>
        </p:txBody>
      </p:sp>
      <p:sp>
        <p:nvSpPr>
          <p:cNvPr id="10" name="Connector line-1792373774881-397940110"/>
          <p:cNvSpPr/>
          <p:nvPr/>
        </p:nvSpPr>
        <p:spPr>
          <a:xfrm>
            <a:off x="6667500" y="4095750"/>
            <a:ext cx="3810000" cy="1476375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1" name="Connector line-1792373774882-815310111"/>
          <p:cNvSpPr/>
          <p:nvPr/>
        </p:nvSpPr>
        <p:spPr>
          <a:xfrm flipV="1">
            <a:off x="6667500" y="5667375"/>
            <a:ext cx="3810000" cy="1381125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0477500" y="4381500"/>
            <a:ext cx="6858000" cy="2476500"/>
          </a:xfrm>
          <a:prstGeom prst="roundRect">
            <a:avLst>
              <a:gd name="adj" fmla="val 12308"/>
            </a:avLst>
          </a:prstGeom>
          <a:solidFill>
            <a:srgbClr val="FFB454"/>
          </a:solidFill>
          <a:ln/>
        </p:spPr>
      </p:sp>
      <p:sp>
        <p:nvSpPr>
          <p:cNvPr id="13" name="Text 11"/>
          <p:cNvSpPr/>
          <p:nvPr/>
        </p:nvSpPr>
        <p:spPr>
          <a:xfrm>
            <a:off x="10896600" y="4705350"/>
            <a:ext cx="6096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KẺ</a:t>
            </a:r>
            <a:r>
              <a:rPr lang="en-US" sz="1950" b="1" spc="17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TẤN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PHẢI</a:t>
            </a:r>
            <a:r>
              <a:rPr lang="en-US" sz="19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spc="19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0896600" y="5200650"/>
            <a:ext cx="6096000" cy="1428750"/>
          </a:xfrm>
          <a:prstGeom prst="rect">
            <a:avLst/>
          </a:prstGeom>
          <a:noFill/>
          <a:ln/>
        </p:spPr>
        <p:txBody>
          <a:bodyPr wrap="square" lIns="0" tIns="25718" rIns="0" bIns="-25718" rtlCol="0" anchor="t"/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40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405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thể,</a:t>
            </a:r>
            <a:r>
              <a:rPr lang="en-US" sz="405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405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cực</a:t>
            </a:r>
            <a:r>
              <a:rPr lang="en-US" sz="40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kỳ</a:t>
            </a:r>
            <a:r>
              <a:rPr lang="en-US" sz="40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</a:t>
            </a:r>
            <a:endParaRPr lang="en-US" sz="4050" dirty="0"/>
          </a:p>
        </p:txBody>
      </p:sp>
      <p:sp>
        <p:nvSpPr>
          <p:cNvPr id="15" name="Shape 1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04/09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7ebb8343-331f-4ed0-a06b-3ceab119048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SECRET</a:t>
            </a:r>
            <a:r>
              <a:rPr lang="en-US" sz="1950" b="1" spc="26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chuyển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143000" y="2952750"/>
            <a:ext cx="4000500" cy="1047750"/>
          </a:xfrm>
          <a:prstGeom prst="roundRect">
            <a:avLst>
              <a:gd name="adj" fmla="val 21818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4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143750" y="2952750"/>
            <a:ext cx="4000500" cy="1047750"/>
          </a:xfrm>
          <a:prstGeom prst="roundRect">
            <a:avLst>
              <a:gd name="adj" fmla="val 21818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3144500" y="2952750"/>
            <a:ext cx="4000500" cy="1047750"/>
          </a:xfrm>
          <a:prstGeom prst="roundRect">
            <a:avLst>
              <a:gd name="adj" fmla="val 21818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700" dirty="0"/>
          </a:p>
        </p:txBody>
      </p:sp>
      <p:sp>
        <p:nvSpPr>
          <p:cNvPr id="7" name="Connector line-1792373792454-587533258"/>
          <p:cNvSpPr/>
          <p:nvPr/>
        </p:nvSpPr>
        <p:spPr>
          <a:xfrm>
            <a:off x="3143250" y="40005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8" name="Connector line-1792373792454-932724102"/>
          <p:cNvSpPr/>
          <p:nvPr/>
        </p:nvSpPr>
        <p:spPr>
          <a:xfrm>
            <a:off x="9144000" y="40005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9" name="Connector line-1792373792454-54169590"/>
          <p:cNvSpPr/>
          <p:nvPr/>
        </p:nvSpPr>
        <p:spPr>
          <a:xfrm>
            <a:off x="15144750" y="40005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3429000" y="4476750"/>
            <a:ext cx="5524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2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endParaRPr lang="en-US" sz="2250" dirty="0"/>
          </a:p>
        </p:txBody>
      </p:sp>
      <p:sp>
        <p:nvSpPr>
          <p:cNvPr id="11" name="Connector line-1792373792458-806725881"/>
          <p:cNvSpPr/>
          <p:nvPr/>
        </p:nvSpPr>
        <p:spPr>
          <a:xfrm>
            <a:off x="3238500" y="5143500"/>
            <a:ext cx="58102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9429750" y="5619750"/>
            <a:ext cx="5524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tiếp,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250" dirty="0"/>
          </a:p>
        </p:txBody>
      </p:sp>
      <p:sp>
        <p:nvSpPr>
          <p:cNvPr id="13" name="Connector line-1792373792461-900091777"/>
          <p:cNvSpPr/>
          <p:nvPr/>
        </p:nvSpPr>
        <p:spPr>
          <a:xfrm>
            <a:off x="9239250" y="6286500"/>
            <a:ext cx="58102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11906250" y="6953250"/>
            <a:ext cx="5334000" cy="85725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0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24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4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b="1" dirty="0" spc="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1e397160-895f-4168-9552-d4cadb20c02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secret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chat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95400" y="3429000"/>
            <a:ext cx="609600" cy="76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810000"/>
            <a:ext cx="4476750" cy="142875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9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9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chat</a:t>
            </a:r>
            <a:r>
              <a:rPr lang="en-US" sz="3900" dirty="0" spc="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295400" y="5429250"/>
            <a:ext cx="4476750" cy="1333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Cũng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4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24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một-một</a:t>
            </a:r>
            <a:r>
              <a:rPr lang="en-US" sz="240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6915150" y="3429000"/>
            <a:ext cx="609600" cy="76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0" name="Text 8"/>
          <p:cNvSpPr/>
          <p:nvPr/>
        </p:nvSpPr>
        <p:spPr>
          <a:xfrm>
            <a:off x="6915150" y="3810000"/>
            <a:ext cx="4476750" cy="142875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3900" dirty="0" spc="-8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39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</a:t>
            </a:r>
            <a:r>
              <a:rPr lang="en-US" sz="3900" dirty="0" spc="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6915150" y="5429250"/>
            <a:ext cx="4476750" cy="1333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4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40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4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2024.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2534900" y="3429000"/>
            <a:ext cx="609600" cy="76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4" name="Text 12"/>
          <p:cNvSpPr/>
          <p:nvPr/>
        </p:nvSpPr>
        <p:spPr>
          <a:xfrm>
            <a:off x="12534900" y="3810000"/>
            <a:ext cx="4476750" cy="142875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39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3900" dirty="0" spc="1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3900" dirty="0" spc="9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12534900" y="5429250"/>
            <a:ext cx="4476750" cy="1333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2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4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hiện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Telegram.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14400" y="752475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lõi: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secret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chat, máy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có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chìa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06/09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0288e16c-759b-4b4e-b802-87263bcd344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905000"/>
          </a:xfrm>
          <a:prstGeom prst="rect">
            <a:avLst/>
          </a:prstGeom>
          <a:noFill/>
          <a:ln/>
        </p:spPr>
        <p:txBody>
          <a:bodyPr wrap="square" lIns="0" tIns="15240" rIns="0" bIns="-1524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Lấy</a:t>
            </a: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r>
              <a:rPr lang="en-US" sz="4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 liệu</a:t>
            </a:r>
            <a:r>
              <a:rPr lang="en-US" sz="4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4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8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nước.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4800" dirty="0" spc="-6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48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chưa?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914400" y="3619500"/>
            <a:ext cx="8001000" cy="4572000"/>
          </a:xfrm>
          <a:prstGeom prst="roundRect">
            <a:avLst>
              <a:gd name="adj" fmla="val 6667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4000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CHAT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476750"/>
            <a:ext cx="7239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46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endParaRPr lang="en-US" sz="5400" dirty="0"/>
          </a:p>
        </p:txBody>
      </p:sp>
      <p:sp>
        <p:nvSpPr>
          <p:cNvPr id="7" name="Text richtext-1792373833811-593765849"/>
          <p:cNvSpPr/>
          <p:nvPr/>
        </p:nvSpPr>
        <p:spPr>
          <a:xfrm>
            <a:off x="1371600" y="5524500"/>
            <a:ext cx="7086600" cy="2381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 phải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nơi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Khó,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thể.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3619500"/>
            <a:ext cx="8001000" cy="4572000"/>
          </a:xfrm>
          <a:prstGeom prst="roundRect">
            <a:avLst>
              <a:gd name="adj" fmla="val 6667"/>
            </a:avLst>
          </a:prstGeom>
          <a:solidFill>
            <a:srgbClr val="0F766E"/>
          </a:solidFill>
          <a:ln/>
        </p:spPr>
      </p:sp>
      <p:sp>
        <p:nvSpPr>
          <p:cNvPr id="9" name="Text 7"/>
          <p:cNvSpPr/>
          <p:nvPr/>
        </p:nvSpPr>
        <p:spPr>
          <a:xfrm>
            <a:off x="9829800" y="4000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1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SECRET</a:t>
            </a:r>
            <a:r>
              <a:rPr lang="en-US" sz="1950" b="1" spc="185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829800" y="4476750"/>
            <a:ext cx="7239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endParaRPr lang="en-US" sz="5400" dirty="0"/>
          </a:p>
        </p:txBody>
      </p:sp>
      <p:sp>
        <p:nvSpPr>
          <p:cNvPr id="11" name="Text richtext-1792373833839-642752780"/>
          <p:cNvSpPr/>
          <p:nvPr/>
        </p:nvSpPr>
        <p:spPr>
          <a:xfrm>
            <a:off x="9829800" y="5524500"/>
            <a:ext cx="7086600" cy="2381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dữ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chìa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be74c12e-507d-4031-b292-772b55d2bf0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63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3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được,</a:t>
            </a:r>
            <a:r>
              <a:rPr lang="en-US" sz="6300" dirty="0" spc="-7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3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63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hóa?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5334000" y="2857500"/>
            <a:ext cx="552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4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Kẻ</a:t>
            </a:r>
            <a:r>
              <a:rPr lang="en-US" sz="2100" b="1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10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lén</a:t>
            </a:r>
            <a:r>
              <a:rPr lang="en-US" sz="2100" b="1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b="1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1430000" y="2857500"/>
            <a:ext cx="552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390525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609600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4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334000" y="3429000"/>
            <a:ext cx="5524500" cy="2000250"/>
          </a:xfrm>
          <a:prstGeom prst="roundRect">
            <a:avLst>
              <a:gd name="adj" fmla="val 11429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0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000" b="1" dirty="0" spc="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1430000" y="3429000"/>
            <a:ext cx="5524500" cy="2000250"/>
          </a:xfrm>
          <a:prstGeom prst="roundRect">
            <a:avLst>
              <a:gd name="adj" fmla="val 11429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3000" b="1" dirty="0" spc="1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334000" y="5619750"/>
            <a:ext cx="5524500" cy="2000250"/>
          </a:xfrm>
          <a:prstGeom prst="roundRect">
            <a:avLst>
              <a:gd name="adj" fmla="val 11429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0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000" b="1" dirty="0" spc="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1430000" y="5619750"/>
            <a:ext cx="5524500" cy="2000250"/>
          </a:xfrm>
          <a:prstGeom prst="roundRect">
            <a:avLst>
              <a:gd name="adj" fmla="val 11429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0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000" b="1" dirty="0" spc="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80010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giá: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2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2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tin,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2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sử,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08/09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8bbd7b62-14b0-4ef9-8f01-fb22f3b56d5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6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1153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95400" y="3238500"/>
            <a:ext cx="609600" cy="762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524250"/>
            <a:ext cx="74295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E2EE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1295400" y="4476750"/>
            <a:ext cx="7429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End-to-End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Encryption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95400" y="4953000"/>
            <a:ext cx="74295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4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cuối: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giải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258300" y="2857500"/>
            <a:ext cx="81153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9639300" y="3238500"/>
            <a:ext cx="609600" cy="76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1" name="Text 9"/>
          <p:cNvSpPr/>
          <p:nvPr/>
        </p:nvSpPr>
        <p:spPr>
          <a:xfrm>
            <a:off x="9639300" y="3524250"/>
            <a:ext cx="74295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Secret</a:t>
            </a:r>
            <a:r>
              <a:rPr lang="en-US" sz="54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chat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9639300" y="4476750"/>
            <a:ext cx="7429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tùy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của</a:t>
            </a:r>
            <a:r>
              <a:rPr lang="en-US" sz="19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Telegram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639300" y="4953000"/>
            <a:ext cx="74295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Chat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4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cuối;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 không.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914400" y="69532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14400" y="739140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14400" y="79438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4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Telegram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09/09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68827243-c3bd-47e0-898d-6e6a395fcf2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2026-10-19T02:40:02Z</dcterms:created>
  <dcterms:modified xsi:type="dcterms:W3CDTF">2026-10-19T02:40:02Z</dcterms:modified>
</cp:coreProperties>
</file>