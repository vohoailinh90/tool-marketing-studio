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Be Vietnam Pro"/>
      <p:regular r:id="rId18"/>
      <p:bold r:id="rId16"/>
    </p:embeddedFont>
    <p:embeddedFont>
      <p:font typeface="Bricolage Grotesque ExtraBold"/>
      <p:regular r:id="rId17"/>
    </p:embeddedFont>
    <p:embeddedFont>
      <p:font typeface="Be Vietnam Pro SemiBold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39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9525000" cy="4191000"/>
          </a:xfrm>
          <a:prstGeom prst="rect">
            <a:avLst/>
          </a:prstGeom>
          <a:noFill/>
          <a:ln/>
        </p:spPr>
        <p:txBody>
          <a:bodyPr wrap="square" lIns="0" tIns="54864" rIns="0" bIns="-54864" rtlCol="0" anchor="t"/>
          <a:lstStyle/>
          <a:p>
            <a:pPr algn="l" indent="0" marL="0">
              <a:lnSpc>
                <a:spcPts val="7776"/>
              </a:lnSpc>
              <a:buNone/>
            </a:pPr>
            <a:r>
              <a:rPr lang="en-US" sz="72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Phân</a:t>
            </a:r>
            <a:r>
              <a:rPr lang="en-US" sz="7200" dirty="0" spc="-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trang:</a:t>
            </a:r>
            <a:r>
              <a:rPr lang="en-US" sz="72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vị</a:t>
            </a:r>
            <a:r>
              <a:rPr lang="en-US" sz="72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trí,</a:t>
            </a:r>
            <a:r>
              <a:rPr lang="en-US" sz="72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r>
              <a:rPr lang="en-US" sz="72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tiếp</a:t>
            </a:r>
            <a:r>
              <a:rPr lang="en-US" sz="72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tục</a:t>
            </a:r>
            <a:r>
              <a:rPr lang="en-US" sz="7200" dirty="0" spc="-7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72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cursor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6477000"/>
            <a:ext cx="9525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5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Lấy</a:t>
            </a:r>
            <a:r>
              <a:rPr lang="en-US" sz="3000" dirty="0" spc="2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phần,</a:t>
            </a:r>
            <a:r>
              <a:rPr lang="en-US" sz="3000" dirty="0" spc="2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30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“phần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tiếp”</a:t>
            </a:r>
            <a:r>
              <a:rPr lang="en-US" sz="3000" dirty="0" spc="-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bắt</a:t>
            </a:r>
            <a:r>
              <a:rPr lang="en-US" sz="3000" dirty="0" spc="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300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3000" dirty="0" spc="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đâu.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7905750"/>
            <a:ext cx="952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1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100" dirty="0" spc="1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r>
              <a:rPr lang="en-US" sz="210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tạo:</a:t>
            </a:r>
            <a:r>
              <a:rPr lang="en-US" sz="21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lọc</a:t>
            </a:r>
            <a:r>
              <a:rPr lang="en-US" sz="21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100" dirty="0" spc="1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r>
              <a:rPr lang="en-US" sz="21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không?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942975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39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2420600" y="2857500"/>
            <a:ext cx="49530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5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Offset:</a:t>
            </a:r>
            <a:r>
              <a:rPr lang="en-US" sz="2100" b="1" dirty="0" spc="-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đếm</a:t>
            </a:r>
            <a:r>
              <a:rPr lang="en-US" sz="2100" b="1" dirty="0" spc="-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</a:t>
            </a:r>
            <a:r>
              <a:rPr lang="en-US" sz="2100" b="1" dirty="0" spc="5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2420600" y="4524375"/>
            <a:ext cx="49530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3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Keyset:</a:t>
            </a:r>
            <a:r>
              <a:rPr lang="en-US" sz="2100" b="1" dirty="0" spc="16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100" b="1" dirty="0" spc="-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100" b="1" dirty="0" spc="-9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100" b="1" dirty="0" spc="6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100" b="1" dirty="0" spc="-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2420600" y="6191250"/>
            <a:ext cx="49530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Cursor:</a:t>
            </a:r>
            <a:r>
              <a:rPr lang="en-US" sz="2100" b="1" dirty="0" spc="-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100" b="1" dirty="0" spc="-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100" b="1" dirty="0" spc="-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r>
              <a:rPr lang="en-US" sz="2100" b="1" dirty="0" spc="-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tục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0153650" y="4086225"/>
            <a:ext cx="1600200" cy="1600200"/>
          </a:xfrm>
          <a:prstGeom prst="ellipse">
            <a:avLst/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Trang</a:t>
            </a:r>
            <a:r>
              <a:rPr lang="en-US" sz="225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sau</a:t>
            </a:r>
            <a:endParaRPr lang="en-US" sz="2250" dirty="0"/>
          </a:p>
        </p:txBody>
      </p:sp>
      <p:sp>
        <p:nvSpPr>
          <p:cNvPr id="11" name="Connector line-1792393879949-694594790"/>
          <p:cNvSpPr/>
          <p:nvPr/>
        </p:nvSpPr>
        <p:spPr>
          <a:xfrm flipV="1">
            <a:off x="11753850" y="3219450"/>
            <a:ext cx="666750" cy="1666875"/>
          </a:xfrm>
          <a:prstGeom prst="curvedConnector3">
            <a:avLst/>
          </a:prstGeom>
          <a:noFill/>
          <a:ln w="47625">
            <a:solidFill>
              <a:srgbClr val="FF6A4D"/>
            </a:solidFill>
            <a:prstDash val="solid"/>
            <a:headEnd type="none"/>
            <a:tailEnd type="none"/>
          </a:ln>
        </p:spPr>
      </p:sp>
      <p:sp>
        <p:nvSpPr>
          <p:cNvPr id="12" name="Connector line-1792393879950-908817994"/>
          <p:cNvSpPr/>
          <p:nvPr/>
        </p:nvSpPr>
        <p:spPr>
          <a:xfrm>
            <a:off x="11753850" y="4886325"/>
            <a:ext cx="666750" cy="95"/>
          </a:xfrm>
          <a:custGeom>
            <a:avLst/>
            <a:gdLst/>
            <a:ahLst/>
            <a:cxnLst/>
            <a:rect l="l" t="t" r="r" b="b"/>
            <a:pathLst>
              <a:path w="666750" h="95">
                <a:moveTo>
                  <a:pt x="0" y="0"/>
                </a:moveTo>
                <a:lnTo>
                  <a:pt x="333375" y="0"/>
                </a:lnTo>
                <a:lnTo>
                  <a:pt x="333375" y="0"/>
                </a:lnTo>
                <a:lnTo>
                  <a:pt x="666750" y="0"/>
                </a:lnTo>
              </a:path>
            </a:pathLst>
          </a:custGeom>
          <a:ln w="47625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13" name="Connector line-1792393879950-466649553"/>
          <p:cNvSpPr/>
          <p:nvPr/>
        </p:nvSpPr>
        <p:spPr>
          <a:xfrm>
            <a:off x="11753850" y="4886325"/>
            <a:ext cx="666750" cy="1666875"/>
          </a:xfrm>
          <a:prstGeom prst="curvedConnector3">
            <a:avLst/>
          </a:prstGeom>
          <a:noFill/>
          <a:ln w="47625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5" name="Moda image moda-export-watermark-9e573f09-72f8-495f-b75f-51275887242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047750"/>
            <a:ext cx="16668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API</a:t>
            </a:r>
            <a:r>
              <a:rPr lang="en-US" sz="7200" dirty="0" spc="-3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trả</a:t>
            </a:r>
            <a:r>
              <a:rPr lang="en-US" sz="72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</a:t>
            </a:r>
            <a:r>
              <a:rPr lang="en-US" sz="7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mục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mỗi</a:t>
            </a:r>
            <a:r>
              <a:rPr lang="en-US" sz="72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lần</a:t>
            </a:r>
            <a:endParaRPr lang="en-US" sz="7200" dirty="0"/>
          </a:p>
        </p:txBody>
      </p:sp>
      <p:sp>
        <p:nvSpPr>
          <p:cNvPr id="4" name="Connector line-1792393882254-699068630"/>
          <p:cNvSpPr/>
          <p:nvPr/>
        </p:nvSpPr>
        <p:spPr>
          <a:xfrm>
            <a:off x="1619250" y="4572000"/>
            <a:ext cx="15049500" cy="0"/>
          </a:xfrm>
          <a:prstGeom prst="line">
            <a:avLst/>
          </a:prstGeom>
          <a:noFill/>
          <a:ln w="76200">
            <a:solidFill>
              <a:srgbClr val="C9C1AE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990600" y="3943350"/>
            <a:ext cx="1257300" cy="1257300"/>
          </a:xfrm>
          <a:prstGeom prst="ellipse">
            <a:avLst/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848100" y="3943350"/>
            <a:ext cx="1257300" cy="1257300"/>
          </a:xfrm>
          <a:prstGeom prst="ellipse">
            <a:avLst/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102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705600" y="3943350"/>
            <a:ext cx="1257300" cy="1257300"/>
          </a:xfrm>
          <a:prstGeom prst="ellipse">
            <a:avLst/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103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563100" y="3943350"/>
            <a:ext cx="1257300" cy="1257300"/>
          </a:xfrm>
          <a:prstGeom prst="ellipse">
            <a:avLst/>
          </a:prstGeom>
          <a:solidFill>
            <a:srgbClr val="FBF8F2"/>
          </a:solidFill>
          <a:ln w="38100">
            <a:solidFill>
              <a:srgbClr val="14161C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104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2420600" y="3943350"/>
            <a:ext cx="1257300" cy="1257300"/>
          </a:xfrm>
          <a:prstGeom prst="ellipse">
            <a:avLst/>
          </a:prstGeom>
          <a:solidFill>
            <a:srgbClr val="FBF8F2"/>
          </a:solidFill>
          <a:ln w="38100">
            <a:solidFill>
              <a:srgbClr val="14161C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105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5278100" y="3943350"/>
            <a:ext cx="1257300" cy="1257300"/>
          </a:xfrm>
          <a:prstGeom prst="ellipse">
            <a:avLst/>
          </a:prstGeom>
          <a:solidFill>
            <a:srgbClr val="FBF8F2"/>
          </a:solidFill>
          <a:ln w="38100">
            <a:solidFill>
              <a:srgbClr val="14161C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106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90600" y="5524500"/>
            <a:ext cx="7048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Người</a:t>
            </a:r>
            <a:r>
              <a:rPr lang="en-US" sz="24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đọc</a:t>
            </a:r>
            <a:r>
              <a:rPr lang="en-US" sz="2400" dirty="0" spc="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đã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nhận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101, 102,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103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563100" y="5524500"/>
            <a:ext cx="7048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2400" dirty="0" spc="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đọc:</a:t>
            </a:r>
            <a:r>
              <a:rPr lang="en-US" sz="24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104,</a:t>
            </a:r>
            <a:r>
              <a:rPr lang="en-US" sz="24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105, 106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914400" y="7239000"/>
            <a:ext cx="16459200" cy="1428750"/>
          </a:xfrm>
          <a:prstGeom prst="roundRect">
            <a:avLst>
              <a:gd name="adj" fmla="val 18667"/>
            </a:avLst>
          </a:prstGeom>
          <a:solidFill>
            <a:srgbClr val="E8E0CF"/>
          </a:solidFill>
          <a:ln/>
        </p:spPr>
      </p:sp>
      <p:sp>
        <p:nvSpPr>
          <p:cNvPr id="14" name="Text 12"/>
          <p:cNvSpPr/>
          <p:nvPr/>
        </p:nvSpPr>
        <p:spPr>
          <a:xfrm>
            <a:off x="1333500" y="7667625"/>
            <a:ext cx="15621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Khóa</a:t>
            </a:r>
            <a:r>
              <a:rPr lang="en-US" sz="28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tăng</a:t>
            </a:r>
            <a:r>
              <a:rPr lang="en-US" sz="28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dần</a:t>
            </a:r>
            <a:r>
              <a:rPr lang="en-US" sz="28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từ</a:t>
            </a:r>
            <a:r>
              <a:rPr lang="en-US" sz="28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101</a:t>
            </a:r>
            <a:r>
              <a:rPr lang="en-US" sz="28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tới</a:t>
            </a:r>
            <a:r>
              <a:rPr lang="en-US" sz="28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106.</a:t>
            </a:r>
            <a:endParaRPr lang="en-US" sz="2850" dirty="0"/>
          </a:p>
        </p:txBody>
      </p:sp>
      <p:sp>
        <p:nvSpPr>
          <p:cNvPr id="15" name="Shape 13"/>
          <p:cNvSpPr/>
          <p:nvPr/>
        </p:nvSpPr>
        <p:spPr>
          <a:xfrm>
            <a:off x="9144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6" name="Shape 14"/>
          <p:cNvSpPr/>
          <p:nvPr/>
        </p:nvSpPr>
        <p:spPr>
          <a:xfrm>
            <a:off x="1200150" y="96869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7" name="Shape 15"/>
          <p:cNvSpPr/>
          <p:nvPr/>
        </p:nvSpPr>
        <p:spPr>
          <a:xfrm>
            <a:off x="14859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8" name="Shape 16"/>
          <p:cNvSpPr/>
          <p:nvPr/>
        </p:nvSpPr>
        <p:spPr>
          <a:xfrm>
            <a:off x="177165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9" name="Shape 17"/>
          <p:cNvSpPr/>
          <p:nvPr/>
        </p:nvSpPr>
        <p:spPr>
          <a:xfrm>
            <a:off x="20574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0" name="Shape 18"/>
          <p:cNvSpPr/>
          <p:nvPr/>
        </p:nvSpPr>
        <p:spPr>
          <a:xfrm>
            <a:off x="234315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1" name="Shape 19"/>
          <p:cNvSpPr/>
          <p:nvPr/>
        </p:nvSpPr>
        <p:spPr>
          <a:xfrm>
            <a:off x="26289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2" name="Shape 20"/>
          <p:cNvSpPr/>
          <p:nvPr/>
        </p:nvSpPr>
        <p:spPr>
          <a:xfrm>
            <a:off x="291465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3" name="Shape 21"/>
          <p:cNvSpPr/>
          <p:nvPr/>
        </p:nvSpPr>
        <p:spPr>
          <a:xfrm>
            <a:off x="32004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4" name="Text 22"/>
          <p:cNvSpPr/>
          <p:nvPr/>
        </p:nvSpPr>
        <p:spPr>
          <a:xfrm>
            <a:off x="3714750" y="9601200"/>
            <a:ext cx="762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39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02/09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f2149c15-8a6a-4688-b914-caa08add2be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80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 ·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ĐẾM</a:t>
            </a: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</a:t>
            </a:r>
            <a:r>
              <a:rPr lang="en-US" sz="1800" b="1" spc="29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047750"/>
            <a:ext cx="16668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0" dirty="0" spc="-6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Offset</a:t>
            </a:r>
            <a:r>
              <a:rPr lang="en-US" sz="7500" dirty="0" spc="-8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7500" dirty="0" spc="0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số</a:t>
            </a:r>
            <a:r>
              <a:rPr lang="en-US" sz="7500" dirty="0" spc="-2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trang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2571750"/>
            <a:ext cx="8001000" cy="2857500"/>
          </a:xfrm>
          <a:prstGeom prst="roundRect">
            <a:avLst>
              <a:gd name="adj" fmla="val 9333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571750"/>
            <a:ext cx="152400" cy="28575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6" name="Text 4"/>
          <p:cNvSpPr/>
          <p:nvPr/>
        </p:nvSpPr>
        <p:spPr>
          <a:xfrm>
            <a:off x="1428750" y="2905125"/>
            <a:ext cx="7048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8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offset=3&amp;limit=3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428750" y="3571875"/>
            <a:ext cx="7048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Bỏ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mục,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28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tối</a:t>
            </a:r>
            <a:r>
              <a:rPr lang="en-US" sz="2850" dirty="0" spc="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endParaRPr lang="en-US" sz="2850" dirty="0"/>
          </a:p>
        </p:txBody>
      </p:sp>
      <p:sp>
        <p:nvSpPr>
          <p:cNvPr id="8" name="Shape 6"/>
          <p:cNvSpPr/>
          <p:nvPr/>
        </p:nvSpPr>
        <p:spPr>
          <a:xfrm>
            <a:off x="9372600" y="2571750"/>
            <a:ext cx="8001000" cy="2857500"/>
          </a:xfrm>
          <a:prstGeom prst="roundRect">
            <a:avLst>
              <a:gd name="adj" fmla="val 9333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372600" y="2571750"/>
            <a:ext cx="152400" cy="28575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0" name="Text 8"/>
          <p:cNvSpPr/>
          <p:nvPr/>
        </p:nvSpPr>
        <p:spPr>
          <a:xfrm>
            <a:off x="9886950" y="2905125"/>
            <a:ext cx="7048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2550" b="1" dirty="0" spc="-1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9886950" y="3571875"/>
            <a:ext cx="7048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Quy</a:t>
            </a:r>
            <a:r>
              <a:rPr lang="en-US" sz="28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8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offset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kích</a:t>
            </a:r>
            <a:r>
              <a:rPr lang="en-US" sz="28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thước</a:t>
            </a:r>
            <a:r>
              <a:rPr lang="en-US" sz="28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endParaRPr lang="en-US" sz="2850" dirty="0"/>
          </a:p>
        </p:txBody>
      </p:sp>
      <p:sp>
        <p:nvSpPr>
          <p:cNvPr id="12" name="Shape 10"/>
          <p:cNvSpPr/>
          <p:nvPr/>
        </p:nvSpPr>
        <p:spPr>
          <a:xfrm>
            <a:off x="914400" y="5810250"/>
            <a:ext cx="8001000" cy="2857500"/>
          </a:xfrm>
          <a:prstGeom prst="roundRect">
            <a:avLst>
              <a:gd name="adj" fmla="val 9333"/>
            </a:avLst>
          </a:prstGeom>
          <a:solidFill>
            <a:srgbClr val="F8D9D0"/>
          </a:solidFill>
          <a:ln/>
        </p:spPr>
      </p:sp>
      <p:sp>
        <p:nvSpPr>
          <p:cNvPr id="13" name="Text 11"/>
          <p:cNvSpPr/>
          <p:nvPr/>
        </p:nvSpPr>
        <p:spPr>
          <a:xfrm>
            <a:off x="1333500" y="6143625"/>
            <a:ext cx="7048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</a:t>
            </a:r>
            <a:r>
              <a:rPr lang="en-US" sz="2550" b="1" dirty="0" spc="3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550" b="1" dirty="0" spc="-5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chen</a:t>
            </a:r>
            <a:r>
              <a:rPr lang="en-US" sz="2550" b="1" dirty="0" spc="9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1333500" y="6810375"/>
            <a:ext cx="7048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Vị</a:t>
            </a:r>
            <a:r>
              <a:rPr lang="en-US" sz="28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8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endParaRPr lang="en-US" sz="2850" dirty="0"/>
          </a:p>
        </p:txBody>
      </p:sp>
      <p:sp>
        <p:nvSpPr>
          <p:cNvPr id="15" name="Shape 13"/>
          <p:cNvSpPr/>
          <p:nvPr/>
        </p:nvSpPr>
        <p:spPr>
          <a:xfrm>
            <a:off x="9372600" y="5810250"/>
            <a:ext cx="8001000" cy="2857500"/>
          </a:xfrm>
          <a:prstGeom prst="roundRect">
            <a:avLst>
              <a:gd name="adj" fmla="val 9333"/>
            </a:avLst>
          </a:prstGeom>
          <a:solidFill>
            <a:srgbClr val="F8D9D0"/>
          </a:solidFill>
          <a:ln/>
        </p:spPr>
      </p:sp>
      <p:sp>
        <p:nvSpPr>
          <p:cNvPr id="16" name="Text 14"/>
          <p:cNvSpPr/>
          <p:nvPr/>
        </p:nvSpPr>
        <p:spPr>
          <a:xfrm>
            <a:off x="9791700" y="6143625"/>
            <a:ext cx="7048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44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2550" b="1" dirty="0" spc="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550" b="1" dirty="0" spc="-13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b="1" dirty="0" spc="-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9791700" y="6810375"/>
            <a:ext cx="7048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103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8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2850" dirty="0"/>
          </a:p>
        </p:txBody>
      </p:sp>
      <p:sp>
        <p:nvSpPr>
          <p:cNvPr id="18" name="Shape 16"/>
          <p:cNvSpPr/>
          <p:nvPr/>
        </p:nvSpPr>
        <p:spPr>
          <a:xfrm>
            <a:off x="9144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9" name="Shape 17"/>
          <p:cNvSpPr/>
          <p:nvPr/>
        </p:nvSpPr>
        <p:spPr>
          <a:xfrm>
            <a:off x="120015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0" name="Shape 18"/>
          <p:cNvSpPr/>
          <p:nvPr/>
        </p:nvSpPr>
        <p:spPr>
          <a:xfrm>
            <a:off x="1485900" y="96869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1" name="Shape 19"/>
          <p:cNvSpPr/>
          <p:nvPr/>
        </p:nvSpPr>
        <p:spPr>
          <a:xfrm>
            <a:off x="177165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2" name="Shape 20"/>
          <p:cNvSpPr/>
          <p:nvPr/>
        </p:nvSpPr>
        <p:spPr>
          <a:xfrm>
            <a:off x="20574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3" name="Shape 21"/>
          <p:cNvSpPr/>
          <p:nvPr/>
        </p:nvSpPr>
        <p:spPr>
          <a:xfrm>
            <a:off x="234315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4" name="Shape 22"/>
          <p:cNvSpPr/>
          <p:nvPr/>
        </p:nvSpPr>
        <p:spPr>
          <a:xfrm>
            <a:off x="26289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5" name="Shape 23"/>
          <p:cNvSpPr/>
          <p:nvPr/>
        </p:nvSpPr>
        <p:spPr>
          <a:xfrm>
            <a:off x="291465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6" name="Shape 24"/>
          <p:cNvSpPr/>
          <p:nvPr/>
        </p:nvSpPr>
        <p:spPr>
          <a:xfrm>
            <a:off x="32004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7" name="Text 25"/>
          <p:cNvSpPr/>
          <p:nvPr/>
        </p:nvSpPr>
        <p:spPr>
          <a:xfrm>
            <a:off x="3714750" y="9601200"/>
            <a:ext cx="762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39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03/09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fbe092f9-55a4-4aef-acb6-8a03942fc0c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3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KEYSET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047750"/>
            <a:ext cx="16668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Đi</a:t>
            </a:r>
            <a:r>
              <a:rPr lang="en-US" sz="72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sau</a:t>
            </a:r>
            <a:r>
              <a:rPr lang="en-US" sz="72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r>
              <a:rPr lang="en-US" sz="7200" dirty="0" spc="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đã</a:t>
            </a:r>
            <a:r>
              <a:rPr lang="en-US" sz="7200" dirty="0" spc="1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đọc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3429000"/>
            <a:ext cx="4572000" cy="1905000"/>
          </a:xfrm>
          <a:prstGeom prst="roundRect">
            <a:avLst>
              <a:gd name="adj" fmla="val 14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4900" y="3810000"/>
            <a:ext cx="4191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7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103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858000" y="3429000"/>
            <a:ext cx="4572000" cy="1905000"/>
          </a:xfrm>
          <a:prstGeom prst="roundRect">
            <a:avLst>
              <a:gd name="adj" fmla="val 14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8500" y="3810000"/>
            <a:ext cx="4191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id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&gt;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103,</a:t>
            </a:r>
            <a:r>
              <a:rPr lang="en-US" sz="270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12801600" y="3429000"/>
            <a:ext cx="4572000" cy="1905000"/>
          </a:xfrm>
          <a:prstGeom prst="roundRect">
            <a:avLst>
              <a:gd name="adj" fmla="val 14000"/>
            </a:avLst>
          </a:prstGeom>
          <a:solidFill>
            <a:srgbClr val="7C93FF"/>
          </a:solidFill>
          <a:ln/>
        </p:spPr>
      </p:sp>
      <p:sp>
        <p:nvSpPr>
          <p:cNvPr id="9" name="Text 7"/>
          <p:cNvSpPr/>
          <p:nvPr/>
        </p:nvSpPr>
        <p:spPr>
          <a:xfrm>
            <a:off x="12992100" y="3810000"/>
            <a:ext cx="4191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104,</a:t>
            </a:r>
            <a:r>
              <a:rPr lang="en-US" sz="36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105,</a:t>
            </a:r>
            <a:r>
              <a:rPr lang="en-US" sz="36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106</a:t>
            </a:r>
            <a:endParaRPr lang="en-US" sz="3600" dirty="0"/>
          </a:p>
        </p:txBody>
      </p:sp>
      <p:sp>
        <p:nvSpPr>
          <p:cNvPr id="10" name="Connector line-1792393995761-888626487"/>
          <p:cNvSpPr/>
          <p:nvPr/>
        </p:nvSpPr>
        <p:spPr>
          <a:xfrm>
            <a:off x="5486400" y="4381500"/>
            <a:ext cx="1371600" cy="0"/>
          </a:xfrm>
          <a:prstGeom prst="line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11" name="Connector line-1792393995761-293706438"/>
          <p:cNvSpPr/>
          <p:nvPr/>
        </p:nvSpPr>
        <p:spPr>
          <a:xfrm>
            <a:off x="11430000" y="4381500"/>
            <a:ext cx="1371600" cy="0"/>
          </a:xfrm>
          <a:prstGeom prst="line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14400" y="6477000"/>
            <a:ext cx="16459200" cy="1047750"/>
          </a:xfrm>
          <a:prstGeom prst="roundRect">
            <a:avLst>
              <a:gd name="adj" fmla="val 25455"/>
            </a:avLst>
          </a:prstGeom>
          <a:solidFill>
            <a:srgbClr val="1E212B"/>
          </a:solidFill>
          <a:ln/>
        </p:spPr>
      </p:sp>
      <p:sp>
        <p:nvSpPr>
          <p:cNvPr id="13" name="Text 11"/>
          <p:cNvSpPr/>
          <p:nvPr/>
        </p:nvSpPr>
        <p:spPr>
          <a:xfrm>
            <a:off x="1333500" y="6667500"/>
            <a:ext cx="15621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Chèn khóa</a:t>
            </a:r>
            <a:r>
              <a:rPr lang="en-US" sz="28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100</a:t>
            </a:r>
            <a:r>
              <a:rPr lang="en-US" sz="285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85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đẩy</a:t>
            </a:r>
            <a:r>
              <a:rPr lang="en-US" sz="285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mốc</a:t>
            </a:r>
            <a:r>
              <a:rPr lang="en-US" sz="285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lùi</a:t>
            </a:r>
            <a:r>
              <a:rPr lang="en-US" sz="28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lại.</a:t>
            </a:r>
            <a:endParaRPr lang="en-US" sz="2850" dirty="0"/>
          </a:p>
        </p:txBody>
      </p:sp>
      <p:sp>
        <p:nvSpPr>
          <p:cNvPr id="14" name="Shape 12"/>
          <p:cNvSpPr/>
          <p:nvPr/>
        </p:nvSpPr>
        <p:spPr>
          <a:xfrm>
            <a:off x="914400" y="7810500"/>
            <a:ext cx="16459200" cy="1047750"/>
          </a:xfrm>
          <a:prstGeom prst="roundRect">
            <a:avLst>
              <a:gd name="adj" fmla="val 25455"/>
            </a:avLst>
          </a:prstGeom>
          <a:solidFill>
            <a:srgbClr val="1E212B"/>
          </a:solidFill>
          <a:ln/>
        </p:spPr>
      </p:sp>
      <p:sp>
        <p:nvSpPr>
          <p:cNvPr id="15" name="Text 13"/>
          <p:cNvSpPr/>
          <p:nvPr/>
        </p:nvSpPr>
        <p:spPr>
          <a:xfrm>
            <a:off x="1333500" y="8001000"/>
            <a:ext cx="15621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Cần</a:t>
            </a:r>
            <a:r>
              <a:rPr lang="en-US" sz="25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thứ</a:t>
            </a:r>
            <a:r>
              <a:rPr lang="en-US" sz="25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tự phân</a:t>
            </a:r>
            <a:r>
              <a:rPr lang="en-US" sz="255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biệt</a:t>
            </a:r>
            <a:r>
              <a:rPr lang="en-US" sz="2550" dirty="0" spc="2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từng</a:t>
            </a:r>
            <a:r>
              <a:rPr lang="en-US" sz="25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bản</a:t>
            </a:r>
            <a:r>
              <a:rPr lang="en-US" sz="255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ghi</a:t>
            </a:r>
            <a:r>
              <a:rPr lang="en-US" sz="2550" dirty="0" spc="-2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5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25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mục phù hợp.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144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7" name="Shape 15"/>
          <p:cNvSpPr/>
          <p:nvPr/>
        </p:nvSpPr>
        <p:spPr>
          <a:xfrm>
            <a:off x="120015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8" name="Shape 16"/>
          <p:cNvSpPr/>
          <p:nvPr/>
        </p:nvSpPr>
        <p:spPr>
          <a:xfrm>
            <a:off x="14859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9" name="Shape 17"/>
          <p:cNvSpPr/>
          <p:nvPr/>
        </p:nvSpPr>
        <p:spPr>
          <a:xfrm>
            <a:off x="1771650" y="9686925"/>
            <a:ext cx="133350" cy="1333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0" name="Shape 18"/>
          <p:cNvSpPr/>
          <p:nvPr/>
        </p:nvSpPr>
        <p:spPr>
          <a:xfrm>
            <a:off x="20574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21" name="Shape 19"/>
          <p:cNvSpPr/>
          <p:nvPr/>
        </p:nvSpPr>
        <p:spPr>
          <a:xfrm>
            <a:off x="234315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22" name="Shape 20"/>
          <p:cNvSpPr/>
          <p:nvPr/>
        </p:nvSpPr>
        <p:spPr>
          <a:xfrm>
            <a:off x="26289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23" name="Shape 21"/>
          <p:cNvSpPr/>
          <p:nvPr/>
        </p:nvSpPr>
        <p:spPr>
          <a:xfrm>
            <a:off x="291465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24" name="Shape 22"/>
          <p:cNvSpPr/>
          <p:nvPr/>
        </p:nvSpPr>
        <p:spPr>
          <a:xfrm>
            <a:off x="32004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25" name="Text 23"/>
          <p:cNvSpPr/>
          <p:nvPr/>
        </p:nvSpPr>
        <p:spPr>
          <a:xfrm>
            <a:off x="3714750" y="9601200"/>
            <a:ext cx="762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39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04/09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aaa9583f-a479-4259-bf20-c6357d0a9b7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CURSOR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047750"/>
            <a:ext cx="16668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6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Hợp</a:t>
            </a:r>
            <a:r>
              <a:rPr lang="en-US" sz="7200" dirty="0" spc="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đồng</a:t>
            </a:r>
            <a:r>
              <a:rPr lang="en-US" sz="72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tiếp</a:t>
            </a:r>
            <a:r>
              <a:rPr lang="en-US" sz="72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tục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2476500" y="2571750"/>
            <a:ext cx="4000500" cy="7620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4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811000" y="2571750"/>
            <a:ext cx="4000500" cy="7620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4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2400" dirty="0"/>
          </a:p>
        </p:txBody>
      </p:sp>
      <p:sp>
        <p:nvSpPr>
          <p:cNvPr id="6" name="Connector line-1792394006527-392981515"/>
          <p:cNvSpPr/>
          <p:nvPr/>
        </p:nvSpPr>
        <p:spPr>
          <a:xfrm>
            <a:off x="4476750" y="3333750"/>
            <a:ext cx="0" cy="4286250"/>
          </a:xfrm>
          <a:prstGeom prst="line">
            <a:avLst/>
          </a:prstGeom>
          <a:noFill/>
          <a:ln w="38100">
            <a:solidFill>
              <a:srgbClr val="3A3E4D"/>
            </a:solidFill>
            <a:prstDash val="solid"/>
            <a:headEnd type="none"/>
            <a:tailEnd type="none"/>
          </a:ln>
        </p:spPr>
      </p:sp>
      <p:sp>
        <p:nvSpPr>
          <p:cNvPr id="7" name="Connector line-1792394006528-385855007"/>
          <p:cNvSpPr/>
          <p:nvPr/>
        </p:nvSpPr>
        <p:spPr>
          <a:xfrm>
            <a:off x="13811250" y="3333750"/>
            <a:ext cx="0" cy="4286250"/>
          </a:xfrm>
          <a:prstGeom prst="line">
            <a:avLst/>
          </a:prstGeom>
          <a:noFill/>
          <a:ln w="38100">
            <a:solidFill>
              <a:srgbClr val="3A3E4D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5334000" y="3714750"/>
            <a:ext cx="7620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Xin</a:t>
            </a:r>
            <a:r>
              <a:rPr lang="en-US" sz="240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trang</a:t>
            </a:r>
            <a:r>
              <a:rPr lang="en-US" sz="2400" dirty="0" spc="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đầu</a:t>
            </a:r>
            <a:endParaRPr lang="en-US" sz="2400" dirty="0"/>
          </a:p>
        </p:txBody>
      </p:sp>
      <p:sp>
        <p:nvSpPr>
          <p:cNvPr id="9" name="Connector line-1792394006531-667903175"/>
          <p:cNvSpPr/>
          <p:nvPr/>
        </p:nvSpPr>
        <p:spPr>
          <a:xfrm>
            <a:off x="4476750" y="4286250"/>
            <a:ext cx="9334500" cy="0"/>
          </a:xfrm>
          <a:prstGeom prst="line">
            <a:avLst/>
          </a:prstGeom>
          <a:noFill/>
          <a:ln w="47625">
            <a:solidFill>
              <a:srgbClr val="FFB454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5334000" y="4762500"/>
            <a:ext cx="7620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Ba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mục</a:t>
            </a:r>
            <a:r>
              <a:rPr lang="en-US" sz="2400" dirty="0" spc="-2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400" dirty="0" spc="-2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token</a:t>
            </a:r>
            <a:endParaRPr lang="en-US" sz="2400" dirty="0"/>
          </a:p>
        </p:txBody>
      </p:sp>
      <p:sp>
        <p:nvSpPr>
          <p:cNvPr id="11" name="Connector line-1792394006537-625685784"/>
          <p:cNvSpPr/>
          <p:nvPr/>
        </p:nvSpPr>
        <p:spPr>
          <a:xfrm flipH="1">
            <a:off x="4476750" y="5334000"/>
            <a:ext cx="9334500" cy="0"/>
          </a:xfrm>
          <a:prstGeom prst="line">
            <a:avLst/>
          </a:prstGeom>
          <a:noFill/>
          <a:ln w="47625">
            <a:solidFill>
              <a:srgbClr val="FFB454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5334000" y="5810250"/>
            <a:ext cx="7620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 spc="5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Gửi</a:t>
            </a: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lại</a:t>
            </a:r>
            <a:r>
              <a:rPr lang="en-US" sz="2400" dirty="0" spc="-2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token</a:t>
            </a:r>
            <a:endParaRPr lang="en-US" sz="2400" dirty="0"/>
          </a:p>
        </p:txBody>
      </p:sp>
      <p:sp>
        <p:nvSpPr>
          <p:cNvPr id="13" name="Connector line-1792394006540-57670373"/>
          <p:cNvSpPr/>
          <p:nvPr/>
        </p:nvSpPr>
        <p:spPr>
          <a:xfrm>
            <a:off x="4476750" y="6381750"/>
            <a:ext cx="9334500" cy="0"/>
          </a:xfrm>
          <a:prstGeom prst="line">
            <a:avLst/>
          </a:prstGeom>
          <a:noFill/>
          <a:ln w="47625">
            <a:solidFill>
              <a:srgbClr val="FFB454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14400" y="8001000"/>
            <a:ext cx="16459200" cy="1047750"/>
          </a:xfrm>
          <a:prstGeom prst="roundRect">
            <a:avLst>
              <a:gd name="adj" fmla="val 25455"/>
            </a:avLst>
          </a:prstGeom>
          <a:solidFill>
            <a:srgbClr val="1E212B"/>
          </a:solidFill>
          <a:ln/>
        </p:spPr>
      </p:sp>
      <p:sp>
        <p:nvSpPr>
          <p:cNvPr id="15" name="Text 13"/>
          <p:cNvSpPr/>
          <p:nvPr/>
        </p:nvSpPr>
        <p:spPr>
          <a:xfrm>
            <a:off x="1333500" y="8191500"/>
            <a:ext cx="15621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Coi</a:t>
            </a:r>
            <a:r>
              <a:rPr lang="en-US" sz="2850" dirty="0" spc="-2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token</a:t>
            </a:r>
            <a:r>
              <a:rPr lang="en-US" sz="28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285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giá</a:t>
            </a:r>
            <a:r>
              <a:rPr lang="en-US" sz="2850" dirty="0" spc="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trị</a:t>
            </a:r>
            <a:r>
              <a:rPr lang="en-US" sz="285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8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tự</a:t>
            </a:r>
            <a:r>
              <a:rPr lang="en-US" sz="28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phân</a:t>
            </a:r>
            <a:r>
              <a:rPr lang="en-US" sz="28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tích.</a:t>
            </a:r>
            <a:endParaRPr lang="en-US" sz="2850" dirty="0"/>
          </a:p>
        </p:txBody>
      </p:sp>
      <p:sp>
        <p:nvSpPr>
          <p:cNvPr id="16" name="Shape 14"/>
          <p:cNvSpPr/>
          <p:nvPr/>
        </p:nvSpPr>
        <p:spPr>
          <a:xfrm>
            <a:off x="9144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7" name="Shape 15"/>
          <p:cNvSpPr/>
          <p:nvPr/>
        </p:nvSpPr>
        <p:spPr>
          <a:xfrm>
            <a:off x="120015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8" name="Shape 16"/>
          <p:cNvSpPr/>
          <p:nvPr/>
        </p:nvSpPr>
        <p:spPr>
          <a:xfrm>
            <a:off x="14859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9" name="Shape 17"/>
          <p:cNvSpPr/>
          <p:nvPr/>
        </p:nvSpPr>
        <p:spPr>
          <a:xfrm>
            <a:off x="177165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20" name="Shape 18"/>
          <p:cNvSpPr/>
          <p:nvPr/>
        </p:nvSpPr>
        <p:spPr>
          <a:xfrm>
            <a:off x="2057400" y="9686925"/>
            <a:ext cx="133350" cy="1333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1" name="Shape 19"/>
          <p:cNvSpPr/>
          <p:nvPr/>
        </p:nvSpPr>
        <p:spPr>
          <a:xfrm>
            <a:off x="234315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22" name="Shape 20"/>
          <p:cNvSpPr/>
          <p:nvPr/>
        </p:nvSpPr>
        <p:spPr>
          <a:xfrm>
            <a:off x="26289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23" name="Shape 21"/>
          <p:cNvSpPr/>
          <p:nvPr/>
        </p:nvSpPr>
        <p:spPr>
          <a:xfrm>
            <a:off x="291465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24" name="Shape 22"/>
          <p:cNvSpPr/>
          <p:nvPr/>
        </p:nvSpPr>
        <p:spPr>
          <a:xfrm>
            <a:off x="32004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25" name="Text 23"/>
          <p:cNvSpPr/>
          <p:nvPr/>
        </p:nvSpPr>
        <p:spPr>
          <a:xfrm>
            <a:off x="3714750" y="9601200"/>
            <a:ext cx="762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39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05/09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2ef39312-f25c-40d4-bcf4-a28b1b5ce9a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TÓM</a:t>
            </a:r>
            <a:r>
              <a:rPr lang="en-US" sz="1800" b="1" spc="29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047750"/>
            <a:ext cx="16668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7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</a:t>
            </a:r>
            <a:r>
              <a:rPr lang="en-US" sz="7200" dirty="0" spc="3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</a:t>
            </a:r>
            <a:r>
              <a:rPr lang="en-US" sz="7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tiếp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5181600" cy="3810000"/>
          </a:xfrm>
          <a:prstGeom prst="roundRect">
            <a:avLst>
              <a:gd name="adj" fmla="val 7000"/>
            </a:avLst>
          </a:prstGeom>
          <a:solidFill>
            <a:srgbClr val="FBF8F2"/>
          </a:solidFill>
          <a:ln w="38100">
            <a:solidFill>
              <a:srgbClr val="E847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143250"/>
            <a:ext cx="44196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Offset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1295400" y="4095750"/>
            <a:ext cx="44196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Đếm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vị</a:t>
            </a:r>
            <a:r>
              <a:rPr lang="en-US" sz="2850" dirty="0" spc="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trí,</a:t>
            </a:r>
            <a:r>
              <a:rPr lang="en-US" sz="28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dùng</a:t>
            </a:r>
            <a:r>
              <a:rPr lang="en-US" sz="28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số</a:t>
            </a:r>
            <a:r>
              <a:rPr lang="en-US" sz="285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trang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6553200" y="2762250"/>
            <a:ext cx="5181600" cy="3810000"/>
          </a:xfrm>
          <a:prstGeom prst="roundRect">
            <a:avLst>
              <a:gd name="adj" fmla="val 7000"/>
            </a:avLst>
          </a:prstGeom>
          <a:solidFill>
            <a:srgbClr val="FBF8F2"/>
          </a:solidFill>
          <a:ln w="38100">
            <a:solidFill>
              <a:srgbClr val="1F3F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34200" y="3143250"/>
            <a:ext cx="44196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23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Keyset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6934200" y="4095750"/>
            <a:ext cx="44196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Đi sau</a:t>
            </a:r>
            <a:r>
              <a:rPr lang="en-US" sz="28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khóa</a:t>
            </a:r>
            <a:r>
              <a:rPr lang="en-US" sz="2850" dirty="0" spc="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đã</a:t>
            </a:r>
            <a:r>
              <a:rPr lang="en-US" sz="285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đọc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12192000" y="2762250"/>
            <a:ext cx="5181600" cy="3810000"/>
          </a:xfrm>
          <a:prstGeom prst="roundRect">
            <a:avLst>
              <a:gd name="adj" fmla="val 7000"/>
            </a:avLst>
          </a:prstGeom>
          <a:solidFill>
            <a:srgbClr val="FBF8F2"/>
          </a:solidFill>
          <a:ln w="38100">
            <a:solidFill>
              <a:srgbClr val="B4530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573000" y="3143250"/>
            <a:ext cx="44196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4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Cursor</a:t>
            </a:r>
            <a:endParaRPr lang="en-US" sz="3900" dirty="0"/>
          </a:p>
        </p:txBody>
      </p:sp>
      <p:sp>
        <p:nvSpPr>
          <p:cNvPr id="12" name="Text 10"/>
          <p:cNvSpPr/>
          <p:nvPr/>
        </p:nvSpPr>
        <p:spPr>
          <a:xfrm>
            <a:off x="12573000" y="4095750"/>
            <a:ext cx="44196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Hợp</a:t>
            </a:r>
            <a:r>
              <a:rPr lang="en-US" sz="28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đồng</a:t>
            </a:r>
            <a:r>
              <a:rPr lang="en-US" sz="28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tiếp</a:t>
            </a:r>
            <a:r>
              <a:rPr lang="en-US" sz="28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tục</a:t>
            </a:r>
            <a:r>
              <a:rPr lang="en-US" sz="28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bằng</a:t>
            </a:r>
            <a:r>
              <a:rPr lang="en-US" sz="2850" dirty="0" spc="-2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token</a:t>
            </a:r>
            <a:endParaRPr lang="en-US" sz="2850" dirty="0"/>
          </a:p>
        </p:txBody>
      </p:sp>
      <p:sp>
        <p:nvSpPr>
          <p:cNvPr id="13" name="Shape 11"/>
          <p:cNvSpPr/>
          <p:nvPr/>
        </p:nvSpPr>
        <p:spPr>
          <a:xfrm>
            <a:off x="914400" y="7239000"/>
            <a:ext cx="16459200" cy="1428750"/>
          </a:xfrm>
          <a:prstGeom prst="roundRect">
            <a:avLst>
              <a:gd name="adj" fmla="val 18667"/>
            </a:avLst>
          </a:prstGeom>
          <a:solidFill>
            <a:srgbClr val="E8E0CF"/>
          </a:solidFill>
          <a:ln/>
        </p:spPr>
      </p:sp>
      <p:sp>
        <p:nvSpPr>
          <p:cNvPr id="14" name="Text 12"/>
          <p:cNvSpPr/>
          <p:nvPr/>
        </p:nvSpPr>
        <p:spPr>
          <a:xfrm>
            <a:off x="1333500" y="7620000"/>
            <a:ext cx="15621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Cursor</a:t>
            </a:r>
            <a:r>
              <a:rPr lang="en-US" sz="28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8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nói</a:t>
            </a:r>
            <a:r>
              <a:rPr lang="en-US" sz="28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cách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truy</a:t>
            </a:r>
            <a:r>
              <a:rPr lang="en-US" sz="285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vấn</a:t>
            </a:r>
            <a:r>
              <a:rPr lang="en-US" sz="28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bên</a:t>
            </a:r>
            <a:r>
              <a:rPr lang="en-US" sz="2850" dirty="0" spc="-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trong.</a:t>
            </a:r>
            <a:endParaRPr lang="en-US" sz="2850" dirty="0"/>
          </a:p>
        </p:txBody>
      </p:sp>
      <p:sp>
        <p:nvSpPr>
          <p:cNvPr id="15" name="Shape 13"/>
          <p:cNvSpPr/>
          <p:nvPr/>
        </p:nvSpPr>
        <p:spPr>
          <a:xfrm>
            <a:off x="9144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6" name="Shape 14"/>
          <p:cNvSpPr/>
          <p:nvPr/>
        </p:nvSpPr>
        <p:spPr>
          <a:xfrm>
            <a:off x="120015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7" name="Shape 15"/>
          <p:cNvSpPr/>
          <p:nvPr/>
        </p:nvSpPr>
        <p:spPr>
          <a:xfrm>
            <a:off x="14859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8" name="Shape 16"/>
          <p:cNvSpPr/>
          <p:nvPr/>
        </p:nvSpPr>
        <p:spPr>
          <a:xfrm>
            <a:off x="177165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9" name="Shape 17"/>
          <p:cNvSpPr/>
          <p:nvPr/>
        </p:nvSpPr>
        <p:spPr>
          <a:xfrm>
            <a:off x="20574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0" name="Shape 18"/>
          <p:cNvSpPr/>
          <p:nvPr/>
        </p:nvSpPr>
        <p:spPr>
          <a:xfrm>
            <a:off x="2343150" y="96869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1" name="Shape 19"/>
          <p:cNvSpPr/>
          <p:nvPr/>
        </p:nvSpPr>
        <p:spPr>
          <a:xfrm>
            <a:off x="26289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2" name="Shape 20"/>
          <p:cNvSpPr/>
          <p:nvPr/>
        </p:nvSpPr>
        <p:spPr>
          <a:xfrm>
            <a:off x="291465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3" name="Shape 21"/>
          <p:cNvSpPr/>
          <p:nvPr/>
        </p:nvSpPr>
        <p:spPr>
          <a:xfrm>
            <a:off x="32004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4" name="Text 22"/>
          <p:cNvSpPr/>
          <p:nvPr/>
        </p:nvSpPr>
        <p:spPr>
          <a:xfrm>
            <a:off x="3714750" y="9601200"/>
            <a:ext cx="762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39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06/09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3f1db036-2b4c-4d71-8e9f-df1f2d1629e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180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39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sách</a:t>
            </a:r>
            <a:r>
              <a:rPr lang="en-US" sz="3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3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cùng</a:t>
            </a:r>
            <a:r>
              <a:rPr lang="en-US" sz="3900" dirty="0" spc="-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thời</a:t>
            </a:r>
            <a:r>
              <a:rPr lang="en-US" sz="3900" dirty="0" spc="1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điểm</a:t>
            </a:r>
            <a:r>
              <a:rPr lang="en-US" sz="390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tạo.</a:t>
            </a:r>
            <a:r>
              <a:rPr lang="en-US" sz="3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</a:t>
            </a:r>
            <a:r>
              <a:rPr lang="en-US" sz="3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lọc</a:t>
            </a:r>
            <a:r>
              <a:rPr lang="en-US" sz="3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3900" dirty="0" spc="-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thời</a:t>
            </a:r>
            <a:r>
              <a:rPr lang="en-US" sz="3900" dirty="0" spc="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điểm:</a:t>
            </a:r>
            <a:r>
              <a:rPr lang="en-US" sz="3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39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chắc</a:t>
            </a:r>
            <a:r>
              <a:rPr lang="en-US" sz="3900" dirty="0" spc="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đủ</a:t>
            </a:r>
            <a:r>
              <a:rPr lang="en-US" sz="39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sách</a:t>
            </a:r>
            <a:r>
              <a:rPr lang="en-US" sz="3900" dirty="0" spc="-2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chưa</a:t>
            </a:r>
            <a:r>
              <a:rPr lang="en-US" sz="3900" dirty="0" spc="-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đọc?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914400" y="4191000"/>
            <a:ext cx="16459200" cy="4572000"/>
          </a:xfrm>
          <a:prstGeom prst="roundRect">
            <a:avLst>
              <a:gd name="adj" fmla="val 5833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3500" y="447675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TRẢ</a:t>
            </a:r>
            <a:r>
              <a:rPr lang="en-US" sz="1800" b="1" spc="27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6" name="Text richtext-1792394024470-774561238"/>
          <p:cNvSpPr/>
          <p:nvPr/>
        </p:nvSpPr>
        <p:spPr>
          <a:xfrm>
            <a:off x="1333500" y="5048250"/>
            <a:ext cx="156210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61950" indent="-258592"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85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Không.</a:t>
            </a:r>
            <a:r>
              <a:rPr lang="en-US" sz="285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Sách</a:t>
            </a:r>
            <a:r>
              <a:rPr lang="en-US" sz="28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cùng</a:t>
            </a:r>
            <a:r>
              <a:rPr lang="en-US" sz="28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thời</a:t>
            </a:r>
            <a:r>
              <a:rPr lang="en-US" sz="2850" dirty="0" spc="1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điểm</a:t>
            </a:r>
            <a:r>
              <a:rPr lang="en-US" sz="2850" dirty="0" spc="-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với</a:t>
            </a:r>
            <a:r>
              <a:rPr lang="en-US" sz="285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mốc</a:t>
            </a:r>
            <a:r>
              <a:rPr lang="en-US" sz="28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sẽ</a:t>
            </a:r>
            <a:r>
              <a:rPr lang="en-US" sz="28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bị</a:t>
            </a:r>
            <a:r>
              <a:rPr lang="en-US" sz="28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loại.</a:t>
            </a:r>
            <a:endParaRPr lang="en-US" sz="2850" dirty="0"/>
          </a:p>
          <a:p>
            <a:pPr algn="l" marL="361950" indent="-258592"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85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Cần</a:t>
            </a:r>
            <a:r>
              <a:rPr lang="en-US" sz="28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thứ</a:t>
            </a:r>
            <a:r>
              <a:rPr lang="en-US" sz="285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tự</a:t>
            </a:r>
            <a:r>
              <a:rPr lang="en-US" sz="28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phân</a:t>
            </a:r>
            <a:r>
              <a:rPr lang="en-US" sz="28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biệt:</a:t>
            </a:r>
            <a:r>
              <a:rPr lang="en-US" sz="28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thời</a:t>
            </a:r>
            <a:r>
              <a:rPr lang="en-US" sz="2850" dirty="0" spc="1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điểm</a:t>
            </a:r>
            <a:r>
              <a:rPr lang="en-US" sz="28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cùng</a:t>
            </a:r>
            <a:r>
              <a:rPr lang="en-US" sz="285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khóa</a:t>
            </a:r>
            <a:r>
              <a:rPr lang="en-US" sz="285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duy</a:t>
            </a:r>
            <a:r>
              <a:rPr lang="en-US" sz="285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nhất.</a:t>
            </a:r>
            <a:endParaRPr lang="en-US" sz="2850" dirty="0"/>
          </a:p>
          <a:p>
            <a:pPr algn="l" marL="361950" indent="-258592">
              <a:buSzPct val="100000"/>
              <a:buFont typeface="Arial"/>
              <a:buChar char="•"/>
            </a:pPr>
            <a:r>
              <a:rPr lang="en-US" sz="28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Dùng</a:t>
            </a:r>
            <a:r>
              <a:rPr lang="en-US" sz="28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đúng</a:t>
            </a:r>
            <a:r>
              <a:rPr lang="en-US" sz="28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cặp</a:t>
            </a:r>
            <a:r>
              <a:rPr lang="en-US" sz="2850" dirty="0" spc="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đó</a:t>
            </a:r>
            <a:r>
              <a:rPr lang="en-US" sz="2850" dirty="0" spc="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để</a:t>
            </a:r>
            <a:r>
              <a:rPr lang="en-US" sz="28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tiếp</a:t>
            </a:r>
            <a:r>
              <a:rPr lang="en-US" sz="28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tục.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9144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8" name="Shape 6"/>
          <p:cNvSpPr/>
          <p:nvPr/>
        </p:nvSpPr>
        <p:spPr>
          <a:xfrm>
            <a:off x="120015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9" name="Shape 7"/>
          <p:cNvSpPr/>
          <p:nvPr/>
        </p:nvSpPr>
        <p:spPr>
          <a:xfrm>
            <a:off x="14859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0" name="Shape 8"/>
          <p:cNvSpPr/>
          <p:nvPr/>
        </p:nvSpPr>
        <p:spPr>
          <a:xfrm>
            <a:off x="177165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1" name="Shape 9"/>
          <p:cNvSpPr/>
          <p:nvPr/>
        </p:nvSpPr>
        <p:spPr>
          <a:xfrm>
            <a:off x="20574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2" name="Shape 10"/>
          <p:cNvSpPr/>
          <p:nvPr/>
        </p:nvSpPr>
        <p:spPr>
          <a:xfrm>
            <a:off x="234315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3" name="Shape 11"/>
          <p:cNvSpPr/>
          <p:nvPr/>
        </p:nvSpPr>
        <p:spPr>
          <a:xfrm>
            <a:off x="2628900" y="9686925"/>
            <a:ext cx="133350" cy="1333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4" name="Shape 12"/>
          <p:cNvSpPr/>
          <p:nvPr/>
        </p:nvSpPr>
        <p:spPr>
          <a:xfrm>
            <a:off x="291465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5" name="Shape 13"/>
          <p:cNvSpPr/>
          <p:nvPr/>
        </p:nvSpPr>
        <p:spPr>
          <a:xfrm>
            <a:off x="32004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6" name="Text 14"/>
          <p:cNvSpPr/>
          <p:nvPr/>
        </p:nvSpPr>
        <p:spPr>
          <a:xfrm>
            <a:off x="3714750" y="9601200"/>
            <a:ext cx="762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39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07/09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19763cd4-1116-424f-af40-801bc719edb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</a:t>
            </a:r>
            <a:r>
              <a:rPr lang="en-US" sz="1800" b="1" spc="28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047750"/>
            <a:ext cx="16668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3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Giới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 cần</a:t>
            </a:r>
            <a:r>
              <a:rPr lang="en-US" sz="72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2476500"/>
            <a:ext cx="16459200" cy="1181100"/>
          </a:xfrm>
          <a:prstGeom prst="roundRect">
            <a:avLst>
              <a:gd name="adj" fmla="val 19355"/>
            </a:avLst>
          </a:prstGeom>
          <a:solidFill>
            <a:srgbClr val="FBF8F2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8250" y="2476500"/>
            <a:ext cx="342900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Offset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857750" y="2476500"/>
            <a:ext cx="1219200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Dễ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tới</a:t>
            </a:r>
            <a:r>
              <a:rPr lang="en-US" sz="240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“trang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số…”,</a:t>
            </a:r>
            <a:r>
              <a:rPr lang="en-US" sz="2400" dirty="0" spc="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nhưng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bỏ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nhiều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mục</a:t>
            </a:r>
            <a:r>
              <a:rPr lang="en-US" sz="240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vẫn</a:t>
            </a:r>
            <a:r>
              <a:rPr lang="en-US" sz="24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tốn</a:t>
            </a:r>
            <a:r>
              <a:rPr lang="en-US" sz="24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công.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14400" y="3848100"/>
            <a:ext cx="16459200" cy="1181100"/>
          </a:xfrm>
          <a:prstGeom prst="roundRect">
            <a:avLst>
              <a:gd name="adj" fmla="val 19355"/>
            </a:avLst>
          </a:prstGeom>
          <a:solidFill>
            <a:srgbClr val="FBF8F2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8250" y="3848100"/>
            <a:ext cx="342900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17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Keyset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857750" y="3848100"/>
            <a:ext cx="1219200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Đi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tiếp theo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thứ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tự,</a:t>
            </a: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4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nhảy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tới</a:t>
            </a:r>
            <a:r>
              <a:rPr lang="en-US" sz="240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trang</a:t>
            </a:r>
            <a:r>
              <a:rPr lang="en-US" sz="240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bất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kỳ.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914400" y="5219700"/>
            <a:ext cx="16459200" cy="1181100"/>
          </a:xfrm>
          <a:prstGeom prst="roundRect">
            <a:avLst>
              <a:gd name="adj" fmla="val 19355"/>
            </a:avLst>
          </a:prstGeom>
          <a:solidFill>
            <a:srgbClr val="FBF8F2"/>
          </a:solidFill>
          <a:ln w="28575">
            <a:solidFill>
              <a:srgbClr val="14161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8250" y="5219700"/>
            <a:ext cx="342900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Cả</a:t>
            </a:r>
            <a:r>
              <a:rPr lang="en-US" sz="30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857750" y="5219700"/>
            <a:ext cx="1219200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Không</a:t>
            </a:r>
            <a:r>
              <a:rPr lang="en-US" sz="24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tự</a:t>
            </a: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tạo</a:t>
            </a:r>
            <a:r>
              <a:rPr lang="en-US" sz="24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ảnh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chụp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dữ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liệu</a:t>
            </a:r>
            <a:r>
              <a:rPr lang="en-US" sz="240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bất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biến.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914400" y="6591300"/>
            <a:ext cx="16459200" cy="1181100"/>
          </a:xfrm>
          <a:prstGeom prst="roundRect">
            <a:avLst>
              <a:gd name="adj" fmla="val 19355"/>
            </a:avLst>
          </a:prstGeom>
          <a:solidFill>
            <a:srgbClr val="FBF8F2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38250" y="6591300"/>
            <a:ext cx="342900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59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Token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857750" y="6591300"/>
            <a:ext cx="1219200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6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Token</a:t>
            </a:r>
            <a:r>
              <a:rPr lang="en-US" sz="2400" dirty="0" spc="-3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kế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tiếp cho</a:t>
            </a: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biết còn</a:t>
            </a:r>
            <a:r>
              <a:rPr lang="en-US" sz="240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trang;</a:t>
            </a:r>
            <a:r>
              <a:rPr lang="en-US" sz="240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trang</a:t>
            </a:r>
            <a:r>
              <a:rPr lang="en-US" sz="2400" dirty="0" spc="-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rỗng</a:t>
            </a:r>
            <a:r>
              <a:rPr lang="en-US" sz="2400" dirty="0" spc="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chưa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chắc</a:t>
            </a:r>
            <a:r>
              <a:rPr lang="en-US" sz="24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hết.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914400" y="8058150"/>
            <a:ext cx="16459200" cy="1047750"/>
          </a:xfrm>
          <a:prstGeom prst="roundRect">
            <a:avLst>
              <a:gd name="adj" fmla="val 25455"/>
            </a:avLst>
          </a:prstGeom>
          <a:solidFill>
            <a:srgbClr val="E8E0CF"/>
          </a:solidFill>
          <a:ln/>
        </p:spPr>
      </p:sp>
      <p:sp>
        <p:nvSpPr>
          <p:cNvPr id="17" name="Text 15"/>
          <p:cNvSpPr/>
          <p:nvPr/>
        </p:nvSpPr>
        <p:spPr>
          <a:xfrm>
            <a:off x="1333500" y="8248650"/>
            <a:ext cx="15621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Cursor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5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giải</a:t>
            </a:r>
            <a:r>
              <a:rPr lang="en-US" sz="2550" dirty="0" spc="-2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quyết</a:t>
            </a:r>
            <a:r>
              <a:rPr lang="en-US" sz="255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nhất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quán,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cũng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55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thay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phân</a:t>
            </a:r>
            <a:r>
              <a:rPr lang="en-US" sz="255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quyền.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9144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9" name="Shape 17"/>
          <p:cNvSpPr/>
          <p:nvPr/>
        </p:nvSpPr>
        <p:spPr>
          <a:xfrm>
            <a:off x="120015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0" name="Shape 18"/>
          <p:cNvSpPr/>
          <p:nvPr/>
        </p:nvSpPr>
        <p:spPr>
          <a:xfrm>
            <a:off x="14859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1" name="Shape 19"/>
          <p:cNvSpPr/>
          <p:nvPr/>
        </p:nvSpPr>
        <p:spPr>
          <a:xfrm>
            <a:off x="177165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2" name="Shape 20"/>
          <p:cNvSpPr/>
          <p:nvPr/>
        </p:nvSpPr>
        <p:spPr>
          <a:xfrm>
            <a:off x="20574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3" name="Shape 21"/>
          <p:cNvSpPr/>
          <p:nvPr/>
        </p:nvSpPr>
        <p:spPr>
          <a:xfrm>
            <a:off x="234315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4" name="Shape 22"/>
          <p:cNvSpPr/>
          <p:nvPr/>
        </p:nvSpPr>
        <p:spPr>
          <a:xfrm>
            <a:off x="26289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5" name="Shape 23"/>
          <p:cNvSpPr/>
          <p:nvPr/>
        </p:nvSpPr>
        <p:spPr>
          <a:xfrm>
            <a:off x="2914650" y="96869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6" name="Shape 24"/>
          <p:cNvSpPr/>
          <p:nvPr/>
        </p:nvSpPr>
        <p:spPr>
          <a:xfrm>
            <a:off x="32004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7" name="Text 25"/>
          <p:cNvSpPr/>
          <p:nvPr/>
        </p:nvSpPr>
        <p:spPr>
          <a:xfrm>
            <a:off x="3714750" y="9601200"/>
            <a:ext cx="762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39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08/09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37ffc82d-0fb6-4927-9799-2e8c5c88dcd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b="1" spc="20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047750"/>
            <a:ext cx="16668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Thuật</a:t>
            </a:r>
            <a:r>
              <a:rPr lang="en-US" sz="7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</a:t>
            </a:r>
            <a:r>
              <a:rPr lang="en-US" sz="7200" dirty="0" spc="-7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72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6459200" cy="1809750"/>
          </a:xfrm>
          <a:prstGeom prst="roundRect">
            <a:avLst>
              <a:gd name="adj" fmla="val 14737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3500" y="3000375"/>
            <a:ext cx="15621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-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API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33500" y="3667125"/>
            <a:ext cx="15621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Giao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diện</a:t>
            </a:r>
            <a:r>
              <a:rPr lang="en-US" sz="2700" dirty="0" spc="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để</a:t>
            </a:r>
            <a:r>
              <a:rPr lang="en-US" sz="270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chương</a:t>
            </a:r>
            <a:r>
              <a:rPr lang="en-US" sz="2700" dirty="0" spc="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trình</a:t>
            </a:r>
            <a:r>
              <a:rPr lang="en-US" sz="2700" dirty="0" spc="-2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yêu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cầu dữ liệu</a:t>
            </a:r>
            <a:r>
              <a:rPr lang="en-US" sz="27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hoặc</a:t>
            </a:r>
            <a:r>
              <a:rPr lang="en-US" sz="2700" dirty="0" spc="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chức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năng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914400" y="5143500"/>
            <a:ext cx="571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14400" y="5715000"/>
            <a:ext cx="3886200" cy="142875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1181100" y="5715000"/>
            <a:ext cx="33528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ByteByteGo:</a:t>
            </a:r>
            <a:r>
              <a:rPr lang="en-US" sz="24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body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ghim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029200" y="5715000"/>
            <a:ext cx="3886200" cy="142875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5295900" y="5715000"/>
            <a:ext cx="33528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7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Tài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liệu truy</a:t>
            </a:r>
            <a:r>
              <a:rPr lang="en-US" sz="2400" dirty="0" spc="-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vấn</a:t>
            </a:r>
            <a:r>
              <a:rPr lang="en-US" sz="2400" dirty="0" spc="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§7.6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9144000" y="5715000"/>
            <a:ext cx="3886200" cy="142875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/>
        </p:spPr>
      </p:sp>
      <p:sp>
        <p:nvSpPr>
          <p:cNvPr id="13" name="Text 11"/>
          <p:cNvSpPr/>
          <p:nvPr/>
        </p:nvSpPr>
        <p:spPr>
          <a:xfrm>
            <a:off x="9410700" y="5715000"/>
            <a:ext cx="33528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GitLab:</a:t>
            </a:r>
            <a:r>
              <a:rPr lang="en-US" sz="2400" dirty="0" spc="-3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keyset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13258800" y="5715000"/>
            <a:ext cx="4114800" cy="142875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/>
        </p:spPr>
      </p:sp>
      <p:sp>
        <p:nvSpPr>
          <p:cNvPr id="15" name="Text 13"/>
          <p:cNvSpPr/>
          <p:nvPr/>
        </p:nvSpPr>
        <p:spPr>
          <a:xfrm>
            <a:off x="13525500" y="5715000"/>
            <a:ext cx="35814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Google:</a:t>
            </a: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phân</a:t>
            </a:r>
            <a:r>
              <a:rPr lang="en-US" sz="240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trang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9144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7" name="Shape 15"/>
          <p:cNvSpPr/>
          <p:nvPr/>
        </p:nvSpPr>
        <p:spPr>
          <a:xfrm>
            <a:off x="120015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8" name="Shape 16"/>
          <p:cNvSpPr/>
          <p:nvPr/>
        </p:nvSpPr>
        <p:spPr>
          <a:xfrm>
            <a:off x="14859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9" name="Shape 17"/>
          <p:cNvSpPr/>
          <p:nvPr/>
        </p:nvSpPr>
        <p:spPr>
          <a:xfrm>
            <a:off x="177165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20" name="Shape 18"/>
          <p:cNvSpPr/>
          <p:nvPr/>
        </p:nvSpPr>
        <p:spPr>
          <a:xfrm>
            <a:off x="20574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21" name="Shape 19"/>
          <p:cNvSpPr/>
          <p:nvPr/>
        </p:nvSpPr>
        <p:spPr>
          <a:xfrm>
            <a:off x="234315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22" name="Shape 20"/>
          <p:cNvSpPr/>
          <p:nvPr/>
        </p:nvSpPr>
        <p:spPr>
          <a:xfrm>
            <a:off x="26289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23" name="Shape 21"/>
          <p:cNvSpPr/>
          <p:nvPr/>
        </p:nvSpPr>
        <p:spPr>
          <a:xfrm>
            <a:off x="291465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24" name="Shape 22"/>
          <p:cNvSpPr/>
          <p:nvPr/>
        </p:nvSpPr>
        <p:spPr>
          <a:xfrm>
            <a:off x="3200400" y="9686925"/>
            <a:ext cx="133350" cy="1333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5" name="Text 23"/>
          <p:cNvSpPr/>
          <p:nvPr/>
        </p:nvSpPr>
        <p:spPr>
          <a:xfrm>
            <a:off x="3714750" y="9601200"/>
            <a:ext cx="762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39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09/09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3db1b974-55af-4f14-aeae-9e1b43734c1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2026-10-19T07:14:25Z</dcterms:created>
  <dcterms:modified xsi:type="dcterms:W3CDTF">2026-10-19T07:14:25Z</dcterms:modified>
</cp:coreProperties>
</file>