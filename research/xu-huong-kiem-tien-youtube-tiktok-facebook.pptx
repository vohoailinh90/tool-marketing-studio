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cách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420350" y="52673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8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219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581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36282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khoảng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43950"/>
            <a:ext cx="1123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Additional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700" dirty="0" spc="-6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2026-10-18T06:42:11Z</dcterms:created>
  <dcterms:modified xsi:type="dcterms:W3CDTF">2026-10-18T06:42:11Z</dcterms:modified>
</cp:coreProperties>
</file>