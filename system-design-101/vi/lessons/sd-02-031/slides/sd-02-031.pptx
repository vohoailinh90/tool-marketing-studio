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Lớp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 thế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Connector line-1792383280447-975264837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dịch vụ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phục vụ.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150" dirty="0" spc="-2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ôm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31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31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15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Mảng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31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doanh</a:t>
            </a:r>
            <a:r>
              <a:rPr lang="en-US" sz="315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c166039-599f-4201-b819-f6706fb2757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aa6655a8-7218-4c85-99a1-96426333514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27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2014: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 vụ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2014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36195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8290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42100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Nối</a:t>
            </a:r>
            <a:r>
              <a:rPr lang="en-US" sz="30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0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</a:t>
            </a:r>
            <a:endParaRPr lang="en-US" sz="3000" dirty="0"/>
          </a:p>
        </p:txBody>
      </p:sp>
      <p:sp>
        <p:nvSpPr>
          <p:cNvPr id="10" name="Connector line-1792383282374-364387143"/>
          <p:cNvSpPr/>
          <p:nvPr/>
        </p:nvSpPr>
        <p:spPr>
          <a:xfrm flipV="1">
            <a:off x="5867400" y="4286250"/>
            <a:ext cx="5029200" cy="76200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55245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57340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6115050"/>
            <a:ext cx="57150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30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dùng,</a:t>
            </a:r>
            <a:r>
              <a:rPr lang="en-US" sz="3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chuyến</a:t>
            </a:r>
            <a:r>
              <a:rPr lang="en-US" sz="30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3000" dirty="0"/>
          </a:p>
        </p:txBody>
      </p:sp>
      <p:sp>
        <p:nvSpPr>
          <p:cNvPr id="14" name="Connector line-1792383282378-858820317"/>
          <p:cNvSpPr/>
          <p:nvPr/>
        </p:nvSpPr>
        <p:spPr>
          <a:xfrm>
            <a:off x="5867400" y="5238750"/>
            <a:ext cx="5029200" cy="95250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6db66623-9046-4dca-a7cf-77900afe5e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ÔM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CHUNG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3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r>
              <a:rPr lang="en-US" sz="3900" dirty="0" spc="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2019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Hơn</a:t>
            </a:r>
            <a:r>
              <a:rPr lang="en-US" sz="3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2.200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microservice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Uber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04/09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b18aafae-de6f-46fa-8d7c-c521627497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9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spc="26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mảng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kinh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doanh</a:t>
            </a:r>
            <a:r>
              <a:rPr lang="en-US" sz="6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Freight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Vận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ATG,</a:t>
            </a:r>
            <a:r>
              <a:rPr lang="en-US" sz="34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Elevate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 hóa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9456f69-4024-48a7-be52-9fd64ceb080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lệch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Connector line-1792383324457-295991181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2014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389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2018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4008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Thế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64008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2250" dirty="0" spc="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năm,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1925300" y="3810000"/>
            <a:ext cx="381000" cy="3810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2019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18872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2.200+ microservice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118872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 số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hệ hai.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 thế hệ hai,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 nào.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06/09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eb85b4cf-b77d-447e-8da9-25b14fe9d3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mảng</a:t>
            </a:r>
            <a:r>
              <a:rPr lang="en-US" sz="66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tạp</a:t>
            </a:r>
            <a:r>
              <a:rPr lang="en-US" sz="6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MẢNG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3300" dirty="0" spc="-2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3300" dirty="0" spc="-17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endParaRPr lang="en-US" sz="3300" dirty="0"/>
          </a:p>
        </p:txBody>
      </p:sp>
      <p:sp>
        <p:nvSpPr>
          <p:cNvPr id="7" name="Connector line-1792383325301-324187353"/>
          <p:cNvSpPr/>
          <p:nvPr/>
        </p:nvSpPr>
        <p:spPr>
          <a:xfrm>
            <a:off x="60293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19875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2775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 CHUNG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962775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 API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3300" dirty="0" spc="-28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3300" dirty="0" spc="-6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endParaRPr lang="en-US" sz="3300" dirty="0"/>
          </a:p>
        </p:txBody>
      </p:sp>
      <p:sp>
        <p:nvSpPr>
          <p:cNvPr id="11" name="Connector line-1792383325305-269664111"/>
          <p:cNvSpPr/>
          <p:nvPr/>
        </p:nvSpPr>
        <p:spPr>
          <a:xfrm>
            <a:off x="117348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25350" y="3143250"/>
            <a:ext cx="5038725" cy="3048000"/>
          </a:xfrm>
          <a:prstGeom prst="roundRect">
            <a:avLst>
              <a:gd name="adj" fmla="val 8750"/>
            </a:avLst>
          </a:prstGeom>
          <a:solidFill>
            <a:srgbClr val="7C93FF"/>
          </a:solidFill>
          <a:ln/>
        </p:spPr>
      </p:sp>
      <p:sp>
        <p:nvSpPr>
          <p:cNvPr id="13" name="Text 11"/>
          <p:cNvSpPr/>
          <p:nvPr/>
        </p:nvSpPr>
        <p:spPr>
          <a:xfrm>
            <a:off x="12668250" y="3448050"/>
            <a:ext cx="435292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800" b="1" spc="22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668250" y="3924300"/>
            <a:ext cx="435292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phục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8fdd4f9-ea1c-4dc6-9fe6-798da8f2a1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 cổng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kịp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PHÌNH</a:t>
            </a:r>
            <a:r>
              <a:rPr lang="en-US" sz="1950" b="1" spc="1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 mọi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b="1" spc="187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6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 phần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08/09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20c98491-7ab6-45a9-a3e1-df723a247f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250" dirty="0" spc="2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 vụ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phía</a:t>
                      </a: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18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ATG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Advanced</a:t>
                      </a:r>
                      <a:r>
                        <a:rPr lang="en-US" sz="2250" dirty="0" spc="-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Technologies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Group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mảng mới,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 chỉ nêu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tên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59245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63436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68770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Uber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31 · 09/09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f2a2ac0f-21d0-4d87-bf9a-c42c9712f5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2026-10-19T05:42:49Z</dcterms:created>
  <dcterms:modified xsi:type="dcterms:W3CDTF">2026-10-19T05:42:49Z</dcterms:modified>
</cp:coreProperties>
</file>