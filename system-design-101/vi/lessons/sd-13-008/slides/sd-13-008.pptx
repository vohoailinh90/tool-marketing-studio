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32385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cụ</a:t>
            </a:r>
            <a:r>
              <a:rPr lang="en-US" sz="81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Kubernetes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thái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 nhiều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819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134600" y="1619250"/>
            <a:ext cx="72390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63200" y="1828800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496" dirty="0"/>
          </a:p>
        </p:txBody>
      </p:sp>
      <p:sp>
        <p:nvSpPr>
          <p:cNvPr id="9" name="Text 7"/>
          <p:cNvSpPr/>
          <p:nvPr/>
        </p:nvSpPr>
        <p:spPr>
          <a:xfrm>
            <a:off x="11372850" y="1981200"/>
            <a:ext cx="5810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706100" y="3048000"/>
            <a:ext cx="6667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34700" y="3257550"/>
            <a:ext cx="762000" cy="7620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496" dirty="0"/>
          </a:p>
        </p:txBody>
      </p:sp>
      <p:sp>
        <p:nvSpPr>
          <p:cNvPr id="12" name="Text 10"/>
          <p:cNvSpPr/>
          <p:nvPr/>
        </p:nvSpPr>
        <p:spPr>
          <a:xfrm>
            <a:off x="11944350" y="3409950"/>
            <a:ext cx="5238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277600" y="4476750"/>
            <a:ext cx="60960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06200" y="4686300"/>
            <a:ext cx="762000" cy="762000"/>
          </a:xfrm>
          <a:prstGeom prst="ellipse">
            <a:avLst/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496" dirty="0"/>
          </a:p>
        </p:txBody>
      </p:sp>
      <p:sp>
        <p:nvSpPr>
          <p:cNvPr id="15" name="Text 13"/>
          <p:cNvSpPr/>
          <p:nvPr/>
        </p:nvSpPr>
        <p:spPr>
          <a:xfrm>
            <a:off x="12515850" y="4838700"/>
            <a:ext cx="4667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1849100" y="5905500"/>
            <a:ext cx="55245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7700" y="611505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96" dirty="0"/>
          </a:p>
        </p:txBody>
      </p:sp>
      <p:sp>
        <p:nvSpPr>
          <p:cNvPr id="18" name="Text 16"/>
          <p:cNvSpPr/>
          <p:nvPr/>
        </p:nvSpPr>
        <p:spPr>
          <a:xfrm>
            <a:off x="13087350" y="6267450"/>
            <a:ext cx="4095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2420600" y="7334250"/>
            <a:ext cx="4953000" cy="1181100"/>
          </a:xfrm>
          <a:prstGeom prst="roundRect">
            <a:avLst>
              <a:gd name="adj" fmla="val 2258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49200" y="754380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96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2496" dirty="0"/>
          </a:p>
        </p:txBody>
      </p:sp>
      <p:sp>
        <p:nvSpPr>
          <p:cNvPr id="21" name="Text 19"/>
          <p:cNvSpPr/>
          <p:nvPr/>
        </p:nvSpPr>
        <p:spPr>
          <a:xfrm>
            <a:off x="13658850" y="7696200"/>
            <a:ext cx="3524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5d01d993-820a-48da-a559-094a9b9228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52400" cy="2381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621000" cy="2857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400" dirty="0" spc="-5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8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84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quyết,</a:t>
            </a:r>
            <a:r>
              <a:rPr lang="en-US" sz="84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84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sánh.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524000" y="51435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30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bài;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30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là minh</a:t>
            </a:r>
            <a:r>
              <a:rPr lang="en-US" sz="30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88c1d6cc-42ad-4bbd-be77-8830b12b36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Nêu</a:t>
            </a:r>
            <a:r>
              <a:rPr lang="en-US" sz="7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2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toán,</a:t>
            </a:r>
            <a:r>
              <a:rPr lang="en-US" sz="72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2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6096000" cy="4000500"/>
          </a:xfrm>
          <a:prstGeom prst="roundRect">
            <a:avLst>
              <a:gd name="adj" fmla="val 761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2425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14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100" b="1" spc="14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11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41910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28575" rIns="0" bIns="-28575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 cần</a:t>
            </a:r>
            <a:r>
              <a:rPr lang="en-US" sz="45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333500" y="5334000"/>
            <a:ext cx="53340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550" dirty="0" spc="-3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quyết.</a:t>
            </a:r>
            <a:endParaRPr lang="en-US" sz="2550" dirty="0"/>
          </a:p>
        </p:txBody>
      </p:sp>
      <p:sp>
        <p:nvSpPr>
          <p:cNvPr id="8" name="Connector line-1792370409998-574243333"/>
          <p:cNvSpPr/>
          <p:nvPr/>
        </p:nvSpPr>
        <p:spPr>
          <a:xfrm>
            <a:off x="7105650" y="5143500"/>
            <a:ext cx="14668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763000" y="2857500"/>
            <a:ext cx="7848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1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100" b="1" spc="14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b="1" spc="14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spc="1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1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b="1" spc="1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763000" y="3524250"/>
            <a:ext cx="8610600" cy="1000125"/>
          </a:xfrm>
          <a:prstGeom prst="roundRect">
            <a:avLst>
              <a:gd name="adj" fmla="val 22857"/>
            </a:avLst>
          </a:prstGeom>
          <a:solidFill>
            <a:srgbClr val="2A2E3A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953500" y="4714875"/>
            <a:ext cx="8229600" cy="1000125"/>
          </a:xfrm>
          <a:prstGeom prst="roundRect">
            <a:avLst>
              <a:gd name="adj" fmla="val 22857"/>
            </a:avLst>
          </a:prstGeom>
          <a:solidFill>
            <a:srgbClr val="2A2E3A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0" y="5905500"/>
            <a:ext cx="7848600" cy="1000125"/>
          </a:xfrm>
          <a:prstGeom prst="roundRect">
            <a:avLst>
              <a:gd name="adj" fmla="val 22857"/>
            </a:avLst>
          </a:prstGeom>
          <a:solidFill>
            <a:srgbClr val="2A2E3A"/>
          </a:solidFill>
          <a:ln w="19050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334500" y="7096125"/>
            <a:ext cx="7467600" cy="1000125"/>
          </a:xfrm>
          <a:prstGeom prst="roundRect">
            <a:avLst>
              <a:gd name="adj" fmla="val 22857"/>
            </a:avLst>
          </a:prstGeom>
          <a:solidFill>
            <a:srgbClr val="1E212B"/>
          </a:solidFill>
          <a:ln w="952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...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8763000" y="8382000"/>
            <a:ext cx="8610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bed8f22-998e-4b06-91e7-9fbe36d11e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 sánh</a:t>
            </a:r>
            <a:r>
              <a:rPr lang="en-US" sz="72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endParaRPr lang="en-US" sz="7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3291840"/>
                <a:gridCol w="3291840"/>
                <a:gridCol w="3291840"/>
              </a:tblGrid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Tiêu</a:t>
                      </a:r>
                      <a:r>
                        <a:rPr lang="en-US" sz="2550" b="1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chí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Ứng</a:t>
                      </a:r>
                      <a:r>
                        <a:rPr lang="en-US" sz="25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viên</a:t>
                      </a:r>
                      <a:r>
                        <a:rPr lang="en-US" sz="2550" b="1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Ứng</a:t>
                      </a:r>
                      <a:r>
                        <a:rPr lang="en-US" sz="2550" b="1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viên</a:t>
                      </a:r>
                      <a:r>
                        <a:rPr lang="en-US" sz="2550" b="1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5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...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DFB8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Mức</a:t>
                      </a:r>
                      <a:r>
                        <a:rPr lang="en-US" sz="25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trưởng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Tương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thích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Sức</a:t>
                      </a:r>
                      <a:r>
                        <a:rPr lang="en-US" sz="25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người</a:t>
                      </a:r>
                      <a:r>
                        <a:rPr lang="en-US" sz="25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vận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049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Chi phí ẩn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?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bdc3a26f-fdcf-4e7b-9e31-8ed0aacf07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72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143250"/>
            <a:ext cx="7048500" cy="40005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t"/>
          <a:lstStyle/>
          <a:p>
            <a:pPr algn="ctr" indent="0" marL="0">
              <a:lnSpc>
                <a:spcPts val="30000"/>
              </a:lnSpc>
              <a:buNone/>
            </a:pPr>
            <a:r>
              <a:rPr lang="en-US" sz="300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0" dirty="0"/>
          </a:p>
        </p:txBody>
      </p:sp>
      <p:sp>
        <p:nvSpPr>
          <p:cNvPr id="6" name="Text 4"/>
          <p:cNvSpPr/>
          <p:nvPr/>
        </p:nvSpPr>
        <p:spPr>
          <a:xfrm>
            <a:off x="1390650" y="7429500"/>
            <a:ext cx="704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36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36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8850" y="36195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10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48850" y="4381500"/>
            <a:ext cx="7048500" cy="28575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48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nhỏ,</a:t>
            </a:r>
            <a:r>
              <a:rPr lang="en-US" sz="48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48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4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4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48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định.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c943773-d6cf-4504-a0a8-98455525d1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72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48000"/>
            <a:ext cx="8001000" cy="1143000"/>
          </a:xfrm>
          <a:prstGeom prst="roundRect">
            <a:avLst>
              <a:gd name="adj" fmla="val 26667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333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 cụ</a:t>
            </a:r>
            <a:r>
              <a:rPr lang="en-US" sz="3750" dirty="0" spc="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75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3750" dirty="0"/>
          </a:p>
        </p:txBody>
      </p:sp>
      <p:sp>
        <p:nvSpPr>
          <p:cNvPr id="7" name="Connector line-1792370457208-810896855"/>
          <p:cNvSpPr/>
          <p:nvPr/>
        </p:nvSpPr>
        <p:spPr>
          <a:xfrm>
            <a:off x="1390650" y="5143500"/>
            <a:ext cx="7048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8" name="Connector line-1792370457209-89303865"/>
          <p:cNvSpPr/>
          <p:nvPr/>
        </p:nvSpPr>
        <p:spPr>
          <a:xfrm>
            <a:off x="1390650" y="6096000"/>
            <a:ext cx="7048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9" name="Connector line-1792370457209-342544741"/>
          <p:cNvSpPr/>
          <p:nvPr/>
        </p:nvSpPr>
        <p:spPr>
          <a:xfrm>
            <a:off x="1390650" y="7048500"/>
            <a:ext cx="7048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Connector line-1792370457209-907137115"/>
          <p:cNvSpPr/>
          <p:nvPr/>
        </p:nvSpPr>
        <p:spPr>
          <a:xfrm>
            <a:off x="1390650" y="8001000"/>
            <a:ext cx="7048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72600" y="3048000"/>
            <a:ext cx="8001000" cy="5619750"/>
          </a:xfrm>
          <a:prstGeom prst="roundRect">
            <a:avLst>
              <a:gd name="adj" fmla="val 5424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0" y="3048000"/>
            <a:ext cx="8001000" cy="1143000"/>
          </a:xfrm>
          <a:prstGeom prst="roundRect">
            <a:avLst>
              <a:gd name="adj" fmla="val 26667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9848850" y="333375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2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Lý</a:t>
            </a:r>
            <a:r>
              <a:rPr lang="en-US" sz="37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375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endParaRPr lang="en-US" sz="3750" dirty="0"/>
          </a:p>
        </p:txBody>
      </p:sp>
      <p:sp>
        <p:nvSpPr>
          <p:cNvPr id="14" name="Connector line-1792370457214-665918416"/>
          <p:cNvSpPr/>
          <p:nvPr/>
        </p:nvSpPr>
        <p:spPr>
          <a:xfrm>
            <a:off x="9848850" y="5143500"/>
            <a:ext cx="7048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5" name="Connector line-1792370457214-946750820"/>
          <p:cNvSpPr/>
          <p:nvPr/>
        </p:nvSpPr>
        <p:spPr>
          <a:xfrm>
            <a:off x="9848850" y="6096000"/>
            <a:ext cx="7048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6" name="Connector line-1792370457214-196920802"/>
          <p:cNvSpPr/>
          <p:nvPr/>
        </p:nvSpPr>
        <p:spPr>
          <a:xfrm>
            <a:off x="9848850" y="7048500"/>
            <a:ext cx="7048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7" name="Connector line-1792370457214-860423697"/>
          <p:cNvSpPr/>
          <p:nvPr/>
        </p:nvSpPr>
        <p:spPr>
          <a:xfrm>
            <a:off x="9848850" y="8001000"/>
            <a:ext cx="7048500" cy="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847c4195-7b4c-441c-93a9-f35d76abe0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7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hộ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334000" cy="3619500"/>
          </a:xfrm>
          <a:prstGeom prst="roundRect">
            <a:avLst>
              <a:gd name="adj" fmla="val 842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337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95400" y="44767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77000" y="3048000"/>
            <a:ext cx="5334000" cy="3619500"/>
          </a:xfrm>
          <a:prstGeom prst="roundRect">
            <a:avLst>
              <a:gd name="adj" fmla="val 842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3337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858000" y="44767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0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039600" y="3048000"/>
            <a:ext cx="5334000" cy="3619500"/>
          </a:xfrm>
          <a:prstGeom prst="roundRect">
            <a:avLst>
              <a:gd name="adj" fmla="val 842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33375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420600" y="44767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cũ: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án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650" y="733425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7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100" b="1" spc="1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90650" y="786765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bc2f61f6-2acd-4b70-952c-08dca74970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Graduated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luôn</a:t>
            </a:r>
            <a:r>
              <a:rPr lang="en-US" sz="69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400050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graduated</a:t>
            </a:r>
            <a:endParaRPr lang="en-US" sz="2850" dirty="0"/>
          </a:p>
        </p:txBody>
      </p:sp>
      <p:sp>
        <p:nvSpPr>
          <p:cNvPr id="5" name="Connector line-1792370484042-534019413"/>
          <p:cNvSpPr/>
          <p:nvPr/>
        </p:nvSpPr>
        <p:spPr>
          <a:xfrm>
            <a:off x="5010150" y="3810000"/>
            <a:ext cx="10858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191250" y="3143250"/>
            <a:ext cx="53340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Ổn</a:t>
            </a:r>
            <a:r>
              <a:rPr lang="en-US" sz="27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700" dirty="0"/>
          </a:p>
        </p:txBody>
      </p:sp>
      <p:sp>
        <p:nvSpPr>
          <p:cNvPr id="7" name="Connector line-1792370484045-833844543"/>
          <p:cNvSpPr/>
          <p:nvPr/>
        </p:nvSpPr>
        <p:spPr>
          <a:xfrm>
            <a:off x="11620500" y="3810000"/>
            <a:ext cx="10858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12801600" y="3143250"/>
            <a:ext cx="4572000" cy="1333500"/>
          </a:xfrm>
          <a:prstGeom prst="roundRect">
            <a:avLst>
              <a:gd name="adj" fmla="val 2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Không: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5143500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700" b="1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b="1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xét: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5905500"/>
            <a:ext cx="5334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bạn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477000" y="5905500"/>
            <a:ext cx="5334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039600" y="5905500"/>
            <a:ext cx="53340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39f7bfe-e9fe-460e-95a1-02842f8d4f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trưởng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CNCF</a:t>
            </a:r>
            <a:endParaRPr lang="en-US" sz="6900" dirty="0"/>
          </a:p>
        </p:txBody>
      </p:sp>
      <p:sp>
        <p:nvSpPr>
          <p:cNvPr id="4" name="Connector line-1792370506096-83523354"/>
          <p:cNvSpPr/>
          <p:nvPr/>
        </p:nvSpPr>
        <p:spPr>
          <a:xfrm>
            <a:off x="1333500" y="3810000"/>
            <a:ext cx="15621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590800" y="3543300"/>
            <a:ext cx="533400" cy="533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4286250"/>
            <a:ext cx="38100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sandbox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8305800" y="3543300"/>
            <a:ext cx="533400" cy="533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6667500" y="4286250"/>
            <a:ext cx="38100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incubating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4020800" y="3543300"/>
            <a:ext cx="533400" cy="5334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0" y="4286250"/>
            <a:ext cx="3810000" cy="952500"/>
          </a:xfrm>
          <a:prstGeom prst="roundRect">
            <a:avLst>
              <a:gd name="adj" fmla="val 5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graduated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295275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mới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658600" y="29527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trưởng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5905500"/>
            <a:ext cx="8001000" cy="2667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191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33500" y="68580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72600" y="5905500"/>
            <a:ext cx="8001000" cy="2667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91700" y="6191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</a:t>
            </a:r>
            <a:endParaRPr lang="en-US" sz="2550" dirty="0"/>
          </a:p>
        </p:txBody>
      </p:sp>
      <p:sp>
        <p:nvSpPr>
          <p:cNvPr id="18" name="Text richtext-1792370506118-665487780"/>
          <p:cNvSpPr/>
          <p:nvPr/>
        </p:nvSpPr>
        <p:spPr>
          <a:xfrm>
            <a:off x="9791700" y="685800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 thêm: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cấp,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lỗi.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theo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f3375372-2777-464e-9f6f-b31d80e47a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4279392"/>
                <a:gridCol w="12179808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Mục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</a:t>
                      </a: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CNCF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Cloud</a:t>
                      </a:r>
                      <a:r>
                        <a:rPr lang="en-US" sz="24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Native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Computing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Foundation: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quỹ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bảo</a:t>
                      </a:r>
                      <a:r>
                        <a:rPr lang="en-US" sz="2400" dirty="0" spc="-2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trợ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án</a:t>
                      </a:r>
                      <a:r>
                        <a:rPr lang="en-US" sz="2400" dirty="0" spc="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đám</a:t>
                      </a:r>
                      <a:r>
                        <a:rPr lang="en-US" sz="24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mây</a:t>
                      </a:r>
                      <a:r>
                        <a:rPr lang="en-US" sz="2400" dirty="0" spc="-1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nguyên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r>
                        <a:rPr lang="en-US" sz="240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gốc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ByteByteGo</a:t>
                      </a:r>
                      <a:r>
                        <a:rPr lang="en-US" sz="24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snapshot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40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CNCF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Danh</a:t>
                      </a:r>
                      <a:r>
                        <a:rPr lang="en-US" sz="24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sách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dự</a:t>
                      </a: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án</a:t>
                      </a:r>
                      <a:r>
                        <a:rPr lang="en-US" sz="2400" dirty="0" spc="-1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400" dirty="0" spc="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mức</a:t>
                      </a:r>
                      <a:r>
                        <a:rPr lang="en-US" sz="240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trưởng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thành;</a:t>
                      </a:r>
                      <a:r>
                        <a:rPr lang="en-US" sz="2400" dirty="0" spc="-1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Landscape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02b478f-44a3-44cb-ae46-e211bf8365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2026-10-19T02:13:11Z</dcterms:created>
  <dcterms:modified xsi:type="dcterms:W3CDTF">2026-10-19T02:13:11Z</dcterms:modified>
</cp:coreProperties>
</file>