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238500"/>
          </a:xfrm>
          <a:prstGeom prst="rect">
            <a:avLst/>
          </a:prstGeom>
          <a:noFill/>
          <a:ln/>
        </p:spPr>
        <p:txBody>
          <a:bodyPr wrap="square" lIns="0" tIns="82296" rIns="0" bIns="-82296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SQL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JOIN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81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81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857750"/>
            <a:ext cx="990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WHERE:</a:t>
            </a:r>
            <a:r>
              <a:rPr lang="en-US" sz="300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810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INNER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JOIN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143500" y="5810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LEFT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6762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RIGHT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JOIN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143500" y="6762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FULL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OUTER JOIN</a:t>
            </a:r>
            <a:endParaRPr lang="en-US" sz="2100" dirty="0"/>
          </a:p>
        </p:txBody>
      </p:sp>
      <p:sp>
        <p:nvSpPr>
          <p:cNvPr id="9" name="Connector line-1792369329968-277276771"/>
          <p:cNvSpPr/>
          <p:nvPr/>
        </p:nvSpPr>
        <p:spPr>
          <a:xfrm>
            <a:off x="914400" y="7905750"/>
            <a:ext cx="8229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14400" y="80962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SQL: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ví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3.45.1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239500" y="1905000"/>
            <a:ext cx="2476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9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khach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4287500" y="1905000"/>
            <a:ext cx="285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950" b="1" spc="21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239500" y="2476500"/>
            <a:ext cx="2476500" cy="914400"/>
          </a:xfrm>
          <a:prstGeom prst="roundRect">
            <a:avLst>
              <a:gd name="adj" fmla="val 2083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1239500" y="3810000"/>
            <a:ext cx="2476500" cy="914400"/>
          </a:xfrm>
          <a:prstGeom prst="roundRect">
            <a:avLst>
              <a:gd name="adj" fmla="val 2083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Binh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1239500" y="5143500"/>
            <a:ext cx="2476500" cy="914400"/>
          </a:xfrm>
          <a:prstGeom prst="roundRect">
            <a:avLst>
              <a:gd name="adj" fmla="val 2083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4668500" y="2476500"/>
            <a:ext cx="24765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19050">
            <a:solidFill>
              <a:srgbClr val="E4E1D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4668500" y="3810000"/>
            <a:ext cx="24765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19050">
            <a:solidFill>
              <a:srgbClr val="E4E1D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4668500" y="5143500"/>
            <a:ext cx="24765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19050">
            <a:solidFill>
              <a:srgbClr val="E4E1D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70</a:t>
            </a:r>
            <a:endParaRPr lang="en-US" sz="2250" dirty="0"/>
          </a:p>
        </p:txBody>
      </p:sp>
      <p:sp>
        <p:nvSpPr>
          <p:cNvPr id="20" name="Connector line-1792369329988-357335636"/>
          <p:cNvSpPr/>
          <p:nvPr/>
        </p:nvSpPr>
        <p:spPr>
          <a:xfrm>
            <a:off x="13716000" y="2933700"/>
            <a:ext cx="9525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3716000" y="2933700"/>
            <a:ext cx="952500" cy="1333500"/>
          </a:xfrm>
          <a:custGeom>
            <a:avLst/>
            <a:gdLst/>
            <a:ahLst/>
            <a:cxnLst/>
            <a:rect l="l" t="t" r="r" b="b"/>
            <a:pathLst>
              <a:path w="952500" h="1333500">
                <a:moveTo>
                  <a:pt x="0" y="0"/>
                </a:moveTo>
                <a:cubicBezTo>
                  <a:pt x="476250" y="0"/>
                  <a:pt x="476250" y="1333500"/>
                  <a:pt x="952500" y="133350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6572250"/>
            <a:ext cx="5905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đơn; đơn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55497b6-e3b7-43b0-9c09-b534e4392a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7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bảng,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 ghép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khach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390900"/>
          <a:ext cx="13716000" cy="914400"/>
        </p:xfrm>
        <a:graphic>
          <a:graphicData uri="http://schemas.openxmlformats.org/drawingml/2006/table">
            <a:tbl>
              <a:tblPr/>
              <a:tblGrid>
                <a:gridCol w="533400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khach.ma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An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Binh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Chi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239000" y="2857500"/>
            <a:ext cx="1013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don</a:t>
            </a:r>
            <a:endParaRPr lang="en-US" sz="21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9000" y="3390900"/>
          <a:ext cx="13716000" cy="914400"/>
        </p:xfrm>
        <a:graphic>
          <a:graphicData uri="http://schemas.openxmlformats.org/drawingml/2006/table">
            <a:tbl>
              <a:tblPr/>
              <a:tblGrid>
                <a:gridCol w="3378200"/>
                <a:gridCol w="3378200"/>
                <a:gridCol w="337820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don.id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tien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ma_khach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An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11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50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An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12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6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70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70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 khách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9D0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khác nhau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endParaRPr lang="en-US" sz="2850" dirty="0"/>
          </a:p>
        </p:txBody>
      </p:sp>
      <p:sp>
        <p:nvSpPr>
          <p:cNvPr id="9" name="Connector line-1792369360809-53853742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219156e-5377-43aa-b3ec-7d8ce55b7e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INNER JOIN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r>
              <a:rPr lang="en-US" sz="7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36195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khach: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4667250"/>
            <a:ext cx="36195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don: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700" dirty="0"/>
          </a:p>
        </p:txBody>
      </p:sp>
      <p:sp>
        <p:nvSpPr>
          <p:cNvPr id="6" name="Connector line-1792369380558-342910464"/>
          <p:cNvSpPr/>
          <p:nvPr/>
        </p:nvSpPr>
        <p:spPr>
          <a:xfrm>
            <a:off x="4667250" y="4476750"/>
            <a:ext cx="10477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867400" y="3619500"/>
            <a:ext cx="4953000" cy="1714500"/>
          </a:xfrm>
          <a:prstGeom prst="roundRect">
            <a:avLst>
              <a:gd name="adj" fmla="val 15556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 don.ma_khach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khach.ma</a:t>
            </a:r>
            <a:endParaRPr lang="en-US" sz="2550" dirty="0"/>
          </a:p>
        </p:txBody>
      </p:sp>
      <p:sp>
        <p:nvSpPr>
          <p:cNvPr id="8" name="Connector line-1792369380561-211110970"/>
          <p:cNvSpPr/>
          <p:nvPr/>
        </p:nvSpPr>
        <p:spPr>
          <a:xfrm>
            <a:off x="10953750" y="4476750"/>
            <a:ext cx="10477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153900" y="2857500"/>
            <a:ext cx="5219700" cy="3238500"/>
          </a:xfrm>
          <a:prstGeom prst="roundRect">
            <a:avLst>
              <a:gd name="adj" fmla="val 8235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34900" y="3105150"/>
            <a:ext cx="4476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spc="21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22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534900" y="3714750"/>
            <a:ext cx="44577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–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534900" y="4857750"/>
            <a:ext cx="44577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–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68580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</a:t>
            </a:r>
            <a:r>
              <a:rPr lang="en-US" sz="2100" b="1" spc="1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7429500"/>
            <a:ext cx="2857500" cy="8382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Binh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000500" y="7429500"/>
            <a:ext cx="2857500" cy="8382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086600" y="7429500"/>
            <a:ext cx="2857500" cy="8382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7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382250" y="7524750"/>
            <a:ext cx="69913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bỏ.</a:t>
            </a:r>
            <a:endParaRPr lang="en-US" sz="2550" dirty="0"/>
          </a:p>
        </p:txBody>
      </p:sp>
      <p:sp>
        <p:nvSpPr>
          <p:cNvPr id="18" name="Connector line-1792369380579-30991550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56ec299-f2cf-4a48-ab1b-9ca0688fe4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LEFT JOIN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 mọi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khách,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72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2001500" y="3048000"/>
            <a:ext cx="53721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0" y="3429000"/>
            <a:ext cx="4476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950" b="1" spc="20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6" name="Text richtext-1792369400616-844908793"/>
          <p:cNvSpPr/>
          <p:nvPr/>
        </p:nvSpPr>
        <p:spPr>
          <a:xfrm>
            <a:off x="12477750" y="4000500"/>
            <a:ext cx="4476750" cy="3810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7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7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họ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</a:t>
            </a:r>
            <a:endParaRPr lang="en-US" sz="2700" dirty="0"/>
          </a:p>
        </p:txBody>
      </p:sp>
      <p:sp>
        <p:nvSpPr>
          <p:cNvPr id="7" name="Connector line-1792369400637-43769864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khach</a:t>
                      </a:r>
                      <a:endParaRPr lang="en-US" sz="1200" dirty="0"/>
                    </a:p>
                  </a:txBody>
                  <a:tcPr marL="285750" marR="285750" marT="285750" marB="27051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DD6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don</a:t>
                      </a:r>
                      <a:endParaRPr lang="en-US" sz="1200" dirty="0"/>
                    </a:p>
                  </a:txBody>
                  <a:tcPr marL="285750" marR="285750" marT="285750" marB="27051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DD6A0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An</a:t>
                      </a:r>
                      <a:endParaRPr lang="en-US" sz="1200" dirty="0"/>
                    </a:p>
                  </a:txBody>
                  <a:tcPr marL="285750" marR="285750" marT="285750" marB="27051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đơn</a:t>
                      </a:r>
                      <a:r>
                        <a:rPr lang="en-US" sz="28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10</a:t>
                      </a:r>
                      <a:endParaRPr lang="en-US" sz="1200" dirty="0"/>
                    </a:p>
                  </a:txBody>
                  <a:tcPr marL="285750" marR="285750" marT="285750" marB="27051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An</a:t>
                      </a:r>
                      <a:endParaRPr lang="en-US" sz="1200" dirty="0"/>
                    </a:p>
                  </a:txBody>
                  <a:tcPr marL="285750" marR="285750" marT="285750" marB="27051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đơn</a:t>
                      </a:r>
                      <a:r>
                        <a:rPr lang="en-US" sz="28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11</a:t>
                      </a:r>
                      <a:endParaRPr lang="en-US" sz="1200" dirty="0"/>
                    </a:p>
                  </a:txBody>
                  <a:tcPr marL="285750" marR="285750" marT="285750" marB="27051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Binh</a:t>
                      </a:r>
                      <a:endParaRPr lang="en-US" sz="1200" dirty="0"/>
                    </a:p>
                  </a:txBody>
                  <a:tcPr marL="285750" marR="285750" marT="285750" marB="27051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26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trống</a:t>
                      </a:r>
                      <a:r>
                        <a:rPr lang="en-US" sz="2850" dirty="0" spc="3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(NULL)</a:t>
                      </a:r>
                      <a:endParaRPr lang="en-US" sz="1200" dirty="0"/>
                    </a:p>
                  </a:txBody>
                  <a:tcPr marL="285750" marR="285750" marT="285750" marB="27051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Chi</a:t>
                      </a:r>
                      <a:endParaRPr lang="en-US" sz="1200" dirty="0"/>
                    </a:p>
                  </a:txBody>
                  <a:tcPr marL="285750" marR="285750" marT="285750" marB="27051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26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trống</a:t>
                      </a:r>
                      <a:r>
                        <a:rPr lang="en-US" sz="2850" dirty="0" spc="3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(NULL)</a:t>
                      </a:r>
                      <a:endParaRPr lang="en-US" sz="1200" dirty="0"/>
                    </a:p>
                  </a:txBody>
                  <a:tcPr marL="285750" marR="285750" marT="285750" marB="27051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96018a25-510a-421c-92b3-c1d28247cc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RIGHT JOIN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Như</a:t>
            </a:r>
            <a:r>
              <a:rPr lang="en-US" sz="72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LEFT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JOIN,</a:t>
            </a:r>
            <a:r>
              <a:rPr lang="en-US" sz="7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 phải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78105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LEFT</a:t>
            </a:r>
            <a:r>
              <a:rPr lang="en-US" sz="45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JOIN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333500" y="409575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dòng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(khách)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33500" y="4953000"/>
            <a:ext cx="6972300" cy="876300"/>
          </a:xfrm>
          <a:prstGeom prst="roundRect">
            <a:avLst>
              <a:gd name="adj" fmla="val 21739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Binh</a:t>
            </a:r>
            <a:r>
              <a:rPr lang="en-US" sz="27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-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33500" y="6057900"/>
            <a:ext cx="6972300" cy="876300"/>
          </a:xfrm>
          <a:prstGeom prst="roundRect">
            <a:avLst>
              <a:gd name="adj" fmla="val 21739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27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-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333500" y="733425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63100" y="2952750"/>
            <a:ext cx="781050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82200" y="3238500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RIGHT</a:t>
            </a:r>
            <a:r>
              <a:rPr lang="en-US" sz="45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JOIN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9982200" y="409575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dòng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(đơn)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982200" y="4953000"/>
            <a:ext cx="6972300" cy="876300"/>
          </a:xfrm>
          <a:prstGeom prst="roundRect">
            <a:avLst>
              <a:gd name="adj" fmla="val 21739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700" b="1" dirty="0" spc="-1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27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982200" y="619125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An–10,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An–11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82200" y="7334250"/>
            <a:ext cx="704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Binh</a:t>
            </a: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250" dirty="0"/>
          </a:p>
        </p:txBody>
      </p:sp>
      <p:sp>
        <p:nvSpPr>
          <p:cNvPr id="16" name="Connector line-1792369574695-73180100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8f367ad1-b3b6-48a7-a4ce-2f1b3a6695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 4 ·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FULL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OUTER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239000" cy="4381500"/>
          </a:xfrm>
          <a:prstGeom prst="rect">
            <a:avLst/>
          </a:prstGeom>
          <a:noFill/>
          <a:ln/>
        </p:spPr>
        <p:txBody>
          <a:bodyPr wrap="square" lIns="0" tIns="335280" rIns="0" bIns="-335280" rtlCol="0" anchor="ctr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3000" dirty="0"/>
          </a:p>
        </p:txBody>
      </p:sp>
      <p:sp>
        <p:nvSpPr>
          <p:cNvPr id="5" name="Text 3"/>
          <p:cNvSpPr/>
          <p:nvPr/>
        </p:nvSpPr>
        <p:spPr>
          <a:xfrm>
            <a:off x="914400" y="73342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dòng: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khớp,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không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0" y="2857500"/>
            <a:ext cx="8229600" cy="914400"/>
          </a:xfrm>
          <a:prstGeom prst="roundRect">
            <a:avLst>
              <a:gd name="adj" fmla="val 20833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27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0" y="3962400"/>
            <a:ext cx="8229600" cy="914400"/>
          </a:xfrm>
          <a:prstGeom prst="roundRect">
            <a:avLst>
              <a:gd name="adj" fmla="val 20833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27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0" y="5067300"/>
            <a:ext cx="82296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Binh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0" y="6172200"/>
            <a:ext cx="82296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0" y="7277100"/>
            <a:ext cx="82296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2700" dirty="0"/>
          </a:p>
        </p:txBody>
      </p:sp>
      <p:sp>
        <p:nvSpPr>
          <p:cNvPr id="11" name="Connector line-1792369588832-52129499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9747dc7-2706-4e3d-8a5d-26995111d7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Cạm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bẫy: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LEFT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JOIN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WHERE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575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476500" y="2857500"/>
            <a:ext cx="1447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LEFT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JOIN,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WHERE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don.tien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&gt;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191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476500" y="4191000"/>
            <a:ext cx="1447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 không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5245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55245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476500" y="5524500"/>
            <a:ext cx="1447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6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INNER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JOIN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70485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ghép:</a:t>
            </a:r>
            <a:r>
              <a:rPr lang="en-US" sz="25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372600" y="70485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E4E1D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WHERE</a:t>
            </a:r>
            <a:r>
              <a:rPr lang="en-US" sz="255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don.id</a:t>
            </a:r>
            <a:r>
              <a:rPr lang="en-US" sz="255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</a:t>
            </a:r>
            <a:r>
              <a:rPr lang="en-US" sz="255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NULL:</a:t>
            </a:r>
            <a:r>
              <a:rPr lang="en-US" sz="2550" b="1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b="1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endParaRPr lang="en-US" sz="2550" dirty="0"/>
          </a:p>
        </p:txBody>
      </p:sp>
      <p:sp>
        <p:nvSpPr>
          <p:cNvPr id="15" name="Connector line-1792369603931-91540708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9012844-8013-47da-a9dc-79d727ff79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don.tien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&gt;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60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</a:t>
            </a:r>
            <a:r>
              <a:rPr lang="en-US" sz="28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khách,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7810500" cy="4762500"/>
          </a:xfrm>
          <a:prstGeom prst="roundRect">
            <a:avLst>
              <a:gd name="adj" fmla="val 56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3905250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2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45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ON:</a:t>
            </a:r>
            <a:r>
              <a:rPr lang="en-US" sz="4500" dirty="0" spc="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333500" y="4857750"/>
            <a:ext cx="6972300" cy="876300"/>
          </a:xfrm>
          <a:prstGeom prst="roundRect">
            <a:avLst>
              <a:gd name="adj" fmla="val 21739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33500" y="5905500"/>
            <a:ext cx="6972300" cy="876300"/>
          </a:xfrm>
          <a:prstGeom prst="roundRect">
            <a:avLst>
              <a:gd name="adj" fmla="val 21739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Binh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333500" y="6953250"/>
            <a:ext cx="6972300" cy="876300"/>
          </a:xfrm>
          <a:prstGeom prst="roundRect">
            <a:avLst>
              <a:gd name="adj" fmla="val 21739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63100" y="3619500"/>
            <a:ext cx="7810500" cy="4762500"/>
          </a:xfrm>
          <a:prstGeom prst="roundRect">
            <a:avLst>
              <a:gd name="adj" fmla="val 56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9982200" y="3905250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27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4500" dirty="0" spc="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WHERE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9982200" y="4857750"/>
            <a:ext cx="6972300" cy="876300"/>
          </a:xfrm>
          <a:prstGeom prst="roundRect">
            <a:avLst>
              <a:gd name="adj" fmla="val 21739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982200" y="609600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Binh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còn An–10.</a:t>
            </a:r>
            <a:endParaRPr lang="en-US" sz="2550" dirty="0"/>
          </a:p>
        </p:txBody>
      </p:sp>
      <p:sp>
        <p:nvSpPr>
          <p:cNvPr id="14" name="Connector line-1792369627840-25119938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c90d05b-3e7a-4b92-adbd-8ed599b4c9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thể</a:t>
            </a: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4419600" cy="12382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6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khóa,</a:t>
            </a:r>
            <a:r>
              <a:rPr lang="en-US" sz="36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36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 có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53200" y="3143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4200" y="3524250"/>
            <a:ext cx="4419600" cy="12382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JOIN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934200" y="44767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92000" y="3143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0" y="3524250"/>
            <a:ext cx="4419600" cy="12382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 dòng</a:t>
            </a:r>
            <a:r>
              <a:rPr lang="en-US" sz="36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600" dirty="0" spc="-1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573000" y="44767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LEFT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JOIN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...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WHERE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don.id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Binh, Chi.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7524750"/>
            <a:ext cx="16459200" cy="8001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3.45.1</a:t>
            </a:r>
            <a:endParaRPr lang="en-US" sz="2400" dirty="0"/>
          </a:p>
        </p:txBody>
      </p:sp>
      <p:sp>
        <p:nvSpPr>
          <p:cNvPr id="14" name="Connector line-1792369644343-93982228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d930810-dffc-4f4a-b73d-a2978623d9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000500" y="30289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00500" y="3429000"/>
            <a:ext cx="5334000" cy="1905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hệ.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571500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JOIN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4000500" y="5715000"/>
            <a:ext cx="5334000" cy="1143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bảng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723900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NULL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4000500" y="7239000"/>
            <a:ext cx="5334000" cy="1143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cặp.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096500" y="3048000"/>
            <a:ext cx="72771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2750" y="34290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3" name="Text richtext-1792369664245-251601503"/>
          <p:cNvSpPr/>
          <p:nvPr/>
        </p:nvSpPr>
        <p:spPr>
          <a:xfrm>
            <a:off x="10572750" y="4000500"/>
            <a:ext cx="6324600" cy="23812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SQLite:</a:t>
            </a:r>
            <a:r>
              <a:rPr lang="en-US" sz="24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572750" y="6572250"/>
            <a:ext cx="6324600" cy="16192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2026-10-13;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3.45.1.</a:t>
            </a:r>
            <a:endParaRPr lang="en-US" sz="1950" dirty="0"/>
          </a:p>
        </p:txBody>
      </p:sp>
      <p:sp>
        <p:nvSpPr>
          <p:cNvPr id="15" name="Connector line-1792369664264-24299876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6de2d99-17ed-414f-b897-25554f9c24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2026-10-19T04:25:38Z</dcterms:created>
  <dcterms:modified xsi:type="dcterms:W3CDTF">2026-10-19T04:25:38Z</dcterms:modified>
</cp:coreProperties>
</file>