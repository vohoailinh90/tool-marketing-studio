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Cây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30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9144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524250" y="75057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5810250" y="7505700"/>
            <a:ext cx="20002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096250" y="7505700"/>
            <a:ext cx="180975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10" name="Connector line-1792335302534-313886511"/>
          <p:cNvSpPr/>
          <p:nvPr/>
        </p:nvSpPr>
        <p:spPr>
          <a:xfrm>
            <a:off x="3276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Connector line-1792335302535-719212320"/>
          <p:cNvSpPr/>
          <p:nvPr/>
        </p:nvSpPr>
        <p:spPr>
          <a:xfrm>
            <a:off x="5562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2" name="Connector line-1792335302535-302238183"/>
          <p:cNvSpPr/>
          <p:nvPr/>
        </p:nvSpPr>
        <p:spPr>
          <a:xfrm>
            <a:off x="7848600" y="6477000"/>
            <a:ext cx="0" cy="167640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0763250" y="9144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63250" y="9144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5" name="Text 13"/>
          <p:cNvSpPr/>
          <p:nvPr/>
        </p:nvSpPr>
        <p:spPr>
          <a:xfrm>
            <a:off x="112014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ArrayList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LinkedList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0763250" y="367665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63250" y="367665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1201400" y="552450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HashSet</a:t>
            </a: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763250" y="6438900"/>
            <a:ext cx="661035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63250" y="6438900"/>
            <a:ext cx="133350" cy="2476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1201400" y="82867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PriorityQueue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4400" y="94297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38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4" name="Text 22"/>
          <p:cNvSpPr/>
          <p:nvPr/>
        </p:nvSpPr>
        <p:spPr>
          <a:xfrm>
            <a:off x="3524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25" name="Text 23"/>
          <p:cNvSpPr/>
          <p:nvPr/>
        </p:nvSpPr>
        <p:spPr>
          <a:xfrm>
            <a:off x="5810250" y="6286500"/>
            <a:ext cx="209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8096250" y="6286500"/>
            <a:ext cx="1905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1201400" y="11049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5700" dirty="0"/>
          </a:p>
        </p:txBody>
      </p:sp>
      <p:sp>
        <p:nvSpPr>
          <p:cNvPr id="28" name="Text 26"/>
          <p:cNvSpPr/>
          <p:nvPr/>
        </p:nvSpPr>
        <p:spPr>
          <a:xfrm>
            <a:off x="11201400" y="21526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tử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1201400" y="386715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5700" dirty="0"/>
          </a:p>
        </p:txBody>
      </p:sp>
      <p:sp>
        <p:nvSpPr>
          <p:cNvPr id="30" name="Text 28"/>
          <p:cNvSpPr/>
          <p:nvPr/>
        </p:nvSpPr>
        <p:spPr>
          <a:xfrm>
            <a:off x="11201400" y="491490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1201400" y="6629400"/>
            <a:ext cx="5715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5700" dirty="0"/>
          </a:p>
        </p:txBody>
      </p:sp>
      <p:sp>
        <p:nvSpPr>
          <p:cNvPr id="32" name="Text 30"/>
          <p:cNvSpPr/>
          <p:nvPr/>
        </p:nvSpPr>
        <p:spPr>
          <a:xfrm>
            <a:off x="11201400" y="7677150"/>
            <a:ext cx="600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93cf6d53-c531-4e10-802a-15107cd78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4048125"/>
            <a:ext cx="276225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Connector line-1792335401103-195201453"/>
          <p:cNvSpPr/>
          <p:nvPr/>
        </p:nvSpPr>
        <p:spPr>
          <a:xfrm flipV="1">
            <a:off x="12344400" y="2619375"/>
            <a:ext cx="1066800" cy="22860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35401104-335312781"/>
          <p:cNvSpPr/>
          <p:nvPr/>
        </p:nvSpPr>
        <p:spPr>
          <a:xfrm>
            <a:off x="12344400" y="4905375"/>
            <a:ext cx="1066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5401104-712272265"/>
          <p:cNvSpPr/>
          <p:nvPr/>
        </p:nvSpPr>
        <p:spPr>
          <a:xfrm>
            <a:off x="12344400" y="4905375"/>
            <a:ext cx="1066800" cy="2286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3525500" y="16192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30300" y="1733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830300" y="25717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525500" y="400050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30300" y="41148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830300" y="4953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525500" y="6381750"/>
            <a:ext cx="3524250" cy="1809750"/>
          </a:xfrm>
          <a:prstGeom prst="roundRect">
            <a:avLst>
              <a:gd name="adj" fmla="val 1263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830300" y="64960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1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830300" y="7334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971e825-421e-4233-ac72-c1dd656b1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Collection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30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Iterable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619750"/>
            <a:ext cx="4191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295900" y="5619750"/>
            <a:ext cx="1905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6675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667500"/>
            <a:ext cx="133350" cy="2000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934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1" name="Connector line-1792335468145-224870917"/>
          <p:cNvSpPr/>
          <p:nvPr/>
        </p:nvSpPr>
        <p:spPr>
          <a:xfrm flipV="1">
            <a:off x="13258800" y="2895600"/>
            <a:ext cx="0" cy="5905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487400" y="302895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1950" dirty="0"/>
          </a:p>
        </p:txBody>
      </p:sp>
      <p:sp>
        <p:nvSpPr>
          <p:cNvPr id="13" name="Connector line-1792335468148-689857458"/>
          <p:cNvSpPr/>
          <p:nvPr/>
        </p:nvSpPr>
        <p:spPr>
          <a:xfrm flipH="1">
            <a:off x="10668000" y="4972050"/>
            <a:ext cx="2590800" cy="14668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5468148-859502814"/>
          <p:cNvSpPr/>
          <p:nvPr/>
        </p:nvSpPr>
        <p:spPr>
          <a:xfrm>
            <a:off x="13258800" y="4972050"/>
            <a:ext cx="0" cy="14668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5468149-617779725"/>
          <p:cNvSpPr/>
          <p:nvPr/>
        </p:nvSpPr>
        <p:spPr>
          <a:xfrm>
            <a:off x="13258800" y="4972050"/>
            <a:ext cx="2590800" cy="14668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353800" y="1619250"/>
            <a:ext cx="3810000" cy="1238250"/>
          </a:xfrm>
          <a:prstGeom prst="roundRect">
            <a:avLst>
              <a:gd name="adj" fmla="val 18462"/>
            </a:avLst>
          </a:prstGeom>
          <a:solidFill>
            <a:srgbClr val="2C3040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544300" y="1695450"/>
            <a:ext cx="342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Iterable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1544300" y="23622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duyệt</a:t>
            </a:r>
            <a:r>
              <a:rPr lang="en-US" sz="19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1163300" y="3524250"/>
            <a:ext cx="41910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/>
        </p:spPr>
      </p:sp>
      <p:sp>
        <p:nvSpPr>
          <p:cNvPr id="20" name="Text 18"/>
          <p:cNvSpPr/>
          <p:nvPr/>
        </p:nvSpPr>
        <p:spPr>
          <a:xfrm>
            <a:off x="11353800" y="363855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Collection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5250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21158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4706600" y="6477000"/>
            <a:ext cx="2286000" cy="1238250"/>
          </a:xfrm>
          <a:prstGeom prst="roundRect">
            <a:avLst>
              <a:gd name="adj" fmla="val 1846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096500" y="81153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 chính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Collection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333500" y="7391400"/>
            <a:ext cx="7048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phần tử.</a:t>
            </a:r>
            <a:endParaRPr lang="en-US" sz="2700" dirty="0"/>
          </a:p>
        </p:txBody>
      </p:sp>
      <p:sp>
        <p:nvSpPr>
          <p:cNvPr id="37" name="Text richtext-1792362711551-511048955"/>
          <p:cNvSpPr/>
          <p:nvPr/>
        </p:nvSpPr>
        <p:spPr>
          <a:xfrm>
            <a:off x="914400" y="43434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Iterable:</a:t>
            </a:r>
            <a:r>
              <a:rPr lang="en-US" sz="2550" dirty="0" spc="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Collection: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1353800" y="43434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ef98836-a513-497d-ba76-d8b8b3471b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330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ArrayList, LinkedList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667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771900" y="51435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chỗ chèn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3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774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15252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337310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5220950" y="1809750"/>
            <a:ext cx="161925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6774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5252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7310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5220950" y="3543300"/>
            <a:ext cx="1619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1" name="Connector line-1792335521009-966721735"/>
          <p:cNvSpPr/>
          <p:nvPr/>
        </p:nvSpPr>
        <p:spPr>
          <a:xfrm>
            <a:off x="104870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2" name="Connector line-1792335521010-929322506"/>
          <p:cNvSpPr/>
          <p:nvPr/>
        </p:nvSpPr>
        <p:spPr>
          <a:xfrm>
            <a:off x="14182725" y="4057650"/>
            <a:ext cx="0" cy="2476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3" name="Connector line-1792335521010-685303057"/>
          <p:cNvSpPr/>
          <p:nvPr/>
        </p:nvSpPr>
        <p:spPr>
          <a:xfrm>
            <a:off x="10487025" y="4305300"/>
            <a:ext cx="36957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487025" y="4419600"/>
            <a:ext cx="3695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1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b="1" dirty="0" spc="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100" dirty="0"/>
          </a:p>
        </p:txBody>
      </p:sp>
      <p:sp>
        <p:nvSpPr>
          <p:cNvPr id="25" name="Connector line-1792335521013-688561957"/>
          <p:cNvSpPr/>
          <p:nvPr/>
        </p:nvSpPr>
        <p:spPr>
          <a:xfrm>
            <a:off x="9525000" y="52197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12306300" y="54673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3000" dirty="0"/>
          </a:p>
        </p:txBody>
      </p:sp>
      <p:sp>
        <p:nvSpPr>
          <p:cNvPr id="27" name="Connector line-1792335521015-723791482"/>
          <p:cNvSpPr/>
          <p:nvPr/>
        </p:nvSpPr>
        <p:spPr>
          <a:xfrm flipH="1">
            <a:off x="11439525" y="6305550"/>
            <a:ext cx="18192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35521015-574238795"/>
          <p:cNvSpPr/>
          <p:nvPr/>
        </p:nvSpPr>
        <p:spPr>
          <a:xfrm>
            <a:off x="13258800" y="6305550"/>
            <a:ext cx="1971675" cy="7810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967740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ArrayList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3468350" y="71628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LinkedList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9525000" y="82677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ecbb91be-93d4-47e1-a448-2e1f72df51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Set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bằng</a:t>
            </a:r>
            <a:r>
              <a:rPr lang="en-US" sz="33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HashSet,</a:t>
            </a:r>
            <a:r>
              <a:rPr lang="en-US" sz="2850" dirty="0" spc="-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TreeSet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51435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theo equals,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cùng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677400" y="1809750"/>
            <a:ext cx="4953000" cy="23812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63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487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30111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15525750" y="2381250"/>
            <a:ext cx="1238250" cy="1238250"/>
          </a:xfrm>
          <a:prstGeom prst="roundRect">
            <a:avLst>
              <a:gd name="adj" fmla="val 18462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800" dirty="0"/>
          </a:p>
        </p:txBody>
      </p:sp>
      <p:sp>
        <p:nvSpPr>
          <p:cNvPr id="19" name="Connector line-1792335553665-249398040"/>
          <p:cNvSpPr/>
          <p:nvPr/>
        </p:nvSpPr>
        <p:spPr>
          <a:xfrm flipV="1">
            <a:off x="15430500" y="2286000"/>
            <a:ext cx="1428750" cy="1428750"/>
          </a:xfrm>
          <a:prstGeom prst="line">
            <a:avLst/>
          </a:prstGeom>
          <a:noFill/>
          <a:ln w="571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677400" y="43434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</p:txBody>
      </p:sp>
      <p:sp>
        <p:nvSpPr>
          <p:cNvPr id="21" name="Connector line-1792335553669-988209984"/>
          <p:cNvSpPr/>
          <p:nvPr/>
        </p:nvSpPr>
        <p:spPr>
          <a:xfrm>
            <a:off x="9525000" y="5334000"/>
            <a:ext cx="7467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12306300" y="554355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3000" dirty="0"/>
          </a:p>
        </p:txBody>
      </p:sp>
      <p:sp>
        <p:nvSpPr>
          <p:cNvPr id="23" name="Connector line-1792335553670-397334524"/>
          <p:cNvSpPr/>
          <p:nvPr/>
        </p:nvSpPr>
        <p:spPr>
          <a:xfrm flipH="1">
            <a:off x="11439525" y="6381750"/>
            <a:ext cx="18192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5553671-800287083"/>
          <p:cNvSpPr/>
          <p:nvPr/>
        </p:nvSpPr>
        <p:spPr>
          <a:xfrm>
            <a:off x="13258800" y="6381750"/>
            <a:ext cx="1971675" cy="781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67740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HashSet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468350" y="72390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TreeSet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525000" y="83248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5049500" y="4343400"/>
            <a:ext cx="2190750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  <a:p>
            <a:pPr algn="ctr" indent="0" marL="0">
              <a:lnSpc>
                <a:spcPts val="2438"/>
              </a:lnSpc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c488c66d-08b5-4c5c-a178-4590becbb6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 3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Queue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gặp: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00400" y="5143500"/>
            <a:ext cx="504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thiết: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PHẦN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b="1" spc="1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820400" y="1905000"/>
            <a:ext cx="5334000" cy="19050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2014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82065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14439900" y="2190750"/>
            <a:ext cx="13335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4500" dirty="0"/>
          </a:p>
        </p:txBody>
      </p:sp>
      <p:sp>
        <p:nvSpPr>
          <p:cNvPr id="17" name="Connector line-1792335593574-462962507"/>
          <p:cNvSpPr/>
          <p:nvPr/>
        </p:nvSpPr>
        <p:spPr>
          <a:xfrm>
            <a:off x="9563100" y="2857500"/>
            <a:ext cx="11620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593575-136198559"/>
          <p:cNvSpPr/>
          <p:nvPr/>
        </p:nvSpPr>
        <p:spPr>
          <a:xfrm>
            <a:off x="16249650" y="2857500"/>
            <a:ext cx="762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2286000"/>
            <a:ext cx="123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6192500" y="2286000"/>
            <a:ext cx="857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820400" y="40005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25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22" name="Connector line-1792335593580-170453332"/>
          <p:cNvSpPr/>
          <p:nvPr/>
        </p:nvSpPr>
        <p:spPr>
          <a:xfrm>
            <a:off x="9525000" y="4953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2306300" y="5219700"/>
            <a:ext cx="1905000" cy="800100"/>
          </a:xfrm>
          <a:prstGeom prst="roundRect">
            <a:avLst>
              <a:gd name="adj" fmla="val 2857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3000" dirty="0"/>
          </a:p>
        </p:txBody>
      </p:sp>
      <p:sp>
        <p:nvSpPr>
          <p:cNvPr id="24" name="Connector line-1792335593582-373737526"/>
          <p:cNvSpPr/>
          <p:nvPr/>
        </p:nvSpPr>
        <p:spPr>
          <a:xfrm flipH="1">
            <a:off x="11439525" y="6057900"/>
            <a:ext cx="18192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5593582-558308631"/>
          <p:cNvSpPr/>
          <p:nvPr/>
        </p:nvSpPr>
        <p:spPr>
          <a:xfrm>
            <a:off x="13258800" y="6057900"/>
            <a:ext cx="1971675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67740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PriorityQueue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3468350" y="6896100"/>
            <a:ext cx="3524250" cy="990600"/>
          </a:xfrm>
          <a:prstGeom prst="roundRect">
            <a:avLst>
              <a:gd name="adj" fmla="val 2307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ArrayDeque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4b2b5119-2e6c-41bf-86cb-47878f3b8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15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Map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81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3300" b="1" dirty="0" spc="-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33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33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714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ánh</a:t>
            </a:r>
            <a:r>
              <a:rPr lang="en-US" sz="2850" dirty="0" spc="-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trị,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14350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→ giá trị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86150" y="5143500"/>
            <a:ext cx="409575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913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866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 là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KẾ THỪA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1676400"/>
            <a:ext cx="7543800" cy="6667500"/>
          </a:xfrm>
          <a:prstGeom prst="roundRect">
            <a:avLst>
              <a:gd name="adj" fmla="val 5143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10750" y="18288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java.util</a:t>
            </a:r>
            <a:endParaRPr lang="en-US" sz="2100" dirty="0"/>
          </a:p>
        </p:txBody>
      </p:sp>
      <p:sp>
        <p:nvSpPr>
          <p:cNvPr id="16" name="Connector line-1792338082903-439021592"/>
          <p:cNvSpPr/>
          <p:nvPr/>
        </p:nvSpPr>
        <p:spPr>
          <a:xfrm flipH="1">
            <a:off x="11068050" y="3086100"/>
            <a:ext cx="2190750" cy="8191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082903-492793754"/>
          <p:cNvSpPr/>
          <p:nvPr/>
        </p:nvSpPr>
        <p:spPr>
          <a:xfrm>
            <a:off x="13258800" y="3086100"/>
            <a:ext cx="0" cy="8191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082903-934803709"/>
          <p:cNvSpPr/>
          <p:nvPr/>
        </p:nvSpPr>
        <p:spPr>
          <a:xfrm>
            <a:off x="13258800" y="3086100"/>
            <a:ext cx="2190750" cy="8191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353800" y="2133600"/>
            <a:ext cx="3810000" cy="952500"/>
          </a:xfrm>
          <a:prstGeom prst="roundRect">
            <a:avLst>
              <a:gd name="adj" fmla="val 24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1155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1230630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Set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4497050" y="3981450"/>
            <a:ext cx="1905000" cy="9144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Queue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401300" y="50292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950" dirty="0"/>
          </a:p>
        </p:txBody>
      </p:sp>
      <p:sp>
        <p:nvSpPr>
          <p:cNvPr id="24" name="Connector line-1792338082914-931009908"/>
          <p:cNvSpPr/>
          <p:nvPr/>
        </p:nvSpPr>
        <p:spPr>
          <a:xfrm>
            <a:off x="9677400" y="5886450"/>
            <a:ext cx="716280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2115800" y="567690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2306300" y="63817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Map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10401300" y="75819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7b22a7c-37ad-497a-9bac-4855a79471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 là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rút</a:t>
            </a:r>
            <a:r>
              <a:rPr lang="en-US" sz="72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00450"/>
            <a:ext cx="7905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30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30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đồng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</p:txBody>
      </p:sp>
      <p:sp>
        <p:nvSpPr>
          <p:cNvPr id="5" name="Text richtext-1792338133101-7745603"/>
          <p:cNvSpPr/>
          <p:nvPr/>
        </p:nvSpPr>
        <p:spPr>
          <a:xfrm>
            <a:off x="914400" y="4362450"/>
            <a:ext cx="7905750" cy="2286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55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SequencedCollection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Deque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ArrayDeque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6953250"/>
            <a:ext cx="7620000" cy="1714500"/>
          </a:xfrm>
          <a:prstGeom prst="roundRect">
            <a:avLst>
              <a:gd name="adj" fmla="val 15556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7181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639050"/>
            <a:ext cx="695325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3143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068300" y="1257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12" name="Connector line-1792338133133-977540529"/>
          <p:cNvSpPr/>
          <p:nvPr/>
        </p:nvSpPr>
        <p:spPr>
          <a:xfrm>
            <a:off x="12668250" y="1428750"/>
            <a:ext cx="0" cy="6191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3" name="Connector line-1792338133133-711077314"/>
          <p:cNvSpPr/>
          <p:nvPr/>
        </p:nvSpPr>
        <p:spPr>
          <a:xfrm>
            <a:off x="10953750" y="3390900"/>
            <a:ext cx="0" cy="3124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106150" y="45339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67875" y="247650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667875" y="6572250"/>
            <a:ext cx="257175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17" name="Connector line-1792338133145-997969341"/>
          <p:cNvSpPr/>
          <p:nvPr/>
        </p:nvSpPr>
        <p:spPr>
          <a:xfrm>
            <a:off x="14973300" y="3390900"/>
            <a:ext cx="0" cy="10287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133145-797453591"/>
          <p:cNvSpPr/>
          <p:nvPr/>
        </p:nvSpPr>
        <p:spPr>
          <a:xfrm>
            <a:off x="14973300" y="5391150"/>
            <a:ext cx="0" cy="11239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163550" y="24765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Collection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163550" y="44767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SequencedCollection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163550" y="657225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List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525000" y="80200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 này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63a1e0da-a624-48ac-92e5-c3e26497ec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thứ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790575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ba thứ: mã khách đã xử lý không trùng, việc chờ lấy việc gấp trước, bảng tra mã khách → số lần.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6096000"/>
            <a:ext cx="133350" cy="2571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6400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33500" y="6896100"/>
            <a:ext cx="6953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nhánh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5730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7716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20383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0858500" y="20193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lý:</a:t>
            </a:r>
            <a:r>
              <a:rPr lang="en-US" sz="285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10858500" y="270510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25000" y="38100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407670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858500" y="405765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8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PriorityQueue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858500" y="4743450"/>
            <a:ext cx="5905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nhỏ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2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848350"/>
            <a:ext cx="7467600" cy="257175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91700" y="6115050"/>
            <a:ext cx="80010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0858500" y="60960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8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tra:</a:t>
            </a:r>
            <a:r>
              <a:rPr lang="en-US" sz="28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Map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Text richtext-1792338369483-499494695"/>
          <p:cNvSpPr/>
          <p:nvPr/>
        </p:nvSpPr>
        <p:spPr>
          <a:xfrm>
            <a:off x="10858500" y="6819900"/>
            <a:ext cx="6057900" cy="14859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khóa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7ba2c4fc-d1ec-4f35-b950-8a609bf61b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equals</a:t>
            </a:r>
            <a:endParaRPr lang="en-US" sz="9000" dirty="0"/>
          </a:p>
        </p:txBody>
      </p:sp>
      <p:sp>
        <p:nvSpPr>
          <p:cNvPr id="6" name="Shape 4"/>
          <p:cNvSpPr/>
          <p:nvPr/>
        </p:nvSpPr>
        <p:spPr>
          <a:xfrm>
            <a:off x="9410700" y="2857500"/>
            <a:ext cx="79629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791700" y="30861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90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286500"/>
            <a:ext cx="13335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6534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33500" y="70294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333500" y="7677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 nguồn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java.util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0" y="76390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20140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Set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601700" y="7639050"/>
            <a:ext cx="1238250" cy="533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4992350" y="7639050"/>
            <a:ext cx="104775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Map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14400" y="87249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2954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equals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12954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Quyết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trùng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791700" y="447675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250" b="1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250" b="1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9791700" y="4972050"/>
            <a:ext cx="7200900" cy="876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gồm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d5bc074-8be5-41b6-a340-0124d22324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2026-10-19T12:22:58Z</dcterms:created>
  <dcterms:modified xsi:type="dcterms:W3CDTF">2026-10-19T12:22:58Z</dcterms:modified>
</cp:coreProperties>
</file>