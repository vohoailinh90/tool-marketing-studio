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590550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Container</a:t>
            </a:r>
            <a:r>
              <a:rPr lang="en-US" sz="81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Docker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mãi: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manh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429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7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ps,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8097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91700" y="2095500"/>
            <a:ext cx="857250" cy="85725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896600" y="20764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0896600" y="26098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-a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563100" y="35242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91700" y="3810000"/>
            <a:ext cx="857250" cy="85725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0896600" y="37909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896600" y="43243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563100" y="52387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91700" y="5524500"/>
            <a:ext cx="857250" cy="85725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896600" y="55054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896600" y="60388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inspect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63100" y="69532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7239000"/>
            <a:ext cx="857250" cy="85725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0896600" y="72199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Chính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896600" y="77533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--restart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f8e1af0-bd3d-4e54-a875-67748474a3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Docker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trạng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r>
              <a:rPr lang="en-US" sz="78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r>
              <a:rPr lang="en-US" sz="78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7800" dirty="0" spc="-1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78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30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30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ps,</a:t>
            </a:r>
            <a:r>
              <a:rPr lang="en-US" sz="30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30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4000" y="6572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0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30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3510520f-3729-4599-ba13-e78973c67d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spc="25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Exited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Restarting?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33500" y="4000500"/>
            <a:ext cx="723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Exited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333500" y="51435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333500" y="58102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4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Kèm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manh mối</a:t>
            </a:r>
            <a:r>
              <a:rPr lang="en-US" sz="27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372600" y="3048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791700" y="4000500"/>
            <a:ext cx="723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Restarting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9791700" y="51435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791700" y="58102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 chính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14400" y="76200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2A2E3A"/>
          </a:solidFill>
          <a:ln/>
        </p:spPr>
      </p:sp>
      <p:sp>
        <p:nvSpPr>
          <p:cNvPr id="15" name="Text 13"/>
          <p:cNvSpPr/>
          <p:nvPr/>
        </p:nvSpPr>
        <p:spPr>
          <a:xfrm>
            <a:off x="1333500" y="7905750"/>
            <a:ext cx="15811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--filter</a:t>
            </a:r>
            <a:r>
              <a:rPr lang="en-US" sz="2550" dirty="0" spc="-1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status=exited</a:t>
            </a:r>
            <a:pPr algn="l" indent="0" marL="0"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c04a154-7c88-413d-9d91-376773c150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 nhật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-a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51435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Exited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8" name="Connector line-1792374284568-65977691"/>
          <p:cNvSpPr/>
          <p:nvPr/>
        </p:nvSpPr>
        <p:spPr>
          <a:xfrm>
            <a:off x="5810250" y="5048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676275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4375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14375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7143750" y="4857750"/>
            <a:ext cx="4000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--tail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7143750" y="5524500"/>
            <a:ext cx="4000500" cy="762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50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cuối.</a:t>
            </a:r>
            <a:endParaRPr lang="en-US" sz="2550" dirty="0"/>
          </a:p>
        </p:txBody>
      </p:sp>
      <p:sp>
        <p:nvSpPr>
          <p:cNvPr id="14" name="Connector line-1792374284579-716937092"/>
          <p:cNvSpPr/>
          <p:nvPr/>
        </p:nvSpPr>
        <p:spPr>
          <a:xfrm>
            <a:off x="11658600" y="5048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5" name="Shape 13"/>
          <p:cNvSpPr/>
          <p:nvPr/>
        </p:nvSpPr>
        <p:spPr>
          <a:xfrm>
            <a:off x="1261110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9210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950" b="1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LỖI?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9210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inspect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992100" y="51435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7524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tự,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 cần.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800d87ef-b4f5-450a-b4f5-58f71102c3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 TIẾT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State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476750"/>
            <a:ext cx="43815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4953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2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8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inspect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00150" y="5572125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tên-container</a:t>
            </a:r>
            <a:endParaRPr lang="en-US" sz="1950" dirty="0"/>
          </a:p>
        </p:txBody>
      </p:sp>
      <p:sp>
        <p:nvSpPr>
          <p:cNvPr id="7" name="Connector line-1792374301797-441765695"/>
          <p:cNvSpPr/>
          <p:nvPr/>
        </p:nvSpPr>
        <p:spPr>
          <a:xfrm flipV="1">
            <a:off x="5334000" y="3714750"/>
            <a:ext cx="1333500" cy="161925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8" name="Connector line-1792374301797-706992919"/>
          <p:cNvSpPr/>
          <p:nvPr/>
        </p:nvSpPr>
        <p:spPr>
          <a:xfrm>
            <a:off x="5334000" y="5334000"/>
            <a:ext cx="133350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9" name="Connector line-1792374301798-992666868"/>
          <p:cNvSpPr/>
          <p:nvPr/>
        </p:nvSpPr>
        <p:spPr>
          <a:xfrm>
            <a:off x="5334000" y="5334000"/>
            <a:ext cx="1333500" cy="161925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0" name="Shape 8"/>
          <p:cNvSpPr/>
          <p:nvPr/>
        </p:nvSpPr>
        <p:spPr>
          <a:xfrm>
            <a:off x="6762750" y="304800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43750" y="328612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State.ExitCode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7143750" y="381000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6762750" y="466725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43750" y="490537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State.OOMKilled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7143750" y="542925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true: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</a:t>
            </a:r>
            <a:r>
              <a:rPr lang="en-US" sz="21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762750" y="628650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43750" y="652462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State.Error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7143750" y="704850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 trạng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 chi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tiết.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false:</a:t>
            </a:r>
            <a:r>
              <a:rPr lang="en-US" sz="25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bf98c69-7763-449b-9ad2-5fa81e878b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950" b="1" spc="27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 ĐỘNG LẠI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--restart: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 lại hay không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90875"/>
            <a:ext cx="361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810250" y="3219450"/>
            <a:ext cx="5429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533900"/>
            <a:ext cx="4286250" cy="4762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on-failure</a:t>
            </a: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[:số lần]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810250" y="4552950"/>
            <a:ext cx="5429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5245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857875"/>
            <a:ext cx="361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always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68580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7191375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unless-stopped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2001500" y="2857500"/>
            <a:ext cx="5372100" cy="5143500"/>
          </a:xfrm>
          <a:prstGeom prst="roundRect">
            <a:avLst>
              <a:gd name="adj" fmla="val 5185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382500" y="3238500"/>
            <a:ext cx="4610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1950" b="1" spc="1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382500" y="3810000"/>
            <a:ext cx="4610100" cy="1333500"/>
          </a:xfrm>
          <a:prstGeom prst="rect">
            <a:avLst/>
          </a:prstGeom>
          <a:noFill/>
          <a:ln/>
        </p:spPr>
        <p:txBody>
          <a:bodyPr wrap="square" lIns="0" tIns="6668" rIns="0" bIns="-6668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 nhân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2382500" y="5334000"/>
            <a:ext cx="4610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1950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update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382500" y="5715000"/>
            <a:ext cx="4610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--restart=no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2382500" y="6286500"/>
            <a:ext cx="46101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9a173ca-3e3a-4ad7-9a69-b965c04bac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9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--rm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nó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532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342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0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9342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9342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image,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920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730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3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25730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5730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ea4f784-de66-4f9d-984f-3c8a3cef62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137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Thoát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request,</a:t>
            </a:r>
            <a:r>
              <a:rPr lang="en-US" sz="25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lỗi.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66675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128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SIGKILL.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manh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8953500" y="1619250"/>
            <a:ext cx="8420100" cy="6477000"/>
          </a:xfrm>
          <a:prstGeom prst="roundRect">
            <a:avLst>
              <a:gd name="adj" fmla="val 411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72600" y="200025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 TIẾP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372600" y="25717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inspect: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State.OOMKilled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3810000"/>
            <a:ext cx="7620000" cy="1809750"/>
          </a:xfrm>
          <a:prstGeom prst="roundRect">
            <a:avLst>
              <a:gd name="adj" fmla="val 10526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15500" y="4048125"/>
            <a:ext cx="695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true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715500" y="45720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Tăng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--memory,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của</a:t>
            </a: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72600" y="5905500"/>
            <a:ext cx="7620000" cy="1809750"/>
          </a:xfrm>
          <a:prstGeom prst="roundRect">
            <a:avLst>
              <a:gd name="adj" fmla="val 10526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15500" y="6143625"/>
            <a:ext cx="695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false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715500" y="66675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05142f07-f39d-4d41-9841-aa949d909be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3048000"/>
            <a:ext cx="762000" cy="7620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530" dirty="0"/>
          </a:p>
        </p:txBody>
      </p:sp>
      <p:sp>
        <p:nvSpPr>
          <p:cNvPr id="6" name="Text 4"/>
          <p:cNvSpPr/>
          <p:nvPr/>
        </p:nvSpPr>
        <p:spPr>
          <a:xfrm>
            <a:off x="2286000" y="2952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(PID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1)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2286000" y="3476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 trả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về: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0150" y="4572000"/>
            <a:ext cx="762000" cy="76200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530" dirty="0"/>
          </a:p>
        </p:txBody>
      </p:sp>
      <p:sp>
        <p:nvSpPr>
          <p:cNvPr id="10" name="Text 8"/>
          <p:cNvSpPr/>
          <p:nvPr/>
        </p:nvSpPr>
        <p:spPr>
          <a:xfrm>
            <a:off x="2286000" y="4476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foreground.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2286000" y="5000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ubuntu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-it: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" y="6096000"/>
            <a:ext cx="762000" cy="7620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530" dirty="0"/>
          </a:p>
        </p:txBody>
      </p:sp>
      <p:sp>
        <p:nvSpPr>
          <p:cNvPr id="14" name="Text 12"/>
          <p:cNvSpPr/>
          <p:nvPr/>
        </p:nvSpPr>
        <p:spPr>
          <a:xfrm>
            <a:off x="2286000" y="6000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 của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125,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126,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2286000" y="6524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7334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0150" y="76200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530" dirty="0"/>
          </a:p>
        </p:txBody>
      </p:sp>
      <p:sp>
        <p:nvSpPr>
          <p:cNvPr id="18" name="Text 16"/>
          <p:cNvSpPr/>
          <p:nvPr/>
        </p:nvSpPr>
        <p:spPr>
          <a:xfrm>
            <a:off x="2286000" y="7524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 events: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die,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oom,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kill,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2286000" y="8048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Lọc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f83b8251-1a43-4b54-97ed-08d59fd164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0003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SIGKILL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38250" y="352425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SIGnal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KILL: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9,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19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38150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461962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PID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38250" y="514350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Process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IDentifier: mã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600075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" y="62388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OOM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38250" y="676275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Out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Memory: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 bộ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0896600" y="2762250"/>
            <a:ext cx="6477000" cy="6096000"/>
          </a:xfrm>
          <a:prstGeom prst="roundRect">
            <a:avLst>
              <a:gd name="adj" fmla="val 3750"/>
            </a:avLst>
          </a:prstGeom>
          <a:solidFill>
            <a:srgbClr val="2A2E3A"/>
          </a:solidFill>
          <a:ln/>
        </p:spPr>
      </p:sp>
      <p:sp>
        <p:nvSpPr>
          <p:cNvPr id="14" name="Text 12"/>
          <p:cNvSpPr/>
          <p:nvPr/>
        </p:nvSpPr>
        <p:spPr>
          <a:xfrm>
            <a:off x="11239500" y="3048000"/>
            <a:ext cx="5810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5" name="Text richtext-1792374395815-771533477"/>
          <p:cNvSpPr/>
          <p:nvPr/>
        </p:nvSpPr>
        <p:spPr>
          <a:xfrm>
            <a:off x="11239500" y="3571875"/>
            <a:ext cx="5810250" cy="5143500"/>
          </a:xfrm>
          <a:prstGeom prst="rect">
            <a:avLst/>
          </a:prstGeom>
          <a:noFill/>
          <a:ln/>
        </p:spPr>
        <p:txBody>
          <a:bodyPr wrap="square" lIns="0" tIns="3834" rIns="0" bIns="-3834" rtlCol="0" anchor="t"/>
          <a:lstStyle/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725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725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725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</a:t>
            </a:r>
            <a:r>
              <a:rPr lang="en-US" sz="1725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725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72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72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1725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inspect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ls</a:t>
            </a:r>
            <a:r>
              <a:rPr lang="en-US" sz="1725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72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lọc</a:t>
            </a: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Bash:</a:t>
            </a:r>
            <a:r>
              <a:rPr lang="en-US" sz="1725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725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725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d3159b3-424a-47aa-a342-14c5674e50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2026-10-19T02:54:16Z</dcterms:created>
  <dcterms:modified xsi:type="dcterms:W3CDTF">2026-10-19T02:54:16Z</dcterms:modified>
</cp:coreProperties>
</file>