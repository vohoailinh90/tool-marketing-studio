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thanh</a:t>
            </a:r>
            <a:r>
              <a:rPr lang="en-US" sz="81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toán: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Mua</a:t>
            </a:r>
            <a:r>
              <a:rPr lang="en-US" sz="81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sổ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30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3000" dirty="0" spc="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30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3000" dirty="0"/>
          </a:p>
        </p:txBody>
      </p:sp>
      <p:sp>
        <p:nvSpPr>
          <p:cNvPr id="5" name="Connector line-1792381393098-896047057"/>
          <p:cNvSpPr/>
          <p:nvPr/>
        </p:nvSpPr>
        <p:spPr>
          <a:xfrm>
            <a:off x="914400" y="8286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572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Mua,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thanh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2192000" y="3143250"/>
            <a:ext cx="1181100" cy="2000250"/>
          </a:xfrm>
          <a:custGeom>
            <a:avLst/>
            <a:gdLst/>
            <a:ahLst/>
            <a:cxnLst/>
            <a:rect l="l" t="t" r="r" b="b"/>
            <a:pathLst>
              <a:path w="1181100" h="2000250">
                <a:moveTo>
                  <a:pt x="0" y="2000250"/>
                </a:moveTo>
                <a:cubicBezTo>
                  <a:pt x="590550" y="2000250"/>
                  <a:pt x="590550" y="0"/>
                  <a:pt x="11811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9" name="Connector line-1792381393113-770036951"/>
          <p:cNvSpPr/>
          <p:nvPr/>
        </p:nvSpPr>
        <p:spPr>
          <a:xfrm>
            <a:off x="12192000" y="5143500"/>
            <a:ext cx="11811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2192000" y="5143500"/>
            <a:ext cx="1181100" cy="2000250"/>
          </a:xfrm>
          <a:custGeom>
            <a:avLst/>
            <a:gdLst/>
            <a:ahLst/>
            <a:cxnLst/>
            <a:rect l="l" t="t" r="r" b="b"/>
            <a:pathLst>
              <a:path w="1181100" h="2000250">
                <a:moveTo>
                  <a:pt x="0" y="0"/>
                </a:moveTo>
                <a:cubicBezTo>
                  <a:pt x="590550" y="0"/>
                  <a:pt x="590550" y="2000250"/>
                  <a:pt x="1181100" y="200025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87000" y="4191000"/>
            <a:ext cx="1905000" cy="1905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10382250" y="4743450"/>
            <a:ext cx="1714500" cy="85725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 vụ thanh</a:t>
            </a:r>
            <a:r>
              <a:rPr lang="en-US" sz="225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373100" y="27813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dirty="0" spc="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373100" y="4781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373100" y="67818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3d01bddc-4afe-4fec-b56d-7a80e24a51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bấm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3718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190750" y="30480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nhiều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300" y="48006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190750" y="447675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b="1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62293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190750" y="59055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đêm,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PSP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5bc38f34-3a9c-4e66-b118-25bb805b36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NÚT</a:t>
            </a:r>
            <a:r>
              <a:rPr lang="en-US" sz="1800" b="1" spc="28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1800" b="1" spc="27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69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bán,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04900" y="2762250"/>
            <a:ext cx="4191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thanh</a:t>
            </a: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048500" y="2762250"/>
            <a:ext cx="4191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dirty="0" spc="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92100" y="2762250"/>
            <a:ext cx="4191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PSP</a:t>
            </a:r>
            <a:endParaRPr lang="en-US" sz="2100" dirty="0"/>
          </a:p>
        </p:txBody>
      </p:sp>
      <p:sp>
        <p:nvSpPr>
          <p:cNvPr id="7" name="Connector line-1792381394880-667637072"/>
          <p:cNvSpPr/>
          <p:nvPr/>
        </p:nvSpPr>
        <p:spPr>
          <a:xfrm>
            <a:off x="3200400" y="3429000"/>
            <a:ext cx="0" cy="5143500"/>
          </a:xfrm>
          <a:prstGeom prst="line">
            <a:avLst/>
          </a:prstGeom>
          <a:noFill/>
          <a:ln w="28575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8" name="Connector line-1792381394880-179631209"/>
          <p:cNvSpPr/>
          <p:nvPr/>
        </p:nvSpPr>
        <p:spPr>
          <a:xfrm>
            <a:off x="9144000" y="3429000"/>
            <a:ext cx="0" cy="5143500"/>
          </a:xfrm>
          <a:prstGeom prst="line">
            <a:avLst/>
          </a:prstGeom>
          <a:noFill/>
          <a:ln w="28575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9" name="Connector line-1792381394880-224011986"/>
          <p:cNvSpPr/>
          <p:nvPr/>
        </p:nvSpPr>
        <p:spPr>
          <a:xfrm>
            <a:off x="15087600" y="3429000"/>
            <a:ext cx="0" cy="5143500"/>
          </a:xfrm>
          <a:prstGeom prst="line">
            <a:avLst/>
          </a:prstGeom>
          <a:noFill/>
          <a:ln w="28575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505200" y="39624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bán: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1950" dirty="0"/>
          </a:p>
        </p:txBody>
      </p:sp>
      <p:sp>
        <p:nvSpPr>
          <p:cNvPr id="11" name="Connector line-1792381394882-145857487"/>
          <p:cNvSpPr/>
          <p:nvPr/>
        </p:nvSpPr>
        <p:spPr>
          <a:xfrm>
            <a:off x="3200400" y="4381500"/>
            <a:ext cx="575310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8934450" y="4267200"/>
            <a:ext cx="209550" cy="228600"/>
          </a:xfrm>
          <a:custGeom>
            <a:avLst/>
            <a:gdLst/>
            <a:ahLst/>
            <a:cxnLst/>
            <a:rect l="l" t="t" r="r" b="b"/>
            <a:pathLst>
              <a:path w="209550" h="228600">
                <a:moveTo>
                  <a:pt x="209550" y="114300"/>
                </a:move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9448800" y="52959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Thanh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thẻ</a:t>
            </a:r>
            <a:endParaRPr lang="en-US" sz="1950" dirty="0"/>
          </a:p>
        </p:txBody>
      </p:sp>
      <p:sp>
        <p:nvSpPr>
          <p:cNvPr id="14" name="Connector line-1792381394886-684774855"/>
          <p:cNvSpPr/>
          <p:nvPr/>
        </p:nvSpPr>
        <p:spPr>
          <a:xfrm>
            <a:off x="9144000" y="5715000"/>
            <a:ext cx="5753100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4878050" y="5600700"/>
            <a:ext cx="209550" cy="228600"/>
          </a:xfrm>
          <a:custGeom>
            <a:avLst/>
            <a:gdLst/>
            <a:ahLst/>
            <a:cxnLst/>
            <a:rect l="l" t="t" r="r" b="b"/>
            <a:pathLst>
              <a:path w="209550" h="228600">
                <a:moveTo>
                  <a:pt x="209550" y="114300"/>
                </a:move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B454"/>
          </a:solidFill>
          <a:ln/>
        </p:spPr>
      </p:sp>
      <p:sp>
        <p:nvSpPr>
          <p:cNvPr id="16" name="Text 14"/>
          <p:cNvSpPr/>
          <p:nvPr/>
        </p:nvSpPr>
        <p:spPr>
          <a:xfrm>
            <a:off x="9448800" y="66294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Thanh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19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endParaRPr lang="en-US" sz="1950" dirty="0"/>
          </a:p>
        </p:txBody>
      </p:sp>
      <p:sp>
        <p:nvSpPr>
          <p:cNvPr id="17" name="Connector line-1792381394889-815516130"/>
          <p:cNvSpPr/>
          <p:nvPr/>
        </p:nvSpPr>
        <p:spPr>
          <a:xfrm>
            <a:off x="9334500" y="7048500"/>
            <a:ext cx="575310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144000" y="6934200"/>
            <a:ext cx="209550" cy="228600"/>
          </a:xfrm>
          <a:custGeom>
            <a:avLst/>
            <a:gdLst/>
            <a:ahLst/>
            <a:cxnLst/>
            <a:rect l="l" t="t" r="r" b="b"/>
            <a:pathLst>
              <a:path w="209550" h="228600">
                <a:moveTo>
                  <a:pt x="0" y="114300"/>
                </a:moveTo>
                <a:lnTo>
                  <a:pt x="209550" y="0"/>
                </a:lnTo>
                <a:lnTo>
                  <a:pt x="209550" y="228600"/>
                </a:lnTo>
                <a:close/>
              </a:path>
            </a:pathLst>
          </a:custGeom>
          <a:solidFill>
            <a:srgbClr val="3DD6A0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7715250"/>
            <a:ext cx="16459200" cy="857250"/>
          </a:xfrm>
          <a:prstGeom prst="roundRect">
            <a:avLst>
              <a:gd name="adj" fmla="val 26667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7715250"/>
            <a:ext cx="15697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thanh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b="1" dirty="0" spc="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</a:t>
            </a: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2100" b="1" dirty="0" spc="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0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9d2f3ad3-7355-42f4-af2b-bc0f32bea4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GHI</a:t>
            </a:r>
            <a:r>
              <a:rPr lang="en-US" sz="1800" b="1" spc="30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trước,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sổ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4572000" cy="247650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38500"/>
            <a:ext cx="3810000" cy="2476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2400" dirty="0"/>
          </a:p>
        </p:txBody>
      </p:sp>
      <p:sp>
        <p:nvSpPr>
          <p:cNvPr id="6" name="Connector line-1792381395700-647555033"/>
          <p:cNvSpPr/>
          <p:nvPr/>
        </p:nvSpPr>
        <p:spPr>
          <a:xfrm>
            <a:off x="5619750" y="4476750"/>
            <a:ext cx="10477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629400" y="4343400"/>
            <a:ext cx="228600" cy="266700"/>
          </a:xfrm>
          <a:custGeom>
            <a:avLst/>
            <a:gdLst/>
            <a:ahLst/>
            <a:cxnLst/>
            <a:rect l="l" t="t" r="r" b="b"/>
            <a:pathLst>
              <a:path w="228600" h="266700">
                <a:moveTo>
                  <a:pt x="228600" y="133350"/>
                </a:move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6B6A6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3238500"/>
            <a:ext cx="4572000" cy="247650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39000" y="3238500"/>
            <a:ext cx="3810000" cy="2476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endParaRPr lang="en-US" sz="2400" dirty="0"/>
          </a:p>
        </p:txBody>
      </p:sp>
      <p:sp>
        <p:nvSpPr>
          <p:cNvPr id="10" name="Connector line-1792381395704-595683180"/>
          <p:cNvSpPr/>
          <p:nvPr/>
        </p:nvSpPr>
        <p:spPr>
          <a:xfrm>
            <a:off x="11563350" y="4476750"/>
            <a:ext cx="10477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2573000" y="4343400"/>
            <a:ext cx="228600" cy="266700"/>
          </a:xfrm>
          <a:custGeom>
            <a:avLst/>
            <a:gdLst/>
            <a:ahLst/>
            <a:cxnLst/>
            <a:rect l="l" t="t" r="r" b="b"/>
            <a:pathLst>
              <a:path w="228600" h="266700">
                <a:moveTo>
                  <a:pt x="228600" y="133350"/>
                </a:move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6B6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12801600" y="3238500"/>
            <a:ext cx="4572000" cy="2476500"/>
          </a:xfrm>
          <a:prstGeom prst="roundRect">
            <a:avLst>
              <a:gd name="adj" fmla="val 12308"/>
            </a:avLst>
          </a:prstGeom>
          <a:solidFill>
            <a:srgbClr val="F6E3C8"/>
          </a:solidFill>
          <a:ln/>
        </p:spPr>
      </p:sp>
      <p:sp>
        <p:nvSpPr>
          <p:cNvPr id="13" name="Text 11"/>
          <p:cNvSpPr/>
          <p:nvPr/>
        </p:nvSpPr>
        <p:spPr>
          <a:xfrm>
            <a:off x="13182600" y="3238500"/>
            <a:ext cx="3810000" cy="2476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65722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6572250"/>
            <a:ext cx="15697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b="1" dirty="0" spc="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b24f6579-9beb-43f1-b360-1723948071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1800" b="1" spc="30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1800" b="1" spc="26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đêm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endParaRPr lang="en-US" sz="6900" dirty="0"/>
          </a:p>
        </p:txBody>
      </p:sp>
      <p:sp>
        <p:nvSpPr>
          <p:cNvPr id="4" name="Connector line-1792381396480-188509493"/>
          <p:cNvSpPr/>
          <p:nvPr/>
        </p:nvSpPr>
        <p:spPr>
          <a:xfrm>
            <a:off x="2628900" y="3810000"/>
            <a:ext cx="13030200" cy="0"/>
          </a:xfrm>
          <a:prstGeom prst="line">
            <a:avLst/>
          </a:prstGeom>
          <a:noFill/>
          <a:ln w="762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343150" y="3524250"/>
            <a:ext cx="571500" cy="5715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6" name="Shape 4"/>
          <p:cNvSpPr/>
          <p:nvPr/>
        </p:nvSpPr>
        <p:spPr>
          <a:xfrm>
            <a:off x="8858250" y="3524250"/>
            <a:ext cx="571500" cy="5715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7" name="Shape 5"/>
          <p:cNvSpPr/>
          <p:nvPr/>
        </p:nvSpPr>
        <p:spPr>
          <a:xfrm>
            <a:off x="15373350" y="3524250"/>
            <a:ext cx="571500" cy="5715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62250"/>
            <a:ext cx="342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-2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Trong</a:t>
            </a:r>
            <a:r>
              <a:rPr lang="en-US" sz="33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ngày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429500" y="2762250"/>
            <a:ext cx="342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3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đêm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3944600" y="2762250"/>
            <a:ext cx="342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-7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Tệp</a:t>
            </a:r>
            <a:r>
              <a:rPr lang="en-US" sz="3300" dirty="0" spc="-2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chứa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14400" y="4476750"/>
            <a:ext cx="3429000" cy="1238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1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429500" y="4476750"/>
            <a:ext cx="3429000" cy="1238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PSP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b="1" dirty="0" spc="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944600" y="4476750"/>
            <a:ext cx="3429000" cy="1238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1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dịch</a:t>
            </a:r>
            <a:r>
              <a:rPr lang="en-US" sz="21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6477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6477000"/>
            <a:ext cx="156972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PSP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a7ddf4f3-87ad-48be-aadc-18781c9b409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liệt</a:t>
            </a:r>
            <a:r>
              <a:rPr lang="en-US" sz="69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chừng.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770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b="1" spc="21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580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 cái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dòng, không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cũ;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 hằng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đêm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 đối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206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luận,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40db3c1f-0cf4-40c7-beab-f9fec77f0d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Mua,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mấy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4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429000"/>
            <a:ext cx="8001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752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1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100" dirty="0"/>
          </a:p>
        </p:txBody>
      </p:sp>
      <p:sp>
        <p:nvSpPr>
          <p:cNvPr id="7" name="Text richtext-1792381398446-663219062"/>
          <p:cNvSpPr/>
          <p:nvPr/>
        </p:nvSpPr>
        <p:spPr>
          <a:xfrm>
            <a:off x="1295400" y="432435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 thanh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 nhận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3429000"/>
            <a:ext cx="8001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3600" y="3752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100" b="1" spc="20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100" b="1" spc="18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100" b="1" spc="21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100" dirty="0"/>
          </a:p>
        </p:txBody>
      </p:sp>
      <p:sp>
        <p:nvSpPr>
          <p:cNvPr id="10" name="Text richtext-1792381398466-312093621"/>
          <p:cNvSpPr/>
          <p:nvPr/>
        </p:nvSpPr>
        <p:spPr>
          <a:xfrm>
            <a:off x="9753600" y="432435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 thành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công.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14400" y="80010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5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 luận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73622159-55bd-4181-9995-b00624c1ac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53000" y="2857500"/>
            <a:ext cx="1143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6" name="Connector line-1792381399279-650518087"/>
          <p:cNvSpPr/>
          <p:nvPr/>
        </p:nvSpPr>
        <p:spPr>
          <a:xfrm>
            <a:off x="914400" y="3238500"/>
            <a:ext cx="164592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4671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46710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953000" y="34671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2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gạch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7053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70535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953000" y="470535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9436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943600"/>
            <a:ext cx="361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soạn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953000" y="59436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PSP;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b0c9b2b9-92fb-4f44-8e04-27c30a252d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095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PSP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572000" y="2762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thanh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4095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429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572000" y="4095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PSP</a:t>
            </a:r>
            <a:r>
              <a:rPr lang="en-US" sz="19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19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5429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5762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572000" y="5429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6762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" y="7096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572000" y="6762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 thông tin mới.</a:t>
            </a:r>
            <a:endParaRPr lang="en-US" sz="1950" dirty="0"/>
          </a:p>
        </p:txBody>
      </p:sp>
      <p:sp>
        <p:nvSpPr>
          <p:cNvPr id="16" name="Connector line-1792381400121-972772188"/>
          <p:cNvSpPr/>
          <p:nvPr/>
        </p:nvSpPr>
        <p:spPr>
          <a:xfrm>
            <a:off x="11772900" y="2762250"/>
            <a:ext cx="0" cy="58102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382500" y="2762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8" name="Text richtext-1792381400123-444528528"/>
          <p:cNvSpPr/>
          <p:nvPr/>
        </p:nvSpPr>
        <p:spPr>
          <a:xfrm>
            <a:off x="12382500" y="333375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0" y="6858000"/>
            <a:ext cx="4953000" cy="1809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f7cebcc4-340c-4009-8b5d-cd85853e3b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2026-10-19T09:19:26Z</dcterms:created>
  <dcterms:modified xsi:type="dcterms:W3CDTF">2026-10-19T09:19:26Z</dcterms:modified>
</cp:coreProperties>
</file>