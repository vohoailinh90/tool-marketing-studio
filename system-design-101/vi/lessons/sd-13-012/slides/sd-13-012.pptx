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148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chuỗi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chép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1982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"họ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gì", không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"nên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4287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87000" y="16192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87000" y="2000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285750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0" y="30480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87000" y="3429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42862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87000" y="44767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287000" y="4857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571500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87000" y="5905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87000" y="6286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906000" y="71437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87000" y="73342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87000" y="7715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1262d41-9cca-4287-8058-1694b1861e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000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0975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Mượn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r>
              <a:rPr lang="en-US" sz="69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6381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1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60960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6381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13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chung;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7d4e643-a8fb-4a99-a4e2-f23c484841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canary</a:t>
            </a:r>
            <a:endParaRPr lang="en-US" sz="6900" dirty="0"/>
          </a:p>
        </p:txBody>
      </p:sp>
      <p:sp>
        <p:nvSpPr>
          <p:cNvPr id="4" name="Connector line-1792370813666-359595678"/>
          <p:cNvSpPr/>
          <p:nvPr/>
        </p:nvSpPr>
        <p:spPr>
          <a:xfrm>
            <a:off x="28575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10477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Spinnaker</a:t>
            </a:r>
            <a:endParaRPr lang="en-US" sz="2550" dirty="0"/>
          </a:p>
        </p:txBody>
      </p:sp>
      <p:sp>
        <p:nvSpPr>
          <p:cNvPr id="6" name="Connector line-1792370813670-439159911"/>
          <p:cNvSpPr/>
          <p:nvPr/>
        </p:nvSpPr>
        <p:spPr>
          <a:xfrm>
            <a:off x="72390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292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(AMI)</a:t>
            </a:r>
            <a:endParaRPr lang="en-US" sz="2550" dirty="0"/>
          </a:p>
        </p:txBody>
      </p:sp>
      <p:sp>
        <p:nvSpPr>
          <p:cNvPr id="8" name="Connector line-1792370813673-216246329"/>
          <p:cNvSpPr/>
          <p:nvPr/>
        </p:nvSpPr>
        <p:spPr>
          <a:xfrm>
            <a:off x="116205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8107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endParaRPr lang="en-US" sz="2550" dirty="0"/>
          </a:p>
        </p:txBody>
      </p:sp>
      <p:sp>
        <p:nvSpPr>
          <p:cNvPr id="10" name="Connector line-1792370813675-717608291"/>
          <p:cNvSpPr/>
          <p:nvPr/>
        </p:nvSpPr>
        <p:spPr>
          <a:xfrm>
            <a:off x="160020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41922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Kayenta</a:t>
            </a:r>
            <a:endParaRPr lang="en-US" sz="2550" dirty="0"/>
          </a:p>
        </p:txBody>
      </p:sp>
      <p:sp>
        <p:nvSpPr>
          <p:cNvPr id="12" name="Connector line-1792370813677-172788289"/>
          <p:cNvSpPr/>
          <p:nvPr/>
        </p:nvSpPr>
        <p:spPr>
          <a:xfrm>
            <a:off x="2857500" y="428625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2381250" y="37909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</a:t>
            </a:r>
            <a:r>
              <a:rPr lang="en-US" sz="2100" dirty="0" spc="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image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4" name="Connector line-1792370813683-118463774"/>
          <p:cNvSpPr/>
          <p:nvPr/>
        </p:nvSpPr>
        <p:spPr>
          <a:xfrm>
            <a:off x="7239000" y="552450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6762750" y="50292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2.</a:t>
            </a:r>
            <a:r>
              <a:rPr lang="en-US" sz="21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máy,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100" dirty="0" spc="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1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endParaRPr lang="en-US" sz="2100" dirty="0"/>
          </a:p>
        </p:txBody>
      </p:sp>
      <p:sp>
        <p:nvSpPr>
          <p:cNvPr id="16" name="Connector line-1792370813688-155613165"/>
          <p:cNvSpPr/>
          <p:nvPr/>
        </p:nvSpPr>
        <p:spPr>
          <a:xfrm>
            <a:off x="11620500" y="676275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11144250" y="62674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3.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canary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10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10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Connector line-1792370813692-49404345"/>
          <p:cNvSpPr/>
          <p:nvPr/>
        </p:nvSpPr>
        <p:spPr>
          <a:xfrm flipH="1">
            <a:off x="2857500" y="8001000"/>
            <a:ext cx="13144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3048000" y="7505700"/>
            <a:ext cx="1276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4.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tắc: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100" dirty="0" spc="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cd0afade-e83f-47fd-8160-8076c082fe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 CHỜN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chờn: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9813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2381250" y="31242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334000" y="312420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 dõi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441007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2381250" y="45529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334000" y="455295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chặn.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61975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" y="58388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2381250" y="59817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334000" y="598170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428750" y="7620000"/>
            <a:ext cx="1543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011f4b3-51b7-4efe-9dca-c98f78b43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 từ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Connector line-1792370852974-26496901"/>
          <p:cNvSpPr/>
          <p:nvPr/>
        </p:nvSpPr>
        <p:spPr>
          <a:xfrm>
            <a:off x="5334000" y="5334000"/>
            <a:ext cx="19050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370852975-538969168"/>
          <p:cNvSpPr/>
          <p:nvPr/>
        </p:nvSpPr>
        <p:spPr>
          <a:xfrm flipV="1">
            <a:off x="11049000" y="4000500"/>
            <a:ext cx="1619250" cy="9525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6" name="Connector line-1792370852975-350588660"/>
          <p:cNvSpPr/>
          <p:nvPr/>
        </p:nvSpPr>
        <p:spPr>
          <a:xfrm>
            <a:off x="11049000" y="5715000"/>
            <a:ext cx="1619250" cy="1143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4095750"/>
            <a:ext cx="4419600" cy="2476500"/>
          </a:xfrm>
          <a:prstGeom prst="roundRect">
            <a:avLst>
              <a:gd name="adj" fmla="val 1076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371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8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295400" y="514350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7239000" y="3810000"/>
            <a:ext cx="3810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0" y="419100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endParaRPr lang="en-US" sz="2850" dirty="0"/>
          </a:p>
        </p:txBody>
      </p:sp>
      <p:sp>
        <p:nvSpPr>
          <p:cNvPr id="12" name="Text richtext-1792370852990-162974870"/>
          <p:cNvSpPr/>
          <p:nvPr/>
        </p:nvSpPr>
        <p:spPr>
          <a:xfrm>
            <a:off x="7620000" y="4857750"/>
            <a:ext cx="314325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668250" y="3048000"/>
            <a:ext cx="470535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333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3049250" y="3952875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668250" y="5905500"/>
            <a:ext cx="470535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61912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049250" y="6810375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f0df096-33ec-41d0-a5de-88cc65e781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1813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428750" y="3733800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dùng.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485900" y="4667250"/>
            <a:ext cx="15316200" cy="1524000"/>
          </a:xfrm>
          <a:prstGeom prst="roundRect">
            <a:avLst>
              <a:gd name="adj" fmla="val 175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0250" y="499110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 thuộc</a:t>
            </a: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2000250" y="5543550"/>
            <a:ext cx="1314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2057400" y="6477000"/>
            <a:ext cx="14173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1750" y="68008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2571750" y="7353300"/>
            <a:ext cx="1200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SLSA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5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55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ba71327-e5ff-40d4-a01d-87194db6ad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Mượn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2385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1950" dirty="0"/>
          </a:p>
        </p:txBody>
      </p:sp>
      <p:sp>
        <p:nvSpPr>
          <p:cNvPr id="6" name="Text richtext-1792370882604-786118354"/>
          <p:cNvSpPr/>
          <p:nvPr/>
        </p:nvSpPr>
        <p:spPr>
          <a:xfrm>
            <a:off x="1428750" y="3905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7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ví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886950" y="32385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KHẲNG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9" name="Text richtext-1792370882616-947997343"/>
          <p:cNvSpPr/>
          <p:nvPr/>
        </p:nvSpPr>
        <p:spPr>
          <a:xfrm>
            <a:off x="9886950" y="3905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đổi.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họ hợp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f661ab1-39bd-4a2e-a50d-c472ea82b7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69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Image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Vẫn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thể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khác,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lúc</a:t>
                      </a: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lệch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chỗ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 loại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máy,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Quay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lui: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4bf757e-cd2d-4cbf-9714-a00da7ceda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7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</a:t>
            </a: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7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lệ, cách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ly,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905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248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7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95400" y="6953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905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248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700" b="1" dirty="0" spc="3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a91f4ad-0ef5-4c29-b158-63498416ab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167360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Delivery: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SLSA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đảm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OWASP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đồng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dụng,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hướng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Ảnh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ảo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Spinnaker;</a:t>
                      </a:r>
                      <a:r>
                        <a:rPr lang="en-US" sz="21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Kayenta;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canarying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releases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flaky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tests;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SLSA;</a:t>
                      </a:r>
                      <a:r>
                        <a:rPr lang="en-US" sz="2100" dirty="0" spc="-4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Top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CI/CD Security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Risks;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ImmutableServer;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c093a57-4060-499f-ad94-87673063d4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2026-10-19T02:53:25Z</dcterms:created>
  <dcterms:modified xsi:type="dcterms:W3CDTF">2026-10-19T02:53:25Z</dcterms:modified>
</cp:coreProperties>
</file>