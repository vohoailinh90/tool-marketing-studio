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51435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cơ chế</a:t>
            </a:r>
            <a:r>
              <a:rPr lang="en-US" sz="60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0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thực:</a:t>
            </a:r>
            <a:r>
              <a:rPr lang="en-US" sz="6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SSH,</a:t>
            </a:r>
            <a:r>
              <a:rPr lang="en-US" sz="60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60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OAuth,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0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vào?</a:t>
            </a:r>
            <a:endParaRPr lang="en-US" sz="3000" dirty="0"/>
          </a:p>
        </p:txBody>
      </p:sp>
      <p:sp>
        <p:nvSpPr>
          <p:cNvPr id="5" name="Connector line-1792432840297-798498421"/>
          <p:cNvSpPr/>
          <p:nvPr/>
        </p:nvSpPr>
        <p:spPr>
          <a:xfrm>
            <a:off x="914400" y="800100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2296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001500" y="312420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2000250"/>
                </a:moveTo>
                <a:cubicBezTo>
                  <a:pt x="666750" y="20002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0" y="445770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666750"/>
                </a:moveTo>
                <a:cubicBezTo>
                  <a:pt x="666750" y="6667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0" y="512445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0"/>
                </a:moveTo>
                <a:cubicBezTo>
                  <a:pt x="666750" y="0"/>
                  <a:pt x="666750" y="666750"/>
                  <a:pt x="1371600" y="6667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0" y="512445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0"/>
                </a:moveTo>
                <a:cubicBezTo>
                  <a:pt x="666750" y="0"/>
                  <a:pt x="666750" y="2000250"/>
                  <a:pt x="1371600" y="2000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39400" y="432435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400" y="4838700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24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20250" y="60960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6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373100" y="2762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SSH,</a:t>
            </a:r>
            <a:r>
              <a:rPr lang="en-US" sz="210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4095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5429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6762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bf3e29d-e6ab-4d4b-8065-23bfb9306f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10863072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Cơ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chế</a:t>
                      </a:r>
                      <a:endParaRPr lang="en-US" sz="1200" dirty="0"/>
                    </a:p>
                  </a:txBody>
                  <a:tcPr marL="304800" marR="304800" marT="186690" marB="1866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Bạn</a:t>
                      </a:r>
                      <a:r>
                        <a:rPr lang="en-US" sz="2550" b="1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đưa</a:t>
                      </a:r>
                      <a:r>
                        <a:rPr lang="en-US" sz="2550" b="1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endParaRPr lang="en-US" sz="1200" dirty="0"/>
                    </a:p>
                  </a:txBody>
                  <a:tcPr marL="304800" marR="304800" marT="186690" marB="1866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Khóa</a:t>
                      </a:r>
                      <a:r>
                        <a:rPr lang="en-US" sz="2550" b="1" dirty="0" spc="7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SSH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55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77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Token</a:t>
                      </a:r>
                      <a:r>
                        <a:rPr lang="en-US" sz="2550" b="1" dirty="0" spc="-2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OAuth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Bằng</a:t>
                      </a:r>
                      <a:r>
                        <a:rPr lang="en-US" sz="25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chứng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r>
                        <a:rPr lang="en-US" sz="25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ủy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4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Chứng</a:t>
                      </a:r>
                      <a:r>
                        <a:rPr lang="en-US" sz="2550" b="1" dirty="0" spc="0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gắn</a:t>
                      </a:r>
                      <a:r>
                        <a:rPr lang="en-US" sz="25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r>
                        <a:rPr lang="en-US" sz="2550" dirty="0" spc="-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Mật</a:t>
                      </a:r>
                      <a:r>
                        <a:rPr lang="en-US" sz="2550" b="1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khẩu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Điều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chế,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700" dirty="0"/>
          </a:p>
        </p:txBody>
      </p:sp>
      <p:sp>
        <p:nvSpPr>
          <p:cNvPr id="6" name="Connector line-1792432857771-8859618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47097ba-902a-467a-862b-84d1d080f9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30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giữ</a:t>
            </a:r>
            <a:r>
              <a:rPr lang="en-US" sz="69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105150"/>
            <a:ext cx="2476500" cy="762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endParaRPr lang="en-US" sz="2850" dirty="0"/>
          </a:p>
        </p:txBody>
      </p:sp>
      <p:sp>
        <p:nvSpPr>
          <p:cNvPr id="6" name="Text richtext-1792432872117-110130992"/>
          <p:cNvSpPr/>
          <p:nvPr/>
        </p:nvSpPr>
        <p:spPr>
          <a:xfrm>
            <a:off x="1257300" y="41910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khóa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Permission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denied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(publickey)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0" y="3105150"/>
            <a:ext cx="3238500" cy="762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8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2850" dirty="0"/>
          </a:p>
        </p:txBody>
      </p:sp>
      <p:sp>
        <p:nvSpPr>
          <p:cNvPr id="9" name="Text richtext-1792432872142-206992213"/>
          <p:cNvSpPr/>
          <p:nvPr/>
        </p:nvSpPr>
        <p:spPr>
          <a:xfrm>
            <a:off x="9715500" y="41910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Bearer: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cũng dùng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chối,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255</a:t>
            </a:r>
            <a:endParaRPr lang="en-US" sz="2700" dirty="0"/>
          </a:p>
        </p:txBody>
      </p:sp>
      <p:sp>
        <p:nvSpPr>
          <p:cNvPr id="11" name="Connector line-1792432872158-28442896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a3e56e7-ad78-4eb8-bce8-0bac14ba4d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(TLS,</a:t>
            </a:r>
            <a:r>
              <a:rPr lang="en-US" sz="180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b="1" spc="23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990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650" b="1" spc="1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3486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 1.3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96050" y="2762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781800" y="2990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b="1" spc="1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81800" y="3486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unable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issuer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certificate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77700" y="2762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363450" y="2990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16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b="1" spc="13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363450" y="3486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Hostname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mismatch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048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5276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 HẠN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00150" y="5772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expired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496050" y="5048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6781800" y="5276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650" b="1" spc="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650" b="1" spc="1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XƯNG</a:t>
            </a:r>
            <a:r>
              <a:rPr lang="en-US" sz="16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b="1" spc="1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81800" y="5772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self-signed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certificate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077700" y="5048250"/>
            <a:ext cx="5295900" cy="2095500"/>
          </a:xfrm>
          <a:prstGeom prst="roundRect">
            <a:avLst>
              <a:gd name="adj" fmla="val 14545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63450" y="5276850"/>
            <a:ext cx="472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16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363450" y="57721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 mất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phương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mTLS: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từ chối</a:t>
            </a:r>
            <a:endParaRPr lang="en-US" sz="2550" dirty="0"/>
          </a:p>
        </p:txBody>
      </p:sp>
      <p:sp>
        <p:nvSpPr>
          <p:cNvPr id="23" name="Connector line-1792432890818-56069435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6b7a3c95-3d23-4a17-b492-76792cd4db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khẩu: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3000375"/>
            <a:ext cx="952500" cy="952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152525" y="3095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476500" y="29908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76500" y="35623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OWASP,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525" y="4714875"/>
            <a:ext cx="952500" cy="952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152525" y="48101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476500" y="47053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Credential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stuffing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76500" y="52768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191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525" y="6429375"/>
            <a:ext cx="952500" cy="952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6524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476500" y="64198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b="1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476500" y="69913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sd-14-003: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</p:txBody>
      </p:sp>
      <p:sp>
        <p:nvSpPr>
          <p:cNvPr id="19" name="Connector line-1792432909472-4648367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97a3f05-a93f-4835-b083-ee37ba4154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endParaRPr lang="en-US" sz="6900" dirty="0"/>
          </a:p>
        </p:txBody>
      </p:sp>
      <p:sp>
        <p:nvSpPr>
          <p:cNvPr id="4" name="Connector line-1792432926809-325473501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686050" y="3067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877050" y="3067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1068050" y="3067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259050" y="3067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8100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00150" y="409575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00150" y="4629150"/>
            <a:ext cx="3333750" cy="1809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khóa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05400" y="38100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5391150" y="409575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91150" y="4629150"/>
            <a:ext cx="3333750" cy="1809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96400" y="38100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582150" y="409575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82150" y="4629150"/>
            <a:ext cx="3333750" cy="1809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show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HEAD~1:.env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487400" y="38100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3773150" y="409575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165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773150" y="4629150"/>
            <a:ext cx="3333750" cy="1809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--prune=now,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69532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-S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.gitignore: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550" dirty="0"/>
          </a:p>
        </p:txBody>
      </p:sp>
      <p:sp>
        <p:nvSpPr>
          <p:cNvPr id="23" name="Connector line-1792432926834-53111507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f11705f-277b-4c7b-bfaa-b04e11582f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3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5623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15500" y="35623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4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4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bearer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314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4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7300" y="58483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34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34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0" y="5314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15500" y="58483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4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4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572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hồi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SSH, quét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endParaRPr lang="en-US" sz="1650" dirty="0"/>
          </a:p>
        </p:txBody>
      </p:sp>
      <p:sp>
        <p:nvSpPr>
          <p:cNvPr id="18" name="Connector line-1792432946708-9978882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b1efd65-55bf-4596-8b0b-e1e2565b37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CUỐI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63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3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.env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63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2857500"/>
          </a:xfrm>
          <a:prstGeom prst="roundRect">
            <a:avLst>
              <a:gd name="adj" fmla="val 10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289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524250"/>
            <a:ext cx="4286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550" dirty="0"/>
          </a:p>
        </p:txBody>
      </p:sp>
      <p:sp>
        <p:nvSpPr>
          <p:cNvPr id="7" name="Connector line-1792433045955-910140205"/>
          <p:cNvSpPr/>
          <p:nvPr/>
        </p:nvSpPr>
        <p:spPr>
          <a:xfrm>
            <a:off x="6057900" y="4191000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819900" y="3886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›</a:t>
            </a:r>
            <a:endParaRPr lang="en-US" sz="3750" dirty="0"/>
          </a:p>
        </p:txBody>
      </p:sp>
      <p:sp>
        <p:nvSpPr>
          <p:cNvPr id="9" name="Shape 7"/>
          <p:cNvSpPr/>
          <p:nvPr/>
        </p:nvSpPr>
        <p:spPr>
          <a:xfrm>
            <a:off x="7429500" y="2762250"/>
            <a:ext cx="4953000" cy="2857500"/>
          </a:xfrm>
          <a:prstGeom prst="roundRect">
            <a:avLst>
              <a:gd name="adj" fmla="val 10667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30289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6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0" y="3524250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4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74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374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3740" dirty="0"/>
          </a:p>
        </p:txBody>
      </p:sp>
      <p:sp>
        <p:nvSpPr>
          <p:cNvPr id="12" name="Text 10"/>
          <p:cNvSpPr/>
          <p:nvPr/>
        </p:nvSpPr>
        <p:spPr>
          <a:xfrm>
            <a:off x="7772400" y="4286250"/>
            <a:ext cx="42862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gc.</a:t>
            </a:r>
            <a:endParaRPr lang="en-US" sz="2100" dirty="0"/>
          </a:p>
        </p:txBody>
      </p:sp>
      <p:sp>
        <p:nvSpPr>
          <p:cNvPr id="13" name="Connector line-1792433045973-493797400"/>
          <p:cNvSpPr/>
          <p:nvPr/>
        </p:nvSpPr>
        <p:spPr>
          <a:xfrm>
            <a:off x="12573000" y="4191000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3335000" y="3886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›</a:t>
            </a:r>
            <a:endParaRPr lang="en-US" sz="3750" dirty="0"/>
          </a:p>
        </p:txBody>
      </p:sp>
      <p:sp>
        <p:nvSpPr>
          <p:cNvPr id="15" name="Shape 13"/>
          <p:cNvSpPr/>
          <p:nvPr/>
        </p:nvSpPr>
        <p:spPr>
          <a:xfrm>
            <a:off x="13944600" y="2762250"/>
            <a:ext cx="3429000" cy="28575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4249400" y="30289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65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249400" y="3524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60007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6267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1650" b="1" spc="1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b="1" spc="21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57300" y="676275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72600" y="600075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6267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650" b="1" spc="18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15500" y="676275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đọc;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lịch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400" dirty="0"/>
          </a:p>
        </p:txBody>
      </p:sp>
      <p:sp>
        <p:nvSpPr>
          <p:cNvPr id="24" name="Connector line-1792433045993-12455150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4c212cc-9443-4735-978b-5e7faa93b1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9718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2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390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TLS,</a:t>
            </a:r>
            <a:r>
              <a:rPr lang="en-US" sz="25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4958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b="1" spc="21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4914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sd-14-011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0198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CUỐI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6438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b="1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22857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75438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57300" y="79629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16" name="Connector line-1792433060825-27387437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9C2B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A8A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8bce03d-2576-4f0f-b8c0-a087d89035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95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29527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38900" y="23812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2495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67500" y="29527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63400" y="23812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0" y="2495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92000" y="29527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6766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7909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42481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8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38900" y="36766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67500" y="37909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67500" y="42481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Sockets</a:t>
            </a:r>
            <a:r>
              <a:rPr lang="en-US" sz="18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63400" y="36766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37909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mTLS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92000" y="42481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mutual</a:t>
            </a:r>
            <a:r>
              <a:rPr lang="en-US" sz="18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Transport</a:t>
            </a:r>
            <a:r>
              <a:rPr lang="en-US" sz="18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9720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0863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5543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8900" y="49720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50863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67500" y="5543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Revocation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63400" y="49720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0" y="50863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OCSP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192000" y="55435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Certificate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62674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63817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143000" y="68389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438900" y="6267450"/>
            <a:ext cx="5410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6667500" y="63817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667500" y="68389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4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754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754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754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754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754" dirty="0"/>
          </a:p>
        </p:txBody>
      </p:sp>
      <p:sp>
        <p:nvSpPr>
          <p:cNvPr id="37" name="Shape 35"/>
          <p:cNvSpPr/>
          <p:nvPr/>
        </p:nvSpPr>
        <p:spPr>
          <a:xfrm>
            <a:off x="12001500" y="6267450"/>
            <a:ext cx="5372100" cy="1181100"/>
          </a:xfrm>
          <a:prstGeom prst="roundRect">
            <a:avLst>
              <a:gd name="adj" fmla="val 19355"/>
            </a:avLst>
          </a:prstGeom>
          <a:solidFill>
            <a:srgbClr val="F3EEE3"/>
          </a:solidFill>
          <a:ln/>
        </p:spPr>
      </p:sp>
      <p:sp>
        <p:nvSpPr>
          <p:cNvPr id="38" name="Text 36"/>
          <p:cNvSpPr/>
          <p:nvPr/>
        </p:nvSpPr>
        <p:spPr>
          <a:xfrm>
            <a:off x="12230100" y="638175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</a:t>
            </a: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OpenSSH,</a:t>
            </a:r>
            <a:r>
              <a:rPr lang="en-US" sz="18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2.1,</a:t>
            </a: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80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400" y="77152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 ByteByteGo (bài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định);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OpenSSH;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Transport</a:t>
            </a:r>
            <a:r>
              <a:rPr lang="en-US" sz="16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Security;</a:t>
            </a:r>
            <a:r>
              <a:rPr lang="en-US" sz="1650" dirty="0" spc="-3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Authentication;</a:t>
            </a:r>
            <a:r>
              <a:rPr lang="en-US" sz="1650" dirty="0" spc="-3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Management.</a:t>
            </a:r>
            <a:endParaRPr lang="en-US" sz="1650" dirty="0"/>
          </a:p>
        </p:txBody>
      </p:sp>
      <p:sp>
        <p:nvSpPr>
          <p:cNvPr id="40" name="Connector line-1792433075325-59256863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08230155-3718-452c-a89f-eb8532cfd5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2026-10-19T18:10:58Z</dcterms:created>
  <dcterms:modified xsi:type="dcterms:W3CDTF">2026-10-19T18:10:58Z</dcterms:modified>
</cp:coreProperties>
</file>