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53503" rIns="0" bIns="-53503" rtlCol="0" anchor="t"/>
          <a:lstStyle/>
          <a:p>
            <a:pPr algn="l" indent="0" marL="0">
              <a:lnSpc>
                <a:spcPts val="6553"/>
              </a:lnSpc>
              <a:buNone/>
            </a:pPr>
            <a:r>
              <a:rPr lang="en-US" sz="6241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6241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tiếp:</a:t>
            </a:r>
            <a:r>
              <a:rPr lang="en-US" sz="6241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6241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241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6241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241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6241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6241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241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6241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241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241" dirty="0"/>
          </a:p>
        </p:txBody>
      </p:sp>
      <p:sp>
        <p:nvSpPr>
          <p:cNvPr id="4" name="Text 2"/>
          <p:cNvSpPr/>
          <p:nvPr/>
        </p:nvSpPr>
        <p:spPr>
          <a:xfrm>
            <a:off x="12001500" y="1333500"/>
            <a:ext cx="5524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001500" y="2381250"/>
            <a:ext cx="5524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0" y="3429000"/>
            <a:ext cx="5524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giây: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8" name="Connector line-1792422006948-816986465"/>
          <p:cNvSpPr/>
          <p:nvPr/>
        </p:nvSpPr>
        <p:spPr>
          <a:xfrm>
            <a:off x="914400" y="6477000"/>
            <a:ext cx="164592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14400" y="704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704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6A4D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704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0" y="704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7C93FF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0" y="704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B454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0" y="704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B454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8191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6273fad-1f9b-463a-b7b7-d5c6ed7177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Cắt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78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giây,</a:t>
            </a:r>
            <a:r>
              <a:rPr lang="en-US" sz="78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8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30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 ngắn,</a:t>
            </a:r>
            <a:r>
              <a:rPr lang="en-US" sz="300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b="1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5fc590c-03ef-467b-80af-57e2362872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5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QUAY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5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7715250" y="4381500"/>
            <a:ext cx="2857500" cy="28575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15250" y="5334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86500" y="3810000"/>
            <a:ext cx="1714500" cy="1238250"/>
          </a:xfrm>
          <a:custGeom>
            <a:avLst/>
            <a:gdLst/>
            <a:ahLst/>
            <a:cxnLst/>
            <a:rect l="l" t="t" r="r" b="b"/>
            <a:pathLst>
              <a:path w="1714500" h="1238250">
                <a:moveTo>
                  <a:pt x="1714500" y="1238250"/>
                </a:moveTo>
                <a:cubicBezTo>
                  <a:pt x="952500" y="762000"/>
                  <a:pt x="571500" y="190500"/>
                  <a:pt x="0" y="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3810000"/>
            <a:ext cx="1714500" cy="1238250"/>
          </a:xfrm>
          <a:custGeom>
            <a:avLst/>
            <a:gdLst/>
            <a:ahLst/>
            <a:cxnLst/>
            <a:rect l="l" t="t" r="r" b="b"/>
            <a:pathLst>
              <a:path w="1714500" h="1238250">
                <a:moveTo>
                  <a:pt x="0" y="1238250"/>
                </a:moveTo>
                <a:cubicBezTo>
                  <a:pt x="762000" y="762000"/>
                  <a:pt x="1143000" y="190500"/>
                  <a:pt x="1714500" y="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6572250"/>
            <a:ext cx="1714500" cy="1333500"/>
          </a:xfrm>
          <a:custGeom>
            <a:avLst/>
            <a:gdLst/>
            <a:ahLst/>
            <a:cxnLst/>
            <a:rect l="l" t="t" r="r" b="b"/>
            <a:pathLst>
              <a:path w="1714500" h="1333500">
                <a:moveTo>
                  <a:pt x="1714500" y="0"/>
                </a:moveTo>
                <a:cubicBezTo>
                  <a:pt x="952500" y="476250"/>
                  <a:pt x="571500" y="1143000"/>
                  <a:pt x="0" y="133350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6572250"/>
            <a:ext cx="1714500" cy="1333500"/>
          </a:xfrm>
          <a:custGeom>
            <a:avLst/>
            <a:gdLst/>
            <a:ahLst/>
            <a:cxnLst/>
            <a:rect l="l" t="t" r="r" b="b"/>
            <a:pathLst>
              <a:path w="1714500" h="1333500">
                <a:moveTo>
                  <a:pt x="0" y="0"/>
                </a:moveTo>
                <a:cubicBezTo>
                  <a:pt x="762000" y="476250"/>
                  <a:pt x="1143000" y="1143000"/>
                  <a:pt x="1714500" y="1333500"/>
                </a:cubicBez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43250"/>
            <a:ext cx="53340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150" y="31432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039600" y="3143250"/>
            <a:ext cx="53340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25350" y="31432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H.264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334250"/>
            <a:ext cx="53340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0150" y="73342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7334250"/>
            <a:ext cx="53340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25350" y="73342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bitrate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9ccbd54-66f5-4661-9076-ac659ac7c2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5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máy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7C93FF"/>
          </a:solidFill>
          <a:ln/>
        </p:spPr>
      </p:sp>
      <p:sp>
        <p:nvSpPr>
          <p:cNvPr id="7" name="Connector line-1792422012040-494045424"/>
          <p:cNvSpPr/>
          <p:nvPr/>
        </p:nvSpPr>
        <p:spPr>
          <a:xfrm>
            <a:off x="5581650" y="4429125"/>
            <a:ext cx="11811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2012040-287582857"/>
          <p:cNvSpPr/>
          <p:nvPr/>
        </p:nvSpPr>
        <p:spPr>
          <a:xfrm>
            <a:off x="11525250" y="4429125"/>
            <a:ext cx="11811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82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biên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1818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18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nén,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1254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254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d612c6b-d74f-4358-80ab-23b9476361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Chặng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RTMP</a:t>
            </a:r>
            <a:endParaRPr lang="en-US" sz="2100" dirty="0"/>
          </a:p>
        </p:txBody>
      </p:sp>
      <p:sp>
        <p:nvSpPr>
          <p:cNvPr id="6" name="Text richtext-1792422014055-307833013"/>
          <p:cNvSpPr/>
          <p:nvPr/>
        </p:nvSpPr>
        <p:spPr>
          <a:xfrm>
            <a:off x="13335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từ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HLS</a:t>
            </a:r>
            <a:r>
              <a:rPr lang="en-US" sz="2100" b="1" spc="17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spc="1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DASH</a:t>
            </a:r>
            <a:endParaRPr lang="en-US" sz="2100" dirty="0"/>
          </a:p>
        </p:txBody>
      </p:sp>
      <p:sp>
        <p:nvSpPr>
          <p:cNvPr id="9" name="Text richtext-1792422014075-288860394"/>
          <p:cNvSpPr/>
          <p:nvPr/>
        </p:nvSpPr>
        <p:spPr>
          <a:xfrm>
            <a:off x="97917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HTTP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e3f9a12-b1e3-46b8-8c34-8fad797509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2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FFMPEG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 dài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bitrate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7622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334500" y="2762250"/>
            <a:ext cx="781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1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581400"/>
            <a:ext cx="16459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581400"/>
            <a:ext cx="809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34500" y="35814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230.874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667250"/>
            <a:ext cx="16459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00150" y="4667250"/>
            <a:ext cx="809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34500" y="46672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689.302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753100"/>
            <a:ext cx="16459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" y="5753100"/>
            <a:ext cx="809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kbit/s,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34500" y="57531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523.204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838950"/>
            <a:ext cx="16459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6838950"/>
            <a:ext cx="809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800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kbit/s,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334500" y="68389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1.344.952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7924800"/>
            <a:ext cx="16459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50" y="7924800"/>
            <a:ext cx="809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kbit/s,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 giây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334500" y="79248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3.288.308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e64023c-74de-41d5-9a92-399904b6cd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Đoạn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239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-12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3×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đoạn: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0" y="3048000"/>
            <a:ext cx="82296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0" y="30480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4953000"/>
            <a:ext cx="8229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49530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6858000"/>
            <a:ext cx="8229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68580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6fcbd38-ba89-4e61-b29a-8835189c08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Ước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273cfbc-7f22-4407-8e6a-990a5f5629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Đoạn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 xuống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giây: cái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8100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 ba: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15100" y="3048000"/>
            <a:ext cx="52578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429000"/>
            <a:ext cx="44958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115800" y="3048000"/>
            <a:ext cx="52578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800" y="3429000"/>
            <a:ext cx="44958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1c74760-2cb8-47ff-82c9-70dbdf1b45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ctr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 ngữ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10668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352800"/>
            <a:ext cx="10668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19600"/>
            <a:ext cx="10668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486400"/>
            <a:ext cx="10668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553200"/>
            <a:ext cx="10668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7620000"/>
            <a:ext cx="10668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2505075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4900" y="3571875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RTMP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04900" y="4638675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4900" y="5705475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4900" y="6772275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" y="7839075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57500" y="228600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857500" y="335280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từ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857500" y="441960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857500" y="548640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857500" y="655320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1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857500" y="762000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Loạt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của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22" name="Connector line-1792422020283-458991889"/>
          <p:cNvSpPr/>
          <p:nvPr/>
        </p:nvSpPr>
        <p:spPr>
          <a:xfrm>
            <a:off x="12382500" y="2286000"/>
            <a:ext cx="0" cy="62865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858750" y="2286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24" name="Text richtext-1792422020285-462407835"/>
          <p:cNvSpPr/>
          <p:nvPr/>
        </p:nvSpPr>
        <p:spPr>
          <a:xfrm>
            <a:off x="12858750" y="2857500"/>
            <a:ext cx="49530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ffmpeg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6.1.1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8216: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HLS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858750" y="6667500"/>
            <a:ext cx="49530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0bc8de9-7c61-43f2-8c87-f0629b697a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2026-10-19T15:00:41Z</dcterms:created>
  <dcterms:modified xsi:type="dcterms:W3CDTF">2026-10-19T15:00:41Z</dcterms:modified>
</cp:coreProperties>
</file>