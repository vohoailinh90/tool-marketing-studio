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hàm;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đến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0581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ML: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SQL: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Structured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MDN: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2026-10-19T16:41:26Z</dcterms:created>
  <dcterms:modified xsi:type="dcterms:W3CDTF">2026-10-19T16:41:26Z</dcterms:modified>
</cp:coreProperties>
</file>