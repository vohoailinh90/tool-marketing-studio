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953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Dọn</a:t>
            </a:r>
            <a:r>
              <a:rPr lang="en-US" sz="81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rác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hoạt</a:t>
            </a: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thế</a:t>
            </a:r>
            <a:r>
              <a:rPr lang="en-US" sz="81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334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8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28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mãi. Ai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dùng?</a:t>
            </a:r>
            <a:endParaRPr lang="en-US" sz="2850" dirty="0"/>
          </a:p>
        </p:txBody>
      </p:sp>
      <p:sp>
        <p:nvSpPr>
          <p:cNvPr id="5" name="Connector line-1792333960817-81378230"/>
          <p:cNvSpPr/>
          <p:nvPr/>
        </p:nvSpPr>
        <p:spPr>
          <a:xfrm>
            <a:off x="914400" y="70485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50" dirty="0"/>
          </a:p>
        </p:txBody>
      </p:sp>
      <p:sp>
        <p:nvSpPr>
          <p:cNvPr id="7" name="Text 5"/>
          <p:cNvSpPr/>
          <p:nvPr/>
        </p:nvSpPr>
        <p:spPr>
          <a:xfrm>
            <a:off x="91440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14325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350" dirty="0"/>
          </a:p>
        </p:txBody>
      </p:sp>
      <p:sp>
        <p:nvSpPr>
          <p:cNvPr id="9" name="Text 7"/>
          <p:cNvSpPr/>
          <p:nvPr/>
        </p:nvSpPr>
        <p:spPr>
          <a:xfrm>
            <a:off x="314325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334000" y="741045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50" dirty="0"/>
          </a:p>
        </p:txBody>
      </p:sp>
      <p:sp>
        <p:nvSpPr>
          <p:cNvPr id="11" name="Text 9"/>
          <p:cNvSpPr/>
          <p:nvPr/>
        </p:nvSpPr>
        <p:spPr>
          <a:xfrm>
            <a:off x="5334000" y="811530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CPython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620000" y="741045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350" dirty="0"/>
          </a:p>
        </p:txBody>
      </p:sp>
      <p:sp>
        <p:nvSpPr>
          <p:cNvPr id="13" name="Text 11"/>
          <p:cNvSpPr/>
          <p:nvPr/>
        </p:nvSpPr>
        <p:spPr>
          <a:xfrm>
            <a:off x="762000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96202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0096500" y="18097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1300" y="21526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7" name="Text 15"/>
          <p:cNvSpPr/>
          <p:nvPr/>
        </p:nvSpPr>
        <p:spPr>
          <a:xfrm>
            <a:off x="10763250" y="21717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5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10763250" y="28194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0096500" y="39052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01300" y="42481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10763250" y="42672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CPython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0763250" y="49149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10096500" y="60007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01300" y="63436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5" name="Text 23"/>
          <p:cNvSpPr/>
          <p:nvPr/>
        </p:nvSpPr>
        <p:spPr>
          <a:xfrm>
            <a:off x="10763250" y="63627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10763250" y="70104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54fcf344-88b8-42a0-98c9-77a33e68bd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 tục.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còn dùng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CPython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 Go.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950" b="1" spc="13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RÁC</a:t>
            </a:r>
            <a:r>
              <a:rPr lang="en-US" sz="1950" b="1" spc="1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525000" y="2190750"/>
            <a:ext cx="7467600" cy="1333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4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 nhớ</a:t>
            </a:r>
            <a:endParaRPr lang="en-US" sz="2400" dirty="0"/>
          </a:p>
        </p:txBody>
      </p:sp>
      <p:sp>
        <p:nvSpPr>
          <p:cNvPr id="11" name="Connector line-1792333975053-748575981"/>
          <p:cNvSpPr/>
          <p:nvPr/>
        </p:nvSpPr>
        <p:spPr>
          <a:xfrm>
            <a:off x="13258800" y="3581400"/>
            <a:ext cx="0" cy="55245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525000" y="4191000"/>
            <a:ext cx="7467600" cy="13335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400" dirty="0"/>
          </a:p>
        </p:txBody>
      </p:sp>
      <p:sp>
        <p:nvSpPr>
          <p:cNvPr id="13" name="Connector line-1792333975056-564323039"/>
          <p:cNvSpPr/>
          <p:nvPr/>
        </p:nvSpPr>
        <p:spPr>
          <a:xfrm>
            <a:off x="13258800" y="5581650"/>
            <a:ext cx="0" cy="55245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525000" y="6191250"/>
            <a:ext cx="7467600" cy="1333500"/>
          </a:xfrm>
          <a:prstGeom prst="roundRect">
            <a:avLst>
              <a:gd name="adj" fmla="val 2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rác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525000" y="7905750"/>
            <a:ext cx="7467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19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57c2e9e-9a56-4470-9525-bc413641ba5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8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thước</a:t>
            </a:r>
            <a:r>
              <a:rPr lang="en-US" sz="69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richtext-1792333990936-731685011"/>
          <p:cNvSpPr/>
          <p:nvPr/>
        </p:nvSpPr>
        <p:spPr>
          <a:xfrm>
            <a:off x="914400" y="3810000"/>
            <a:ext cx="7810500" cy="2476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7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lượng: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trễ: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bộ: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6858000"/>
            <a:ext cx="7620000" cy="1619250"/>
          </a:xfrm>
          <a:prstGeom prst="roundRect">
            <a:avLst>
              <a:gd name="adj" fmla="val 16471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70866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 GỌI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505700"/>
            <a:ext cx="6858000" cy="857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stop-the-world.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95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TRÁI</a:t>
            </a:r>
            <a:r>
              <a:rPr lang="en-US" sz="1950" b="1" spc="13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525000" y="209550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525000" y="2628900"/>
            <a:ext cx="2762250" cy="914400"/>
          </a:xfrm>
          <a:prstGeom prst="roundRect">
            <a:avLst>
              <a:gd name="adj" fmla="val 1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287250" y="2628900"/>
            <a:ext cx="2095500" cy="914400"/>
          </a:xfrm>
          <a:prstGeom prst="roundRect">
            <a:avLst>
              <a:gd name="adj" fmla="val 16667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1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4382750" y="2628900"/>
            <a:ext cx="2609850" cy="914400"/>
          </a:xfrm>
          <a:prstGeom prst="roundRect">
            <a:avLst>
              <a:gd name="adj" fmla="val 1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endParaRPr lang="en-US" sz="2100" dirty="0"/>
          </a:p>
        </p:txBody>
      </p:sp>
      <p:sp>
        <p:nvSpPr>
          <p:cNvPr id="14" name="Connector line-1792333990979-595300739"/>
          <p:cNvSpPr/>
          <p:nvPr/>
        </p:nvSpPr>
        <p:spPr>
          <a:xfrm>
            <a:off x="9525000" y="4191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6672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525000" y="5200650"/>
            <a:ext cx="7467600" cy="914400"/>
          </a:xfrm>
          <a:prstGeom prst="roundRect">
            <a:avLst>
              <a:gd name="adj" fmla="val 1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2287250" y="6324600"/>
            <a:ext cx="3429000" cy="381000"/>
          </a:xfrm>
          <a:prstGeom prst="roundRect">
            <a:avLst>
              <a:gd name="adj" fmla="val 30000"/>
            </a:avLst>
          </a:prstGeom>
          <a:solidFill>
            <a:srgbClr val="E8472B"/>
          </a:solidFill>
          <a:ln/>
        </p:spPr>
      </p:sp>
      <p:sp>
        <p:nvSpPr>
          <p:cNvPr id="18" name="Text 16"/>
          <p:cNvSpPr/>
          <p:nvPr/>
        </p:nvSpPr>
        <p:spPr>
          <a:xfrm>
            <a:off x="12287250" y="6819900"/>
            <a:ext cx="47053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19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lúc,</a:t>
            </a:r>
            <a:r>
              <a:rPr lang="en-US" sz="1950" b="1" dirty="0" spc="2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95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9525000" y="7620000"/>
            <a:ext cx="7467600" cy="85725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Go: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dirty="0" spc="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62db4137-9ed7-4fa0-966e-1bfe05e3a29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950" b="1" spc="21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9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Java: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 dọn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 khác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47625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hoàn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DDE3FA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có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 phiên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950" b="1" spc="14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950" b="1" spc="13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7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525000" y="2038350"/>
            <a:ext cx="1905000" cy="990600"/>
          </a:xfrm>
          <a:prstGeom prst="roundRect">
            <a:avLst>
              <a:gd name="adj" fmla="val 2307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Serial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1658600" y="2038350"/>
            <a:ext cx="5334000" cy="9906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525000" y="3238500"/>
            <a:ext cx="1905000" cy="990600"/>
          </a:xfrm>
          <a:prstGeom prst="roundRect">
            <a:avLst>
              <a:gd name="adj" fmla="val 2307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Parallel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1658600" y="3238500"/>
            <a:ext cx="5334000" cy="9906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Throughput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Collector:</a:t>
            </a:r>
            <a:r>
              <a:rPr lang="en-US" sz="22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lượng.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525000" y="4438650"/>
            <a:ext cx="1905000" cy="990600"/>
          </a:xfrm>
          <a:prstGeom prst="roundRect">
            <a:avLst>
              <a:gd name="adj" fmla="val 2307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CMS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1658600" y="4438650"/>
            <a:ext cx="5334000" cy="9906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thấp,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525000" y="5638800"/>
            <a:ext cx="1905000" cy="990600"/>
          </a:xfrm>
          <a:prstGeom prst="roundRect">
            <a:avLst>
              <a:gd name="adj" fmla="val 2307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G1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1658600" y="5638800"/>
            <a:ext cx="5334000" cy="9906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trễ.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9525000" y="6838950"/>
            <a:ext cx="1905000" cy="990600"/>
          </a:xfrm>
          <a:prstGeom prst="roundRect">
            <a:avLst>
              <a:gd name="adj" fmla="val 2307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ZGC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1658600" y="6838950"/>
            <a:ext cx="5334000" cy="9906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lớn, thời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thiểu.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9525000" y="80962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5efaccc5-d963-4007-9e4d-46c493393dc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CPYTHON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ctr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CPython: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8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 chiếu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phóng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không;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8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 nhau.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F3DFB8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400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800" b="1" spc="17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6819900"/>
            <a:ext cx="68580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bổ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sung cho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b="1" spc="14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4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1950" b="1" spc="14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195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525000" y="2038350"/>
            <a:ext cx="2381250" cy="1047750"/>
          </a:xfrm>
          <a:prstGeom prst="roundRect">
            <a:avLst>
              <a:gd name="adj" fmla="val 2181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tượng</a:t>
            </a:r>
            <a:endParaRPr lang="en-US" sz="2250" dirty="0"/>
          </a:p>
        </p:txBody>
      </p:sp>
      <p:sp>
        <p:nvSpPr>
          <p:cNvPr id="11" name="Connector line-1792334028560-373606807"/>
          <p:cNvSpPr/>
          <p:nvPr/>
        </p:nvSpPr>
        <p:spPr>
          <a:xfrm>
            <a:off x="11963400" y="2562225"/>
            <a:ext cx="14097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1772900" y="1962150"/>
            <a:ext cx="1809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2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về</a:t>
            </a:r>
            <a:r>
              <a:rPr lang="en-US" sz="19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3430250" y="2038350"/>
            <a:ext cx="3562350" cy="1047750"/>
          </a:xfrm>
          <a:prstGeom prst="roundRect">
            <a:avLst>
              <a:gd name="adj" fmla="val 21818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phóng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250" dirty="0"/>
          </a:p>
        </p:txBody>
      </p:sp>
      <p:sp>
        <p:nvSpPr>
          <p:cNvPr id="14" name="Connector line-1792334028564-512923941"/>
          <p:cNvSpPr/>
          <p:nvPr/>
        </p:nvSpPr>
        <p:spPr>
          <a:xfrm>
            <a:off x="9525000" y="37147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095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b="1" spc="14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4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1950" b="1" spc="14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195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525000" y="4762500"/>
            <a:ext cx="2381250" cy="1047750"/>
          </a:xfrm>
          <a:prstGeom prst="roundRect">
            <a:avLst>
              <a:gd name="adj" fmla="val 2181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tượng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4611350" y="4762500"/>
            <a:ext cx="2381250" cy="1047750"/>
          </a:xfrm>
          <a:prstGeom prst="roundRect">
            <a:avLst>
              <a:gd name="adj" fmla="val 2181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tượng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250" dirty="0"/>
          </a:p>
        </p:txBody>
      </p:sp>
      <p:sp>
        <p:nvSpPr>
          <p:cNvPr id="18" name="Connector line-1792334028571-79827937"/>
          <p:cNvSpPr/>
          <p:nvPr/>
        </p:nvSpPr>
        <p:spPr>
          <a:xfrm>
            <a:off x="11963400" y="5076825"/>
            <a:ext cx="25908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9" name="Connector line-1792334028571-775215226"/>
          <p:cNvSpPr/>
          <p:nvPr/>
        </p:nvSpPr>
        <p:spPr>
          <a:xfrm flipH="1">
            <a:off x="11963400" y="5505450"/>
            <a:ext cx="25908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9525000" y="6096000"/>
            <a:ext cx="7467600" cy="7620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9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kia,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1950" dirty="0"/>
          </a:p>
        </p:txBody>
      </p:sp>
      <p:sp>
        <p:nvSpPr>
          <p:cNvPr id="21" name="Connector line-1792334028573-738931"/>
          <p:cNvSpPr/>
          <p:nvPr/>
        </p:nvSpPr>
        <p:spPr>
          <a:xfrm>
            <a:off x="13258800" y="6915150"/>
            <a:ext cx="0" cy="43815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1353800" y="7429500"/>
            <a:ext cx="3810000" cy="857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0d4f41f7-2f60-4fdc-a394-3971f9a9e4d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r>
              <a:rPr lang="en-US" sz="1950" b="1" spc="21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950" b="1" spc="20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1950" b="1" spc="17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2762250"/>
            <a:ext cx="78105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8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8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lớn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914400" y="60960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6400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800" b="1" spc="17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GO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6819900"/>
            <a:ext cx="68580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lớn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r>
              <a:rPr lang="en-US" sz="1950" b="1" spc="13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4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525000" y="2190750"/>
            <a:ext cx="3429000" cy="1428750"/>
          </a:xfrm>
          <a:prstGeom prst="roundRect">
            <a:avLst>
              <a:gd name="adj" fmla="val 18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endParaRPr lang="en-US" sz="2700" dirty="0"/>
          </a:p>
        </p:txBody>
      </p:sp>
      <p:sp>
        <p:nvSpPr>
          <p:cNvPr id="10" name="Connector line-1792334041635-185180282"/>
          <p:cNvSpPr/>
          <p:nvPr/>
        </p:nvSpPr>
        <p:spPr>
          <a:xfrm>
            <a:off x="13011150" y="2905125"/>
            <a:ext cx="49530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13563600" y="2190750"/>
            <a:ext cx="3429000" cy="1428750"/>
          </a:xfrm>
          <a:prstGeom prst="roundRect">
            <a:avLst>
              <a:gd name="adj" fmla="val 18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Quét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525000" y="3810000"/>
            <a:ext cx="3429000" cy="857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ctr" indent="0" marL="0">
              <a:lnSpc>
                <a:spcPts val="2633"/>
              </a:lnSpc>
              <a:buNone/>
            </a:pPr>
            <a:r>
              <a:rPr lang="en-US" sz="19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3563600" y="3810000"/>
            <a:ext cx="3429000" cy="857250"/>
          </a:xfrm>
          <a:prstGeom prst="rect">
            <a:avLst/>
          </a:prstGeom>
          <a:noFill/>
          <a:ln/>
        </p:spPr>
        <p:txBody>
          <a:bodyPr wrap="square" lIns="0" tIns="7449" rIns="0" bIns="-7449" rtlCol="0" anchor="t"/>
          <a:lstStyle/>
          <a:p>
            <a:pPr algn="ctr" indent="0" marL="0">
              <a:lnSpc>
                <a:spcPts val="2626"/>
              </a:lnSpc>
              <a:buNone/>
            </a:pPr>
            <a:r>
              <a:rPr lang="en-US" sz="1946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1946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phóng</a:t>
            </a:r>
            <a:r>
              <a:rPr lang="en-US" sz="1946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46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46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46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946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endParaRPr lang="en-US" sz="1946" dirty="0"/>
          </a:p>
        </p:txBody>
      </p:sp>
      <p:sp>
        <p:nvSpPr>
          <p:cNvPr id="14" name="Connector line-1792334041642-831603790"/>
          <p:cNvSpPr/>
          <p:nvPr/>
        </p:nvSpPr>
        <p:spPr>
          <a:xfrm>
            <a:off x="9525000" y="50482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54292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1950" b="1" spc="17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b="1" spc="11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525000" y="6057900"/>
            <a:ext cx="7467600" cy="914400"/>
          </a:xfrm>
          <a:prstGeom prst="roundRect">
            <a:avLst>
              <a:gd name="adj" fmla="val 1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525000" y="7181850"/>
            <a:ext cx="7467600" cy="419100"/>
          </a:xfrm>
          <a:prstGeom prst="roundRect">
            <a:avLst>
              <a:gd name="adj" fmla="val 27273"/>
            </a:avLst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525000" y="7810500"/>
            <a:ext cx="7467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 làm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lúc;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14400" y="1333500"/>
            <a:ext cx="8191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Go: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dọn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endParaRPr lang="en-US" sz="69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2d97a87d-5183-49e3-a6aa-7e049afd8a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Dọn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miễn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endParaRPr lang="en-US" sz="6900" dirty="0"/>
          </a:p>
        </p:txBody>
      </p:sp>
      <p:sp>
        <p:nvSpPr>
          <p:cNvPr id="4" name="Text richtext-1792334119306-19389762"/>
          <p:cNvSpPr/>
          <p:nvPr/>
        </p:nvSpPr>
        <p:spPr>
          <a:xfrm>
            <a:off x="914400" y="4191000"/>
            <a:ext cx="7810500" cy="2857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 lần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đương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27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7239000"/>
            <a:ext cx="7620000" cy="1428750"/>
          </a:xfrm>
          <a:prstGeom prst="roundRect">
            <a:avLst>
              <a:gd name="adj" fmla="val 18667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74485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80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800" b="1" spc="18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867650"/>
            <a:ext cx="6858000" cy="762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GC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11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950" b="1" spc="15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95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1525250" y="2038350"/>
            <a:ext cx="2571750" cy="914400"/>
          </a:xfrm>
          <a:prstGeom prst="roundRect">
            <a:avLst>
              <a:gd name="adj" fmla="val 2083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4287500" y="2038350"/>
            <a:ext cx="2705100" cy="914400"/>
          </a:xfrm>
          <a:prstGeom prst="roundRect">
            <a:avLst>
              <a:gd name="adj" fmla="val 20833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525000" y="3429000"/>
            <a:ext cx="190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1525250" y="3238500"/>
            <a:ext cx="2571750" cy="13335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4287500" y="3238500"/>
            <a:ext cx="2705100" cy="13335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525000" y="5143500"/>
            <a:ext cx="190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1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1525250" y="4857750"/>
            <a:ext cx="2571750" cy="13335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4287500" y="4857750"/>
            <a:ext cx="2705100" cy="13335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21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525000" y="6762750"/>
            <a:ext cx="7467600" cy="14287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ctr" indent="0" marL="0">
              <a:lnSpc>
                <a:spcPts val="2940"/>
              </a:lnSpc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làm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1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d5556fea-e027-4112-8deb-c06c514753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dọn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rác</a:t>
            </a:r>
            <a:endParaRPr lang="en-US" sz="6900" dirty="0"/>
          </a:p>
        </p:txBody>
      </p:sp>
      <p:sp>
        <p:nvSpPr>
          <p:cNvPr id="4" name="Text richtext-1792334152891-753909293"/>
          <p:cNvSpPr/>
          <p:nvPr/>
        </p:nvSpPr>
        <p:spPr>
          <a:xfrm>
            <a:off x="914400" y="3143250"/>
            <a:ext cx="7810500" cy="3048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chọn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 cần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dừng,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phiên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666750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9342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353300"/>
            <a:ext cx="68580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độ;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con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25000" y="13335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10750" y="16764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0191750" y="1619250"/>
            <a:ext cx="6572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59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0191750" y="23812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dọn,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525000" y="38100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10750" y="41529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5" name="Text 13"/>
          <p:cNvSpPr/>
          <p:nvPr/>
        </p:nvSpPr>
        <p:spPr>
          <a:xfrm>
            <a:off x="10191750" y="4095750"/>
            <a:ext cx="6572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CPython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10191750" y="48577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 chiếu, thêm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525000" y="62865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10750" y="66294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9" name="Text 17"/>
          <p:cNvSpPr/>
          <p:nvPr/>
        </p:nvSpPr>
        <p:spPr>
          <a:xfrm>
            <a:off x="10191750" y="6572250"/>
            <a:ext cx="6572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</a:t>
            </a:r>
            <a:r>
              <a:rPr lang="en-US" sz="39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0191750" y="73342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dụng;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914400" y="5448300"/>
            <a:ext cx="7810500" cy="8001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CPython,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 chuẩn;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5388403f-379d-400b-a793-f218b96509a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3048000"/>
          </a:xfrm>
          <a:prstGeom prst="rect">
            <a:avLst/>
          </a:prstGeom>
          <a:noFill/>
          <a:ln/>
        </p:spPr>
        <p:txBody>
          <a:bodyPr wrap="square" lIns="0" tIns="58674" rIns="0" bIns="-58674" rtlCol="0" anchor="t"/>
          <a:lstStyle/>
          <a:p>
            <a:pPr algn="l" indent="0" marL="0">
              <a:lnSpc>
                <a:spcPts val="6864"/>
              </a:lnSpc>
              <a:buNone/>
            </a:pP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6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6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r>
              <a:rPr lang="en-US" sz="66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trỏ</a:t>
            </a:r>
            <a:r>
              <a:rPr lang="en-US" sz="66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7620000" cy="2190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CPython,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chúng.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không?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7239000"/>
            <a:ext cx="53340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525000" y="21907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10750" y="2847975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0687050" y="23812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525000" y="42862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10750" y="4943475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687050" y="44767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 tham chiếu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giải phóng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525000" y="63817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10750" y="7038975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0687050" y="65722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 chiếu.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ebc6fe48-81a7-4c66-aba9-6cef0c367ea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00150" y="3143250"/>
            <a:ext cx="190500" cy="1905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6" name="Connector line-1792334203932-971260243"/>
          <p:cNvSpPr/>
          <p:nvPr/>
        </p:nvSpPr>
        <p:spPr>
          <a:xfrm>
            <a:off x="1390650" y="3238500"/>
            <a:ext cx="4400550" cy="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38250" y="36195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GC</a:t>
            </a:r>
            <a:endParaRPr lang="en-US" sz="5700" dirty="0"/>
          </a:p>
        </p:txBody>
      </p:sp>
      <p:sp>
        <p:nvSpPr>
          <p:cNvPr id="8" name="Text 6"/>
          <p:cNvSpPr/>
          <p:nvPr/>
        </p:nvSpPr>
        <p:spPr>
          <a:xfrm>
            <a:off x="1238250" y="462915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Garbage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825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 không còn dùng.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65151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6800850" y="3143250"/>
            <a:ext cx="190500" cy="1905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2" name="Connector line-1792334203939-506237949"/>
          <p:cNvSpPr/>
          <p:nvPr/>
        </p:nvSpPr>
        <p:spPr>
          <a:xfrm>
            <a:off x="6991350" y="3238500"/>
            <a:ext cx="440055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6838950" y="36195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CMS</a:t>
            </a:r>
            <a:endParaRPr lang="en-US" sz="5700" dirty="0"/>
          </a:p>
        </p:txBody>
      </p:sp>
      <p:sp>
        <p:nvSpPr>
          <p:cNvPr id="14" name="Text 12"/>
          <p:cNvSpPr/>
          <p:nvPr/>
        </p:nvSpPr>
        <p:spPr>
          <a:xfrm>
            <a:off x="6838950" y="462915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Concurrent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Mark-Sweep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3895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nhắm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21158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2401550" y="3143250"/>
            <a:ext cx="190500" cy="1905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8" name="Connector line-1792334203945-570510995"/>
          <p:cNvSpPr/>
          <p:nvPr/>
        </p:nvSpPr>
        <p:spPr>
          <a:xfrm>
            <a:off x="12592050" y="3238500"/>
            <a:ext cx="440055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2439650" y="36195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5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ZGC</a:t>
            </a:r>
            <a:endParaRPr lang="en-US" sz="5700" dirty="0"/>
          </a:p>
        </p:txBody>
      </p:sp>
      <p:sp>
        <p:nvSpPr>
          <p:cNvPr id="20" name="Text 18"/>
          <p:cNvSpPr/>
          <p:nvPr/>
        </p:nvSpPr>
        <p:spPr>
          <a:xfrm>
            <a:off x="12439650" y="462915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Z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Garbage Collector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43965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lớn.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14400" y="70485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14400" y="74866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Go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14400" y="81153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cd6c6e3c-d16a-4db6-ab5a-89b82c64546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2026-10-19T04:08:34Z</dcterms:created>
  <dcterms:modified xsi:type="dcterms:W3CDTF">2026-10-19T04:08:34Z</dcterms:modified>
</cp:coreProperties>
</file>