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620250" cy="2505075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Passkey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thay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được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khẩu?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6192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6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giống: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passkey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 thì không?</a:t>
            </a:r>
            <a:endParaRPr lang="en-US" sz="3000" dirty="0"/>
          </a:p>
        </p:txBody>
      </p:sp>
      <p:sp>
        <p:nvSpPr>
          <p:cNvPr id="5" name="Connector line-1792307009469-91998712"/>
          <p:cNvSpPr/>
          <p:nvPr/>
        </p:nvSpPr>
        <p:spPr>
          <a:xfrm>
            <a:off x="914400" y="7048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33425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100" dirty="0" spc="3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906250" y="3143250"/>
            <a:ext cx="1657350" cy="2000250"/>
          </a:xfrm>
          <a:custGeom>
            <a:avLst/>
            <a:gdLst/>
            <a:ahLst/>
            <a:cxnLst/>
            <a:rect l="l" t="t" r="r" b="b"/>
            <a:pathLst>
              <a:path w="1657350" h="2000250">
                <a:moveTo>
                  <a:pt x="0" y="2000250"/>
                </a:moveTo>
                <a:cubicBezTo>
                  <a:pt x="828675" y="200025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06250" y="4476750"/>
            <a:ext cx="1657350" cy="666750"/>
          </a:xfrm>
          <a:custGeom>
            <a:avLst/>
            <a:gdLst/>
            <a:ahLst/>
            <a:cxnLst/>
            <a:rect l="l" t="t" r="r" b="b"/>
            <a:pathLst>
              <a:path w="1657350" h="666750">
                <a:moveTo>
                  <a:pt x="0" y="666750"/>
                </a:moveTo>
                <a:cubicBezTo>
                  <a:pt x="828675" y="66675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06250" y="5143500"/>
            <a:ext cx="1657350" cy="666750"/>
          </a:xfrm>
          <a:custGeom>
            <a:avLst/>
            <a:gdLst/>
            <a:ahLst/>
            <a:cxnLst/>
            <a:rect l="l" t="t" r="r" b="b"/>
            <a:pathLst>
              <a:path w="1657350" h="666750">
                <a:moveTo>
                  <a:pt x="0" y="0"/>
                </a:moveTo>
                <a:cubicBezTo>
                  <a:pt x="828675" y="0"/>
                  <a:pt x="828675" y="666750"/>
                  <a:pt x="1657350" y="6667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06250" y="5143500"/>
            <a:ext cx="1657350" cy="2000250"/>
          </a:xfrm>
          <a:custGeom>
            <a:avLst/>
            <a:gdLst/>
            <a:ahLst/>
            <a:cxnLst/>
            <a:rect l="l" t="t" r="r" b="b"/>
            <a:pathLst>
              <a:path w="1657350" h="2000250">
                <a:moveTo>
                  <a:pt x="0" y="0"/>
                </a:moveTo>
                <a:cubicBezTo>
                  <a:pt x="828675" y="0"/>
                  <a:pt x="828675" y="2000250"/>
                  <a:pt x="1657350" y="20002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82250" y="4381500"/>
            <a:ext cx="1524000" cy="1524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0382250" y="4914900"/>
            <a:ext cx="152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Passkey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906000" y="60579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373100" y="2781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thách: chuỗi</a:t>
            </a:r>
            <a:r>
              <a:rPr lang="en-US" sz="1875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875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3373100" y="4114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75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riêng:</a:t>
            </a:r>
            <a:r>
              <a:rPr lang="en-US" sz="1875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75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75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75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3373100" y="5448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75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75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khai:</a:t>
            </a:r>
            <a:r>
              <a:rPr lang="en-US" sz="1875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875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3373100" y="6781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75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hạn:</a:t>
            </a:r>
            <a:r>
              <a:rPr lang="en-US" sz="1875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1875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75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7b204f09-fc0a-4f66-9962-fc46d0a8c2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bí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cho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781050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Passkey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bị,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5619750"/>
            <a:ext cx="7429500" cy="3143250"/>
          </a:xfrm>
          <a:prstGeom prst="roundRect">
            <a:avLst>
              <a:gd name="adj" fmla="val 10909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59626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65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8250" y="6477000"/>
            <a:ext cx="6781800" cy="2095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5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27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lừa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2700" b="1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giống.</a:t>
            </a:r>
            <a:r>
              <a:rPr lang="en-US" sz="2700" b="1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Passkey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 việc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8953500" y="914400"/>
            <a:ext cx="8420100" cy="7905750"/>
          </a:xfrm>
          <a:prstGeom prst="roundRect">
            <a:avLst>
              <a:gd name="adj" fmla="val 530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96400" y="1257300"/>
            <a:ext cx="7734300" cy="3143250"/>
          </a:xfrm>
          <a:prstGeom prst="roundRect">
            <a:avLst>
              <a:gd name="adj" fmla="val 9697"/>
            </a:avLst>
          </a:prstGeom>
          <a:solidFill>
            <a:srgbClr val="DDE3FA"/>
          </a:solidFill>
          <a:ln/>
        </p:spPr>
      </p:sp>
      <p:sp>
        <p:nvSpPr>
          <p:cNvPr id="10" name="Text 8"/>
          <p:cNvSpPr/>
          <p:nvPr/>
        </p:nvSpPr>
        <p:spPr>
          <a:xfrm>
            <a:off x="9620250" y="1504950"/>
            <a:ext cx="7086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 THIẾT</a:t>
            </a:r>
            <a:r>
              <a:rPr lang="en-US" sz="16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650" b="1" spc="21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1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20250" y="2038350"/>
            <a:ext cx="3810000" cy="914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3620750" y="2038350"/>
            <a:ext cx="3143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620250" y="3333750"/>
            <a:ext cx="70866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r>
              <a:rPr lang="en-US" sz="21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PIN.</a:t>
            </a:r>
            <a:endParaRPr lang="en-US" sz="2100" dirty="0"/>
          </a:p>
        </p:txBody>
      </p:sp>
      <p:sp>
        <p:nvSpPr>
          <p:cNvPr id="14" name="Connector line-1792307010481-604426665"/>
          <p:cNvSpPr/>
          <p:nvPr/>
        </p:nvSpPr>
        <p:spPr>
          <a:xfrm>
            <a:off x="13163550" y="4438650"/>
            <a:ext cx="0" cy="5905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3335000" y="4514850"/>
            <a:ext cx="361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1950" b="1" dirty="0" spc="1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296400" y="5143500"/>
            <a:ext cx="7734300" cy="3333750"/>
          </a:xfrm>
          <a:prstGeom prst="roundRect">
            <a:avLst>
              <a:gd name="adj" fmla="val 9143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9620250" y="5391150"/>
            <a:ext cx="7086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 TRANG</a:t>
            </a:r>
            <a:r>
              <a:rPr lang="en-US" sz="16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620250" y="5924550"/>
            <a:ext cx="3810000" cy="914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3620750" y="5924550"/>
            <a:ext cx="3143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cạnh tài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620250" y="7239000"/>
            <a:ext cx="70866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400" dirty="0"/>
          </a:p>
        </p:txBody>
      </p:sp>
      <p:sp>
        <p:nvSpPr>
          <p:cNvPr id="21" name="Connector line-1792307010495-84035025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ebb511e8-a93e-4f40-ad96-848195e435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1–3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Đăng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ký: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143500" cy="3143250"/>
          </a:xfrm>
          <a:prstGeom prst="roundRect">
            <a:avLst>
              <a:gd name="adj" fmla="val 10909"/>
            </a:avLst>
          </a:prstGeom>
          <a:solidFill>
            <a:srgbClr val="F3DFB8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3181350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8250" y="4229100"/>
            <a:ext cx="4495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30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thách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38250" y="5048250"/>
            <a:ext cx="44958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250" dirty="0" spc="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250" dirty="0"/>
          </a:p>
        </p:txBody>
      </p:sp>
      <p:sp>
        <p:nvSpPr>
          <p:cNvPr id="9" name="Connector line-1792307011274-209079992"/>
          <p:cNvSpPr/>
          <p:nvPr/>
        </p:nvSpPr>
        <p:spPr>
          <a:xfrm>
            <a:off x="6134100" y="4429125"/>
            <a:ext cx="3619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72250" y="2857500"/>
            <a:ext cx="5143500" cy="3143250"/>
          </a:xfrm>
          <a:prstGeom prst="roundRect">
            <a:avLst>
              <a:gd name="adj" fmla="val 10909"/>
            </a:avLst>
          </a:prstGeom>
          <a:solidFill>
            <a:srgbClr val="DDE3FA"/>
          </a:solidFill>
          <a:ln/>
        </p:spPr>
      </p:sp>
      <p:sp>
        <p:nvSpPr>
          <p:cNvPr id="11" name="Shape 9"/>
          <p:cNvSpPr/>
          <p:nvPr/>
        </p:nvSpPr>
        <p:spPr>
          <a:xfrm>
            <a:off x="6896100" y="318135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2" name="Text 10"/>
          <p:cNvSpPr/>
          <p:nvPr/>
        </p:nvSpPr>
        <p:spPr>
          <a:xfrm>
            <a:off x="689610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896100" y="4229100"/>
            <a:ext cx="4495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9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30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30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96100" y="5048250"/>
            <a:ext cx="44958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tạo,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250" dirty="0"/>
          </a:p>
        </p:txBody>
      </p:sp>
      <p:sp>
        <p:nvSpPr>
          <p:cNvPr id="15" name="Connector line-1792307011281-368077908"/>
          <p:cNvSpPr/>
          <p:nvPr/>
        </p:nvSpPr>
        <p:spPr>
          <a:xfrm>
            <a:off x="11791950" y="4429125"/>
            <a:ext cx="3619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2230100" y="2857500"/>
            <a:ext cx="5143500" cy="3143250"/>
          </a:xfrm>
          <a:prstGeom prst="roundRect">
            <a:avLst>
              <a:gd name="adj" fmla="val 10909"/>
            </a:avLst>
          </a:prstGeom>
          <a:solidFill>
            <a:srgbClr val="CFE8E2"/>
          </a:solidFill>
          <a:ln/>
        </p:spPr>
      </p:sp>
      <p:sp>
        <p:nvSpPr>
          <p:cNvPr id="17" name="Shape 15"/>
          <p:cNvSpPr/>
          <p:nvPr/>
        </p:nvSpPr>
        <p:spPr>
          <a:xfrm>
            <a:off x="12553950" y="318135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125539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553950" y="4229100"/>
            <a:ext cx="4495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4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300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2553950" y="5048250"/>
            <a:ext cx="44958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14400" y="6572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5400" y="65722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Xác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vân</a:t>
            </a:r>
            <a:r>
              <a:rPr lang="en-US" sz="24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tay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PIN;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chạm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mật.</a:t>
            </a:r>
            <a:endParaRPr lang="en-US" sz="2400" dirty="0"/>
          </a:p>
        </p:txBody>
      </p:sp>
      <p:sp>
        <p:nvSpPr>
          <p:cNvPr id="23" name="Connector line-1792307011290-28722185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3fbca1e3-ea79-4e1f-9150-4e57df3b5b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2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THÁCH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/  4 ·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29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THÁCH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 lần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thách</a:t>
            </a:r>
            <a:r>
              <a:rPr lang="en-US" sz="6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000500"/>
          </a:xfrm>
          <a:prstGeom prst="roundRect">
            <a:avLst>
              <a:gd name="adj" fmla="val 8571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650" b="1" spc="21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THÁCH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7528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4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</a:t>
            </a:r>
            <a:r>
              <a:rPr lang="en-US" sz="42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ngẫu</a:t>
            </a:r>
            <a:r>
              <a:rPr lang="en-US" sz="42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95400" y="533400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lần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857500"/>
            <a:ext cx="8001000" cy="4000500"/>
          </a:xfrm>
          <a:prstGeom prst="roundRect">
            <a:avLst>
              <a:gd name="adj" fmla="val 85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3600" y="31432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650" b="1" spc="19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753600" y="3657600"/>
            <a:ext cx="7239000" cy="6858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53600" y="4495800"/>
            <a:ext cx="7239000" cy="6858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thách</a:t>
            </a:r>
            <a:r>
              <a:rPr lang="en-US" sz="2250" b="1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250" dirty="0"/>
          </a:p>
        </p:txBody>
      </p:sp>
      <p:sp>
        <p:nvSpPr>
          <p:cNvPr id="12" name="Connector line-1792307012255-529785817"/>
          <p:cNvSpPr/>
          <p:nvPr/>
        </p:nvSpPr>
        <p:spPr>
          <a:xfrm>
            <a:off x="13373100" y="5257800"/>
            <a:ext cx="0" cy="4191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753600" y="5772150"/>
            <a:ext cx="7239000" cy="7810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3DFB8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334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lại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850" dirty="0"/>
          </a:p>
        </p:txBody>
      </p:sp>
      <p:sp>
        <p:nvSpPr>
          <p:cNvPr id="16" name="Connector line-1792307012259-29516162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1f2054c-ac8e-40d2-b3e6-7a16849af1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rời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143500" cy="2762250"/>
          </a:xfrm>
          <a:prstGeom prst="roundRect">
            <a:avLst>
              <a:gd name="adj" fmla="val 12414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143250"/>
            <a:ext cx="4495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650" b="1" spc="2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7528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thách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8250" y="4953000"/>
            <a:ext cx="4495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100" dirty="0"/>
          </a:p>
        </p:txBody>
      </p:sp>
      <p:sp>
        <p:nvSpPr>
          <p:cNvPr id="8" name="Connector line-1792307013119-738596841"/>
          <p:cNvSpPr/>
          <p:nvPr/>
        </p:nvSpPr>
        <p:spPr>
          <a:xfrm>
            <a:off x="6134100" y="4238625"/>
            <a:ext cx="3619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72250" y="2857500"/>
            <a:ext cx="5143500" cy="2762250"/>
          </a:xfrm>
          <a:prstGeom prst="roundRect">
            <a:avLst>
              <a:gd name="adj" fmla="val 12414"/>
            </a:avLst>
          </a:prstGeom>
          <a:solidFill>
            <a:srgbClr val="DDE3FA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143250"/>
            <a:ext cx="4495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6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896100" y="37528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9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30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b="1" dirty="0" spc="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96100" y="4953000"/>
            <a:ext cx="4495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bị,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13" name="Connector line-1792307013124-379675305"/>
          <p:cNvSpPr/>
          <p:nvPr/>
        </p:nvSpPr>
        <p:spPr>
          <a:xfrm>
            <a:off x="11791950" y="4238625"/>
            <a:ext cx="3619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230100" y="2857500"/>
            <a:ext cx="5143500" cy="2762250"/>
          </a:xfrm>
          <a:prstGeom prst="roundRect">
            <a:avLst>
              <a:gd name="adj" fmla="val 12414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53950" y="3143250"/>
            <a:ext cx="4495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5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6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553950" y="37528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553950" y="4953000"/>
            <a:ext cx="4495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6286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DDE3FA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6286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 nằm</a:t>
            </a: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30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ký.</a:t>
            </a:r>
            <a:endParaRPr lang="en-US" sz="3000" dirty="0"/>
          </a:p>
        </p:txBody>
      </p:sp>
      <p:sp>
        <p:nvSpPr>
          <p:cNvPr id="20" name="Connector line-1792307013133-43262750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082a8978-a875-4484-bcb9-bd0d91b44c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104900" y="300037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300037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52650" y="28575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Chữ ký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khớp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 công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700" dirty="0" spc="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409575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1104900" y="4238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1104900" y="423862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52650" y="409575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9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Tên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 ghi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53340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900" y="547687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" y="547687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152650" y="5334000"/>
            <a:ext cx="1485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Định danh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6953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9532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 công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5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ký,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lộ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 không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giúp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bạn.</a:t>
            </a:r>
            <a:endParaRPr lang="en-US" sz="2550" dirty="0"/>
          </a:p>
        </p:txBody>
      </p:sp>
      <p:sp>
        <p:nvSpPr>
          <p:cNvPr id="18" name="Connector line-1792307070740-19053036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f055710-1e21-448b-9de5-78b3d69a1e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Passkey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yếu,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9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3810000"/>
          </a:xfrm>
          <a:prstGeom prst="roundRect">
            <a:avLst>
              <a:gd name="adj" fmla="val 9000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31813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8250" y="4191000"/>
            <a:ext cx="735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3300" b="1" dirty="0" spc="-1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3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238250" y="5524500"/>
            <a:ext cx="73533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72600" y="2857500"/>
            <a:ext cx="8001000" cy="3810000"/>
          </a:xfrm>
          <a:prstGeom prst="roundRect">
            <a:avLst>
              <a:gd name="adj" fmla="val 9000"/>
            </a:avLst>
          </a:prstGeom>
          <a:solidFill>
            <a:srgbClr val="F8D9D0"/>
          </a:solidFill>
          <a:ln/>
        </p:spPr>
      </p:sp>
      <p:sp>
        <p:nvSpPr>
          <p:cNvPr id="10" name="Shape 8"/>
          <p:cNvSpPr/>
          <p:nvPr/>
        </p:nvSpPr>
        <p:spPr>
          <a:xfrm>
            <a:off x="9696450" y="31813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96964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696450" y="4191000"/>
            <a:ext cx="735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5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Passkey</a:t>
            </a:r>
            <a:r>
              <a:rPr lang="en-US" sz="33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 bộ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9696450" y="5524500"/>
            <a:ext cx="73533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 để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7143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143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Đặc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khuyên: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 thiết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bị,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phục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khoản.</a:t>
            </a:r>
            <a:endParaRPr lang="en-US" sz="2400" dirty="0"/>
          </a:p>
        </p:txBody>
      </p:sp>
      <p:sp>
        <p:nvSpPr>
          <p:cNvPr id="16" name="Connector line-1792307071554-96991427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bd51eb01-a80a-48b3-bd3b-7764a36139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 không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286250"/>
          </a:xfrm>
          <a:prstGeom prst="roundRect">
            <a:avLst>
              <a:gd name="adj" fmla="val 8000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650" b="1" spc="18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6195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250" b="1" dirty="0" spc="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44958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2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25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95400" y="5524500"/>
            <a:ext cx="72390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72600" y="2857500"/>
            <a:ext cx="8001000" cy="4286250"/>
          </a:xfrm>
          <a:prstGeom prst="roundRect">
            <a:avLst>
              <a:gd name="adj" fmla="val 8000"/>
            </a:avLst>
          </a:prstGeom>
          <a:solidFill>
            <a:srgbClr val="F8D9D0"/>
          </a:solidFill>
          <a:ln/>
        </p:spPr>
      </p:sp>
      <p:sp>
        <p:nvSpPr>
          <p:cNvPr id="10" name="Text 8"/>
          <p:cNvSpPr/>
          <p:nvPr/>
        </p:nvSpPr>
        <p:spPr>
          <a:xfrm>
            <a:off x="9753600" y="31051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753600" y="36195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2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2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 giống,</a:t>
            </a:r>
            <a:r>
              <a:rPr lang="en-US" sz="2250" b="1" dirty="0" spc="1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2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753600" y="449580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b="1" dirty="0" spc="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753600" y="5524500"/>
            <a:ext cx="72390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 trang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76200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62000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Với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khẩu,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gõ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bí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giả.</a:t>
            </a:r>
            <a:endParaRPr lang="en-US" sz="2550" dirty="0"/>
          </a:p>
        </p:txBody>
      </p:sp>
      <p:sp>
        <p:nvSpPr>
          <p:cNvPr id="16" name="Connector line-1792307072485-32440527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55e76de-1a10-4428-b8dc-a206a71684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667500" cy="5715000"/>
          </a:xfrm>
          <a:prstGeom prst="roundRect">
            <a:avLst>
              <a:gd name="adj" fmla="val 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714750"/>
            <a:ext cx="6019800" cy="466725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b="1" dirty="0" spc="-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315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lừa</a:t>
            </a:r>
            <a:r>
              <a:rPr lang="en-US" sz="31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3150" b="1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31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trang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31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31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r>
              <a:rPr lang="en-US" sz="3150" b="1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Passkey</a:t>
            </a:r>
            <a:r>
              <a:rPr lang="en-US" sz="31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1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31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1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1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31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7924800" y="2857500"/>
            <a:ext cx="9448800" cy="57150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0580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305800" y="3657600"/>
            <a:ext cx="8686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950" dirty="0" spc="-1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 gắn</a:t>
            </a:r>
            <a:r>
              <a:rPr lang="en-US" sz="4950" dirty="0" spc="-6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4950" dirty="0" spc="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4950" dirty="0" spc="-1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4950" dirty="0"/>
          </a:p>
        </p:txBody>
      </p:sp>
      <p:sp>
        <p:nvSpPr>
          <p:cNvPr id="10" name="Text richtext-1792307073397-747004679"/>
          <p:cNvSpPr/>
          <p:nvPr/>
        </p:nvSpPr>
        <p:spPr>
          <a:xfrm>
            <a:off x="8305800" y="4857750"/>
            <a:ext cx="8686800" cy="3429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marL="342900" indent="-244981">
              <a:lnSpc>
                <a:spcPts val="3375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700" dirty="0" spc="-8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700" dirty="0"/>
          </a:p>
          <a:p>
            <a:pPr algn="l" marL="342900" indent="-244981">
              <a:lnSpc>
                <a:spcPts val="3375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700" dirty="0"/>
          </a:p>
          <a:p>
            <a:pPr algn="l" marL="342900" indent="-244981">
              <a:lnSpc>
                <a:spcPts val="3375"/>
              </a:lnSpc>
              <a:buSzPct val="100000"/>
              <a:buFont typeface="Arial"/>
              <a:buChar char="•"/>
            </a:pP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khẩu: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 vào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2700" dirty="0"/>
          </a:p>
        </p:txBody>
      </p:sp>
      <p:sp>
        <p:nvSpPr>
          <p:cNvPr id="11" name="Connector line-1792307073417-62070804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44810ce2-01a8-4ffb-87f2-06c5677ba1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3019425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238500" y="2838450"/>
            <a:ext cx="790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Personal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Identification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Number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238500" y="3219450"/>
            <a:ext cx="7905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Dãy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1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21005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4676775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WebAuthn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238500" y="4495800"/>
            <a:ext cx="790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238500" y="4876800"/>
            <a:ext cx="7905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1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586740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6334125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ECDSA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238500" y="6153150"/>
            <a:ext cx="790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Elliptic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Curve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Digital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Signature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238500" y="6534150"/>
            <a:ext cx="7905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số: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khóa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khóa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100" dirty="0"/>
          </a:p>
        </p:txBody>
      </p:sp>
      <p:sp>
        <p:nvSpPr>
          <p:cNvPr id="16" name="Connector line-1792307074251-205917493"/>
          <p:cNvSpPr/>
          <p:nvPr/>
        </p:nvSpPr>
        <p:spPr>
          <a:xfrm>
            <a:off x="11734800" y="2552700"/>
            <a:ext cx="0" cy="47434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077700" y="2552700"/>
            <a:ext cx="5295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8" name="Text richtext-1792307074253-866492012"/>
          <p:cNvSpPr/>
          <p:nvPr/>
        </p:nvSpPr>
        <p:spPr>
          <a:xfrm>
            <a:off x="12077700" y="3028950"/>
            <a:ext cx="5295900" cy="1905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marL="247650" indent="-176931">
              <a:lnSpc>
                <a:spcPts val="253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cố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buSzPct val="100000"/>
              <a:buFont typeface="Arial"/>
              <a:buChar char="•"/>
            </a:pP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W3C:</a:t>
            </a:r>
            <a:r>
              <a:rPr lang="en-US" sz="19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(nguồn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tả)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077700" y="4762500"/>
            <a:ext cx="5295900" cy="2571750"/>
          </a:xfrm>
          <a:prstGeom prst="rect">
            <a:avLst/>
          </a:prstGeom>
          <a:noFill/>
          <a:ln/>
        </p:spPr>
        <p:txBody>
          <a:bodyPr wrap="square" lIns="0" tIns="3667" rIns="0" bIns="-3667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trang,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thách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một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bị.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họa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20" name="Connector line-1792307074262-76804132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47f5bb62-af5d-4e13-a936-021575c337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2026-10-19T18:09:53Z</dcterms:created>
  <dcterms:modified xsi:type="dcterms:W3CDTF">2026-10-19T18:09:53Z</dcterms:modified>
</cp:coreProperties>
</file>