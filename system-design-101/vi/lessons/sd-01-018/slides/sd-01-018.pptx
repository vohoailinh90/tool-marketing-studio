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2766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 hai</a:t>
            </a:r>
            <a:r>
              <a:rPr lang="en-US" sz="2850" dirty="0" spc="2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r>
              <a:rPr lang="en-US" sz="2850" dirty="0" spc="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8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850" dirty="0" spc="2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850" dirty="0" spc="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lượng,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8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28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 API.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800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345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4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cổng,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345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host,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450" dirty="0" spc="-3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4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3450" dirty="0" spc="-3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Thẳng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c815fb6-d119-47d3-b97c-81e97bb3de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78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Load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balancer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700" dirty="0" spc="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 sao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API</a:t>
            </a:r>
            <a:r>
              <a:rPr lang="en-US" sz="2700" dirty="0" spc="-3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 của API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tiêu: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biệt,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 xếp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Đứng</a:t>
            </a:r>
            <a:r>
              <a:rPr lang="en-US" sz="195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905250"/>
            <a:ext cx="1714500" cy="257175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905250"/>
            <a:ext cx="17145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550" dirty="0"/>
          </a:p>
        </p:txBody>
      </p:sp>
      <p:sp>
        <p:nvSpPr>
          <p:cNvPr id="17" name="Connector line-1792331272441-629382317"/>
          <p:cNvSpPr/>
          <p:nvPr/>
        </p:nvSpPr>
        <p:spPr>
          <a:xfrm>
            <a:off x="9829800" y="5191125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72750" y="3905250"/>
            <a:ext cx="3238500" cy="1190625"/>
          </a:xfrm>
          <a:prstGeom prst="roundRect">
            <a:avLst>
              <a:gd name="adj" fmla="val 128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2750" y="40576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2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572750" y="457200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195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19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72750" y="5286375"/>
            <a:ext cx="3238500" cy="1190625"/>
          </a:xfrm>
          <a:prstGeom prst="roundRect">
            <a:avLst>
              <a:gd name="adj" fmla="val 128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72750" y="5438775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27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572750" y="5953125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19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 API</a:t>
            </a:r>
            <a:endParaRPr lang="en-US" sz="1950" dirty="0"/>
          </a:p>
        </p:txBody>
      </p:sp>
      <p:sp>
        <p:nvSpPr>
          <p:cNvPr id="24" name="Connector line-1792331272448-343434408"/>
          <p:cNvSpPr/>
          <p:nvPr/>
        </p:nvSpPr>
        <p:spPr>
          <a:xfrm>
            <a:off x="13925550" y="5191125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668500" y="3905250"/>
            <a:ext cx="2324100" cy="2571750"/>
          </a:xfrm>
          <a:prstGeom prst="roundRect">
            <a:avLst>
              <a:gd name="adj" fmla="val 6557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4668500" y="3905250"/>
            <a:ext cx="2324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8001000" y="7048500"/>
            <a:ext cx="8991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0" y="70485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8362950" y="7048500"/>
            <a:ext cx="847725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cân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 tải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3e4a155f-7c5c-4655-b945-7bc806dc00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8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 NỐI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8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nối, không</a:t>
            </a:r>
            <a:r>
              <a:rPr lang="en-US" sz="78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8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Tầng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4, như NLB</a:t>
            </a:r>
            <a:r>
              <a:rPr lang="en-US" sz="2700" dirty="0" spc="-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 AWS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IP, cổng,</a:t>
            </a:r>
            <a:r>
              <a:rPr lang="en-US" sz="270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700" dirty="0" spc="-4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TCP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 UDP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dung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 nhanh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19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IP,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cổng,</a:t>
            </a:r>
            <a:r>
              <a:rPr lang="en-US" sz="1950" dirty="0" spc="-2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191000"/>
            <a:ext cx="1714500" cy="2286000"/>
          </a:xfrm>
          <a:prstGeom prst="roundRect">
            <a:avLst>
              <a:gd name="adj" fmla="val 888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191000"/>
            <a:ext cx="171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550" dirty="0"/>
          </a:p>
        </p:txBody>
      </p:sp>
      <p:sp>
        <p:nvSpPr>
          <p:cNvPr id="17" name="Connector line-1792331296534-612598011"/>
          <p:cNvSpPr/>
          <p:nvPr/>
        </p:nvSpPr>
        <p:spPr>
          <a:xfrm>
            <a:off x="9829800" y="5334000"/>
            <a:ext cx="609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72750" y="4191000"/>
            <a:ext cx="2762250" cy="2286000"/>
          </a:xfrm>
          <a:prstGeom prst="roundRect">
            <a:avLst>
              <a:gd name="adj" fmla="val 6667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72750" y="453390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NLB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0572750" y="5524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tầng</a:t>
            </a:r>
            <a:r>
              <a:rPr lang="en-US" sz="21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21" name="Connector line-1792331296538-582210207"/>
          <p:cNvSpPr/>
          <p:nvPr/>
        </p:nvSpPr>
        <p:spPr>
          <a:xfrm flipV="1">
            <a:off x="13449300" y="4095750"/>
            <a:ext cx="1181100" cy="1238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1296538-985912471"/>
          <p:cNvSpPr/>
          <p:nvPr/>
        </p:nvSpPr>
        <p:spPr>
          <a:xfrm>
            <a:off x="13449300" y="5334000"/>
            <a:ext cx="11811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31296538-134127175"/>
          <p:cNvSpPr/>
          <p:nvPr/>
        </p:nvSpPr>
        <p:spPr>
          <a:xfrm>
            <a:off x="13449300" y="5334000"/>
            <a:ext cx="1181100" cy="1238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763750" y="3619500"/>
            <a:ext cx="2228850" cy="952500"/>
          </a:xfrm>
          <a:prstGeom prst="roundRect">
            <a:avLst>
              <a:gd name="adj" fmla="val 16000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63750" y="3619500"/>
            <a:ext cx="2228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4763750" y="4857750"/>
            <a:ext cx="2228850" cy="952500"/>
          </a:xfrm>
          <a:prstGeom prst="roundRect">
            <a:avLst>
              <a:gd name="adj" fmla="val 16000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63750" y="4857750"/>
            <a:ext cx="2228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4763750" y="6096000"/>
            <a:ext cx="2228850" cy="952500"/>
          </a:xfrm>
          <a:prstGeom prst="roundRect">
            <a:avLst>
              <a:gd name="adj" fmla="val 16000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763750" y="6096000"/>
            <a:ext cx="2228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001000" y="73723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2A2F4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01000" y="73723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62950" y="737235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Hợp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400" dirty="0" spc="-3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nối,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 gateway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Text 41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1df31fe5-a95e-4309-8fc9-a0cf1db64a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78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8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Tầng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7,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 ALB</a:t>
            </a:r>
            <a:r>
              <a:rPr lang="en-US" sz="270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 AWS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Đọc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host,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 header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70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/orders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/users</a:t>
            </a:r>
            <a:r>
              <a:rPr lang="en-US" sz="27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 máy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195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host,</a:t>
            </a:r>
            <a:r>
              <a:rPr lang="en-US" sz="195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dẫn,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header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191000"/>
            <a:ext cx="1714500" cy="228600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191000"/>
            <a:ext cx="171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550" dirty="0"/>
          </a:p>
        </p:txBody>
      </p:sp>
      <p:sp>
        <p:nvSpPr>
          <p:cNvPr id="17" name="Connector line-1792331360747-158014085"/>
          <p:cNvSpPr/>
          <p:nvPr/>
        </p:nvSpPr>
        <p:spPr>
          <a:xfrm>
            <a:off x="9829800" y="5334000"/>
            <a:ext cx="6096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72750" y="4191000"/>
            <a:ext cx="2762250" cy="2286000"/>
          </a:xfrm>
          <a:prstGeom prst="roundRect">
            <a:avLst>
              <a:gd name="adj" fmla="val 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2750" y="453390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ALB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0572750" y="5524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tầng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2100" dirty="0"/>
          </a:p>
        </p:txBody>
      </p:sp>
      <p:sp>
        <p:nvSpPr>
          <p:cNvPr id="21" name="Connector line-1792331360751-642519143"/>
          <p:cNvSpPr/>
          <p:nvPr/>
        </p:nvSpPr>
        <p:spPr>
          <a:xfrm flipV="1">
            <a:off x="13449300" y="4476750"/>
            <a:ext cx="1181100" cy="8572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1360751-603274324"/>
          <p:cNvSpPr/>
          <p:nvPr/>
        </p:nvSpPr>
        <p:spPr>
          <a:xfrm>
            <a:off x="13449300" y="5334000"/>
            <a:ext cx="1181100" cy="8572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763750" y="3810000"/>
            <a:ext cx="2228850" cy="1333500"/>
          </a:xfrm>
          <a:prstGeom prst="roundRect">
            <a:avLst>
              <a:gd name="adj" fmla="val 11429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763750" y="4000500"/>
            <a:ext cx="2228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/orders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4763750" y="4572000"/>
            <a:ext cx="2228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nhóm</a:t>
            </a:r>
            <a:r>
              <a:rPr lang="en-US" sz="19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19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763750" y="5524500"/>
            <a:ext cx="2228850" cy="1333500"/>
          </a:xfrm>
          <a:prstGeom prst="roundRect">
            <a:avLst>
              <a:gd name="adj" fmla="val 11429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63750" y="5715000"/>
            <a:ext cx="2228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/users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4763750" y="6286500"/>
            <a:ext cx="2228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nhóm</a:t>
            </a:r>
            <a:r>
              <a:rPr lang="en-US" sz="19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kia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001000" y="73723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0" y="73723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8362950" y="737235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4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phong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phú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tầng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 nối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dfa03245-ba59-4264-9ff9-d2e078fede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API</a:t>
            </a:r>
            <a:r>
              <a:rPr lang="en-US" sz="1950" spc="160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GATEWAY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 tải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7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khách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 API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Rồi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195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572000"/>
            <a:ext cx="1428750" cy="228600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572000"/>
            <a:ext cx="1428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17" name="Connector line-1792331361633-461554335"/>
          <p:cNvSpPr/>
          <p:nvPr/>
        </p:nvSpPr>
        <p:spPr>
          <a:xfrm>
            <a:off x="9525000" y="5715000"/>
            <a:ext cx="3619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01250" y="3619500"/>
            <a:ext cx="4381500" cy="4191000"/>
          </a:xfrm>
          <a:prstGeom prst="roundRect">
            <a:avLst>
              <a:gd name="adj" fmla="val 3636"/>
            </a:avLst>
          </a:prstGeom>
          <a:solidFill>
            <a:srgbClr val="2A2F42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1250" y="375285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2850" dirty="0" spc="-2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0229850" y="4381500"/>
            <a:ext cx="39243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9850" y="43815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21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229850" y="5029200"/>
            <a:ext cx="39243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29850" y="50292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1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1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229850" y="5676900"/>
            <a:ext cx="39243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9850" y="56769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Cache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229850" y="6324600"/>
            <a:ext cx="39243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9850" y="63246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Ghi</a:t>
            </a:r>
            <a:r>
              <a:rPr lang="en-US" sz="21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log</a:t>
            </a:r>
            <a:r>
              <a:rPr lang="en-US" sz="21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</a:t>
            </a:r>
            <a:r>
              <a:rPr lang="en-US" sz="2100" dirty="0" spc="-3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kê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229850" y="6972300"/>
            <a:ext cx="3924300" cy="5334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29850" y="69723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Đổi</a:t>
            </a:r>
            <a:r>
              <a:rPr lang="en-US" sz="210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5144750" y="4572000"/>
            <a:ext cx="1847850" cy="1047750"/>
          </a:xfrm>
          <a:prstGeom prst="roundRect">
            <a:avLst>
              <a:gd name="adj" fmla="val 14545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44750" y="4572000"/>
            <a:ext cx="1847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5144750" y="5810250"/>
            <a:ext cx="1847850" cy="1047750"/>
          </a:xfrm>
          <a:prstGeom prst="roundRect">
            <a:avLst>
              <a:gd name="adj" fmla="val 14545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44750" y="5810250"/>
            <a:ext cx="1847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Text 42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5" name="Connector line-1792331693879-868206935"/>
          <p:cNvSpPr/>
          <p:nvPr/>
        </p:nvSpPr>
        <p:spPr>
          <a:xfrm flipV="1">
            <a:off x="14497050" y="5095875"/>
            <a:ext cx="533400" cy="61912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46" name="Connector line-1792331693879-439716409"/>
          <p:cNvSpPr/>
          <p:nvPr/>
        </p:nvSpPr>
        <p:spPr>
          <a:xfrm>
            <a:off x="14497050" y="5715000"/>
            <a:ext cx="533400" cy="619125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00bb82c3-62aa-4fb1-862b-06ed0a4261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8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A: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78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Bộ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tầng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 dịch vụ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27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 tốc độ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Linh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hoạt,</a:t>
            </a:r>
            <a:r>
              <a:rPr lang="en-US" sz="270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 lệch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 dịch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810125"/>
            <a:ext cx="1428750" cy="19050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810125"/>
            <a:ext cx="1428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17" name="Connector line-1792331399492-32187699"/>
          <p:cNvSpPr/>
          <p:nvPr/>
        </p:nvSpPr>
        <p:spPr>
          <a:xfrm>
            <a:off x="9525000" y="5762625"/>
            <a:ext cx="3619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01250" y="4810125"/>
            <a:ext cx="2000250" cy="19050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1250" y="5095875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ALB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0001250" y="5905500"/>
            <a:ext cx="200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tầng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1950" dirty="0"/>
          </a:p>
        </p:txBody>
      </p:sp>
      <p:sp>
        <p:nvSpPr>
          <p:cNvPr id="21" name="Connector line-1792331399495-371095831"/>
          <p:cNvSpPr/>
          <p:nvPr/>
        </p:nvSpPr>
        <p:spPr>
          <a:xfrm flipV="1">
            <a:off x="12115800" y="4238625"/>
            <a:ext cx="800100" cy="152400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1399495-299085580"/>
          <p:cNvSpPr/>
          <p:nvPr/>
        </p:nvSpPr>
        <p:spPr>
          <a:xfrm>
            <a:off x="12115800" y="5762625"/>
            <a:ext cx="8001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31399495-30781636"/>
          <p:cNvSpPr/>
          <p:nvPr/>
        </p:nvSpPr>
        <p:spPr>
          <a:xfrm>
            <a:off x="12115800" y="5762625"/>
            <a:ext cx="800100" cy="152400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049250" y="3619500"/>
            <a:ext cx="3943350" cy="1238250"/>
          </a:xfrm>
          <a:prstGeom prst="roundRect">
            <a:avLst>
              <a:gd name="adj" fmla="val 12308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20700" y="3619500"/>
            <a:ext cx="152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4763750" y="37719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63750" y="37719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18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763750" y="42672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763750" y="42672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18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18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049250" y="5143500"/>
            <a:ext cx="3943350" cy="1238250"/>
          </a:xfrm>
          <a:prstGeom prst="roundRect">
            <a:avLst>
              <a:gd name="adj" fmla="val 12308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20700" y="5143500"/>
            <a:ext cx="152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 B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4763750" y="52959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763750" y="52959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18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763750" y="57912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763750" y="57912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18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18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049250" y="6667500"/>
            <a:ext cx="3943350" cy="1238250"/>
          </a:xfrm>
          <a:prstGeom prst="roundRect">
            <a:avLst>
              <a:gd name="adj" fmla="val 12308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20700" y="6667500"/>
            <a:ext cx="152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4763750" y="68199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763750" y="68199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18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763750" y="7315200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763750" y="731520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18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18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01000" y="8096250"/>
            <a:ext cx="899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Shape 4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Shape 4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1" name="Shape 4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2" name="Shape 5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3" name="Text 51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efa932a0-7b24-4221-a4c1-8851731509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8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B: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8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 làm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 cửa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Dịch vụ nhẹ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 nhất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Đổi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lại: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chặng,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kém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linh hoạt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1950" dirty="0" spc="-2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gateway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286250"/>
            <a:ext cx="1428750" cy="19050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286250"/>
            <a:ext cx="1428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17" name="Connector line-1792331400467-503917281"/>
          <p:cNvSpPr/>
          <p:nvPr/>
        </p:nvSpPr>
        <p:spPr>
          <a:xfrm>
            <a:off x="9525000" y="5238750"/>
            <a:ext cx="361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01250" y="3619500"/>
            <a:ext cx="3143250" cy="3238500"/>
          </a:xfrm>
          <a:prstGeom prst="roundRect">
            <a:avLst>
              <a:gd name="adj" fmla="val 484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1250" y="3790950"/>
            <a:ext cx="3143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2850" dirty="0" spc="-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0210800" y="4572000"/>
            <a:ext cx="2724150" cy="59055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0800" y="4572000"/>
            <a:ext cx="2724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21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210800" y="5334000"/>
            <a:ext cx="2724150" cy="59055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10800" y="5334000"/>
            <a:ext cx="2724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1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1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001250" y="60960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18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endParaRPr lang="en-US" sz="1800" dirty="0"/>
          </a:p>
        </p:txBody>
      </p:sp>
      <p:sp>
        <p:nvSpPr>
          <p:cNvPr id="25" name="Connector line-1792331400473-698363160"/>
          <p:cNvSpPr/>
          <p:nvPr/>
        </p:nvSpPr>
        <p:spPr>
          <a:xfrm flipV="1">
            <a:off x="13258800" y="4095750"/>
            <a:ext cx="895350" cy="11430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Connector line-1792331400473-427020584"/>
          <p:cNvSpPr/>
          <p:nvPr/>
        </p:nvSpPr>
        <p:spPr>
          <a:xfrm>
            <a:off x="13258800" y="5238750"/>
            <a:ext cx="8953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331400473-871645450"/>
          <p:cNvSpPr/>
          <p:nvPr/>
        </p:nvSpPr>
        <p:spPr>
          <a:xfrm>
            <a:off x="13258800" y="5238750"/>
            <a:ext cx="895350" cy="11430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287500" y="3619500"/>
            <a:ext cx="27051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87500" y="3619500"/>
            <a:ext cx="270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4287500" y="4762500"/>
            <a:ext cx="27051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87500" y="4762500"/>
            <a:ext cx="270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 B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4287500" y="5905500"/>
            <a:ext cx="27051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287500" y="5905500"/>
            <a:ext cx="270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8001000" y="73342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73342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8362950" y="733425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trừ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nhau,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 tiếp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Text 4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380dee48-9304-4025-9a48-1b77148c4b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528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28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dịch vụ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905250" y="3752850"/>
            <a:ext cx="49530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Nội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bộ,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nhóm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95400" y="47053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05250" y="4705350"/>
            <a:ext cx="49530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Vừa phải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95400" y="56578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6578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905250" y="55626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Chuyển</a:t>
            </a:r>
            <a:r>
              <a:rPr lang="en-US" sz="22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/orders,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/users</a:t>
            </a:r>
            <a:r>
              <a:rPr lang="en-US" sz="22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 thực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95400" y="6800850"/>
            <a:ext cx="7524750" cy="1714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-3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không?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 cần.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15500" y="354330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endParaRPr lang="en-US" sz="3900" dirty="0"/>
          </a:p>
        </p:txBody>
      </p:sp>
      <p:sp>
        <p:nvSpPr>
          <p:cNvPr id="20" name="Shape 18"/>
          <p:cNvSpPr/>
          <p:nvPr/>
        </p:nvSpPr>
        <p:spPr>
          <a:xfrm>
            <a:off x="9715500" y="4476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4476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20550" y="4381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Tầng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22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2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2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 dẫn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15500" y="5619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5619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 thêm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20550" y="5524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 khách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ngoài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 nhất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715500" y="6762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6762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020550" y="6667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Ít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vụ,</a:t>
            </a:r>
            <a:r>
              <a:rPr lang="en-US" sz="22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 lo hết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715500" y="7867650"/>
            <a:ext cx="733425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195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 hành.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d876eaca-a667-4da7-89ca-7be533ebd3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nguyên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3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3000" dirty="0"/>
          </a:p>
        </p:txBody>
      </p:sp>
      <p:sp>
        <p:nvSpPr>
          <p:cNvPr id="10" name="Text richtext-1792331464986-390214713"/>
          <p:cNvSpPr/>
          <p:nvPr/>
        </p:nvSpPr>
        <p:spPr>
          <a:xfrm>
            <a:off x="969645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cần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Backends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Frontends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 bản</a:t>
            </a:r>
            <a:r>
              <a:rPr lang="en-US" sz="3000" dirty="0" spc="-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000" dirty="0"/>
          </a:p>
        </p:txBody>
      </p:sp>
      <p:sp>
        <p:nvSpPr>
          <p:cNvPr id="14" name="Text richtext-1792331464994-401650911"/>
          <p:cNvSpPr/>
          <p:nvPr/>
        </p:nvSpPr>
        <p:spPr>
          <a:xfrm>
            <a:off x="129540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Nội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bên</a:t>
            </a:r>
            <a:r>
              <a:rPr lang="en-US" sz="3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3000" dirty="0"/>
          </a:p>
        </p:txBody>
      </p:sp>
      <p:sp>
        <p:nvSpPr>
          <p:cNvPr id="18" name="Text richtext-1792331465002-716981206"/>
          <p:cNvSpPr/>
          <p:nvPr/>
        </p:nvSpPr>
        <p:spPr>
          <a:xfrm>
            <a:off x="969645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rìa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4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Text richtext-1792331693023-219825315"/>
          <p:cNvSpPr/>
          <p:nvPr/>
        </p:nvSpPr>
        <p:spPr>
          <a:xfrm>
            <a:off x="129540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 byte,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giải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giải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9572a26-1592-4fd5-b80c-1ff983ff07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763250" cy="6000750"/>
          </a:xfrm>
          <a:prstGeom prst="roundRect">
            <a:avLst>
              <a:gd name="adj" fmla="val 317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5242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39433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43815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ALB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95400" y="48006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52387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NLB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95400" y="56578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9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60960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95400" y="65151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950" dirty="0" spc="-2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" y="69532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95400" y="73723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572250" y="35242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572250" y="39433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572250" y="43815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572250" y="48006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9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572250" y="52387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572250" y="56578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95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9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572250" y="60960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572250" y="65151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9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</a:t>
            </a:r>
            <a:r>
              <a:rPr lang="en-US" sz="19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906250" y="2762250"/>
            <a:ext cx="5467350" cy="6000750"/>
          </a:xfrm>
          <a:prstGeom prst="roundRect">
            <a:avLst>
              <a:gd name="adj" fmla="val 3484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287250" y="3009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7" name="Text richtext-1792331465950-589720557"/>
          <p:cNvSpPr/>
          <p:nvPr/>
        </p:nvSpPr>
        <p:spPr>
          <a:xfrm>
            <a:off x="12287250" y="3524250"/>
            <a:ext cx="4857750" cy="3143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(snapshot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 API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Backends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Frontends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UDP,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ssl_preread</a:t>
            </a:r>
            <a:endParaRPr lang="en-US" sz="2100" dirty="0"/>
          </a:p>
        </p:txBody>
      </p:sp>
      <p:sp>
        <p:nvSpPr>
          <p:cNvPr id="28" name="Connector line-1792331465959-964333856"/>
          <p:cNvSpPr/>
          <p:nvPr/>
        </p:nvSpPr>
        <p:spPr>
          <a:xfrm>
            <a:off x="12287250" y="6915150"/>
            <a:ext cx="4705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287250" y="7086600"/>
            <a:ext cx="4857750" cy="1428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 tiếp.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a0142057-09f1-4138-b3a9-db15ac4df9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2026-10-19T00:32:30Z</dcterms:created>
  <dcterms:modified xsi:type="dcterms:W3CDTF">2026-10-19T00:32:30Z</dcterms:modified>
</cp:coreProperties>
</file>