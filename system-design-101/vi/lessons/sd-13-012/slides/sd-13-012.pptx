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50198" rIns="0" bIns="-50198" rtlCol="0" anchor="t"/>
          <a:lstStyle/>
          <a:p>
            <a:pPr algn="l" indent="0" marL="0">
              <a:lnSpc>
                <a:spcPts val="5873"/>
              </a:lnSpc>
              <a:buNone/>
            </a:pPr>
            <a:r>
              <a:rPr lang="en-US" sz="5647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5647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64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5647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CI/CD</a:t>
            </a:r>
            <a:r>
              <a:rPr lang="en-US" sz="564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công ty</a:t>
            </a:r>
            <a:r>
              <a:rPr lang="en-US" sz="5647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564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 không</a:t>
            </a:r>
            <a:r>
              <a:rPr lang="en-US" sz="5647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chép</a:t>
            </a:r>
            <a:r>
              <a:rPr lang="en-US" sz="564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64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5647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"họ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gì", không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gì".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906000" y="1428750"/>
            <a:ext cx="74676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6192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0" y="20002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0" y="2857500"/>
            <a:ext cx="74676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0" y="30480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87000" y="34290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Canary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906000" y="4286250"/>
            <a:ext cx="74676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0" y="44767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87000" y="48577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906000" y="5715000"/>
            <a:ext cx="74676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0" y="5905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87000" y="628650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906000" y="7143750"/>
            <a:ext cx="7467600" cy="12001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73342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87000" y="7715250"/>
            <a:ext cx="666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1262d41-9cca-4287-8058-1694b1861e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2000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1809750"/>
            <a:ext cx="15240000" cy="22860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7056"/>
              </a:lnSpc>
              <a:buNone/>
            </a:pPr>
            <a:r>
              <a:rPr lang="en-US" sz="63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Mượn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r>
              <a:rPr lang="en-US" sz="63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3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ro,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6381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b="1" spc="13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6953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6096000"/>
            <a:ext cx="80010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6381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b="1" spc="13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6953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7d4e643-a8fb-4a99-a4e2-f23c484841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</a:t>
            </a:r>
            <a:r>
              <a:rPr lang="en-US" sz="5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5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5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5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5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canary</a:t>
            </a:r>
            <a:endParaRPr lang="en-US" sz="5100" dirty="0"/>
          </a:p>
        </p:txBody>
      </p:sp>
      <p:sp>
        <p:nvSpPr>
          <p:cNvPr id="4" name="Connector line-1792370813666-359595678"/>
          <p:cNvSpPr/>
          <p:nvPr/>
        </p:nvSpPr>
        <p:spPr>
          <a:xfrm>
            <a:off x="2857500" y="3524250"/>
            <a:ext cx="0" cy="533400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47750" y="2762250"/>
            <a:ext cx="3619500" cy="76200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Spinnaker</a:t>
            </a:r>
            <a:endParaRPr lang="en-US" sz="2400" dirty="0"/>
          </a:p>
        </p:txBody>
      </p:sp>
      <p:sp>
        <p:nvSpPr>
          <p:cNvPr id="6" name="Connector line-1792370813670-439159911"/>
          <p:cNvSpPr/>
          <p:nvPr/>
        </p:nvSpPr>
        <p:spPr>
          <a:xfrm>
            <a:off x="7239000" y="3524250"/>
            <a:ext cx="0" cy="533400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29250" y="2762250"/>
            <a:ext cx="3619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(AMI)</a:t>
            </a:r>
            <a:endParaRPr lang="en-US" sz="2400" dirty="0"/>
          </a:p>
        </p:txBody>
      </p:sp>
      <p:sp>
        <p:nvSpPr>
          <p:cNvPr id="8" name="Connector line-1792370813673-216246329"/>
          <p:cNvSpPr/>
          <p:nvPr/>
        </p:nvSpPr>
        <p:spPr>
          <a:xfrm>
            <a:off x="11620500" y="3524250"/>
            <a:ext cx="0" cy="533400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810750" y="2762250"/>
            <a:ext cx="3619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Canary</a:t>
            </a:r>
            <a:endParaRPr lang="en-US" sz="2400" dirty="0"/>
          </a:p>
        </p:txBody>
      </p:sp>
      <p:sp>
        <p:nvSpPr>
          <p:cNvPr id="10" name="Connector line-1792370813675-717608291"/>
          <p:cNvSpPr/>
          <p:nvPr/>
        </p:nvSpPr>
        <p:spPr>
          <a:xfrm>
            <a:off x="16002000" y="3524250"/>
            <a:ext cx="0" cy="533400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192250" y="2762250"/>
            <a:ext cx="3619500" cy="762000"/>
          </a:xfrm>
          <a:prstGeom prst="roundRect">
            <a:avLst>
              <a:gd name="adj" fmla="val 50000"/>
            </a:avLst>
          </a:prstGeom>
          <a:solidFill>
            <a:srgbClr val="2A2E3A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Kayenta</a:t>
            </a:r>
            <a:endParaRPr lang="en-US" sz="2400" dirty="0"/>
          </a:p>
        </p:txBody>
      </p:sp>
      <p:sp>
        <p:nvSpPr>
          <p:cNvPr id="12" name="Connector line-1792370813677-172788289"/>
          <p:cNvSpPr/>
          <p:nvPr/>
        </p:nvSpPr>
        <p:spPr>
          <a:xfrm>
            <a:off x="2857500" y="4286250"/>
            <a:ext cx="4381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2381250" y="37909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100" dirty="0" spc="1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image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endParaRPr lang="en-US" sz="2100" dirty="0"/>
          </a:p>
        </p:txBody>
      </p:sp>
      <p:sp>
        <p:nvSpPr>
          <p:cNvPr id="14" name="Connector line-1792370813683-118463774"/>
          <p:cNvSpPr/>
          <p:nvPr/>
        </p:nvSpPr>
        <p:spPr>
          <a:xfrm>
            <a:off x="7239000" y="5524500"/>
            <a:ext cx="4381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6762750" y="50292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100" dirty="0" spc="-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10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100" dirty="0" spc="-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endParaRPr lang="en-US" sz="2100" dirty="0"/>
          </a:p>
        </p:txBody>
      </p:sp>
      <p:sp>
        <p:nvSpPr>
          <p:cNvPr id="16" name="Connector line-1792370813688-155613165"/>
          <p:cNvSpPr/>
          <p:nvPr/>
        </p:nvSpPr>
        <p:spPr>
          <a:xfrm>
            <a:off x="11620500" y="6762750"/>
            <a:ext cx="4381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1144250" y="62674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canary</a:t>
            </a:r>
            <a:r>
              <a:rPr lang="en-US" sz="210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100" dirty="0" spc="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100" dirty="0" spc="1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8" name="Connector line-1792370813692-49404345"/>
          <p:cNvSpPr/>
          <p:nvPr/>
        </p:nvSpPr>
        <p:spPr>
          <a:xfrm flipH="1">
            <a:off x="2857500" y="8001000"/>
            <a:ext cx="13144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3048000" y="7505700"/>
            <a:ext cx="1276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10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tắc: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r>
              <a:rPr lang="en-US" sz="210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100" dirty="0" spc="1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d0afade-e83f-47fd-8160-8076c082fe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 CHỜN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chập</a:t>
            </a:r>
            <a:r>
              <a:rPr lang="en-US" sz="51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chờn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51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1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001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98132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381250" y="31242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5334000" y="3124200"/>
            <a:ext cx="1162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2001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441007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381250" y="45529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334000" y="4552950"/>
            <a:ext cx="1162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chặn.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16459200" cy="12001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7300" y="5838825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2381250" y="598170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5334000" y="5981700"/>
            <a:ext cx="1162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" y="7620000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011f4b3-51b7-4efe-9dca-c98f78b43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b="1" spc="2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Bí</a:t>
            </a: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51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1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51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5100" dirty="0"/>
          </a:p>
        </p:txBody>
      </p:sp>
      <p:sp>
        <p:nvSpPr>
          <p:cNvPr id="4" name="Connector line-1792370852974-26496901"/>
          <p:cNvSpPr/>
          <p:nvPr/>
        </p:nvSpPr>
        <p:spPr>
          <a:xfrm>
            <a:off x="5334000" y="5334000"/>
            <a:ext cx="1905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370852975-538969168"/>
          <p:cNvSpPr/>
          <p:nvPr/>
        </p:nvSpPr>
        <p:spPr>
          <a:xfrm flipV="1">
            <a:off x="11049000" y="4000500"/>
            <a:ext cx="1619250" cy="95250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6" name="Connector line-1792370852975-350588660"/>
          <p:cNvSpPr/>
          <p:nvPr/>
        </p:nvSpPr>
        <p:spPr>
          <a:xfrm>
            <a:off x="11049000" y="5715000"/>
            <a:ext cx="1619250" cy="114300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4095750"/>
            <a:ext cx="4419600" cy="2476500"/>
          </a:xfrm>
          <a:prstGeom prst="roundRect">
            <a:avLst>
              <a:gd name="adj" fmla="val 10769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76750"/>
            <a:ext cx="371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8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95400" y="5143500"/>
            <a:ext cx="371475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bí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239000" y="3810000"/>
            <a:ext cx="38100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0" y="41910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Runner</a:t>
            </a:r>
            <a:endParaRPr lang="en-US" sz="2850" dirty="0"/>
          </a:p>
        </p:txBody>
      </p:sp>
      <p:sp>
        <p:nvSpPr>
          <p:cNvPr id="12" name="Text richtext-1792370852990-162974870"/>
          <p:cNvSpPr/>
          <p:nvPr/>
        </p:nvSpPr>
        <p:spPr>
          <a:xfrm>
            <a:off x="7620000" y="4857750"/>
            <a:ext cx="3143250" cy="1714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668250" y="3048000"/>
            <a:ext cx="470535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49250" y="33337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049250" y="3952875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668250" y="5905500"/>
            <a:ext cx="470535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49250" y="61912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049250" y="6810375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f0df096-33ec-41d0-a5de-88cc65e781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95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Phụ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5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1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chân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31813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37338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85900" y="4667250"/>
            <a:ext cx="15316200" cy="1524000"/>
          </a:xfrm>
          <a:prstGeom prst="roundRect">
            <a:avLst>
              <a:gd name="adj" fmla="val 17500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0250" y="49911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 thuộc</a:t>
            </a: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000250" y="5543550"/>
            <a:ext cx="1314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bản,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057400" y="6477000"/>
            <a:ext cx="14173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1750" y="68008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2571750" y="7353300"/>
            <a:ext cx="1200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SLSA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4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40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ba71327-e5ff-40d4-a01d-87194db6ad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Mượn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1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tưởng,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1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51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32385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endParaRPr lang="en-US" sz="1950" dirty="0"/>
          </a:p>
        </p:txBody>
      </p:sp>
      <p:sp>
        <p:nvSpPr>
          <p:cNvPr id="6" name="Text richtext-1792370882604-786118354"/>
          <p:cNvSpPr/>
          <p:nvPr/>
        </p:nvSpPr>
        <p:spPr>
          <a:xfrm>
            <a:off x="1428750" y="3905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của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886950" y="3238500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KHẲNG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9" name="Text richtext-1792370882616-947997343"/>
          <p:cNvSpPr/>
          <p:nvPr/>
        </p:nvSpPr>
        <p:spPr>
          <a:xfrm>
            <a:off x="9886950" y="39052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dùng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đổi.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họ hợp nhóm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f661ab1-39bd-4a2e-a50d-c472ea82b7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4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image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4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4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48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48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chỗ?</a:t>
            </a:r>
            <a:endParaRPr lang="en-US" sz="4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Image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400" b="1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Vẫn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thể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khác,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b="1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Đúng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truyền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lệch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r>
                        <a:rPr lang="en-US" sz="24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chỗ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Dữ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 loại</a:t>
                      </a:r>
                      <a:r>
                        <a:rPr lang="en-US" sz="24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máy,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Quay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lui: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image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4bf757e-cd2d-4cbf-9714-a00da7ceda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ý,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29225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7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4672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4625" y="2762250"/>
            <a:ext cx="5229225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105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Canary</a:t>
            </a: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05625" y="3810000"/>
            <a:ext cx="44672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34850" y="2762250"/>
            <a:ext cx="5229225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105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7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15850" y="3810000"/>
            <a:ext cx="44672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 tỉ lệ,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ly,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055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248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7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95400" y="6953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bí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thiểu, thời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72600" y="59055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6248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700" b="1" dirty="0" spc="3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753600" y="6953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bản,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a91f4ad-0ef5-4c29-b158-63498416ab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khi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5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167360"/>
              </a:tblGrid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1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tích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Delivery: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chuyển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SLSA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1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đảm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toàn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chuỗi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cung</a:t>
                      </a:r>
                      <a:r>
                        <a:rPr lang="en-US" sz="21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5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OWASP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Cộng</a:t>
                      </a:r>
                      <a:r>
                        <a:rPr lang="en-US" sz="210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đồng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</a:t>
                      </a:r>
                      <a:r>
                        <a:rPr lang="en-US" sz="21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dụng,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hướng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Ảnh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ảo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 cố</a:t>
                      </a:r>
                      <a:r>
                        <a:rPr lang="en-US" sz="21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định;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Spinnaker;</a:t>
                      </a:r>
                      <a:r>
                        <a:rPr lang="en-US" sz="210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Kayenta;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canarying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releases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flaky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tests;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SLSA;</a:t>
                      </a:r>
                      <a:r>
                        <a:rPr lang="en-US" sz="2100" dirty="0" spc="-4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Top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CI/CD Security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Risks;</a:t>
                      </a:r>
                      <a:r>
                        <a:rPr lang="en-US" sz="21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ImmutableServer;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c093a57-4060-499f-ad94-87673063d4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2026-10-19T00:49:10Z</dcterms:created>
  <dcterms:modified xsi:type="dcterms:W3CDTF">2026-10-19T00:49:10Z</dcterms:modified>
</cp:coreProperties>
</file>