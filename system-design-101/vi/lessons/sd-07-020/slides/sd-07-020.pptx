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4972050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Visa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kiếm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tiền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nào: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khoản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quẹt thẻ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1440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3000" dirty="0" spc="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la?</a:t>
            </a:r>
            <a:endParaRPr lang="en-US" sz="3000" dirty="0"/>
          </a:p>
        </p:txBody>
      </p:sp>
      <p:sp>
        <p:nvSpPr>
          <p:cNvPr id="5" name="Connector line-1792382690193-155070547"/>
          <p:cNvSpPr/>
          <p:nvPr/>
        </p:nvSpPr>
        <p:spPr>
          <a:xfrm>
            <a:off x="914400" y="828675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857250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phí;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 thanh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nghệ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2192000" y="3143250"/>
            <a:ext cx="1181100" cy="2000250"/>
          </a:xfrm>
          <a:custGeom>
            <a:avLst/>
            <a:gdLst/>
            <a:ahLst/>
            <a:cxnLst/>
            <a:rect l="l" t="t" r="r" b="b"/>
            <a:pathLst>
              <a:path w="1181100" h="2000250">
                <a:moveTo>
                  <a:pt x="0" y="2000250"/>
                </a:moveTo>
                <a:cubicBezTo>
                  <a:pt x="590550" y="2000250"/>
                  <a:pt x="590550" y="0"/>
                  <a:pt x="1181100" y="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9" name="Connector line-1792382690213-866930100"/>
          <p:cNvSpPr/>
          <p:nvPr/>
        </p:nvSpPr>
        <p:spPr>
          <a:xfrm>
            <a:off x="12192000" y="5143500"/>
            <a:ext cx="11811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2192000" y="5143500"/>
            <a:ext cx="1181100" cy="2000250"/>
          </a:xfrm>
          <a:custGeom>
            <a:avLst/>
            <a:gdLst/>
            <a:ahLst/>
            <a:cxnLst/>
            <a:rect l="l" t="t" r="r" b="b"/>
            <a:pathLst>
              <a:path w="1181100" h="2000250">
                <a:moveTo>
                  <a:pt x="0" y="0"/>
                </a:moveTo>
                <a:cubicBezTo>
                  <a:pt x="590550" y="0"/>
                  <a:pt x="590550" y="2000250"/>
                  <a:pt x="1181100" y="200025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477500" y="4191000"/>
            <a:ext cx="1714500" cy="1905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2" name="Text 10"/>
          <p:cNvSpPr/>
          <p:nvPr/>
        </p:nvSpPr>
        <p:spPr>
          <a:xfrm>
            <a:off x="10525125" y="4810125"/>
            <a:ext cx="1619250" cy="66675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ctr" indent="0" marL="0">
              <a:lnSpc>
                <a:spcPts val="2475"/>
              </a:lnSpc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</a:t>
            </a:r>
            <a:r>
              <a:rPr lang="en-US" sz="225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đô</a:t>
            </a:r>
            <a:r>
              <a:rPr lang="en-US" sz="22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la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3373100" y="2781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19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thu: 0,25</a:t>
            </a:r>
            <a:r>
              <a:rPr lang="en-US" sz="1950" b="1" dirty="0" spc="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195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33731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195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hành:</a:t>
            </a:r>
            <a:r>
              <a:rPr lang="en-US" sz="1950" b="1" dirty="0" spc="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1,75 đô</a:t>
            </a:r>
            <a:r>
              <a:rPr lang="en-US" sz="195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373100" y="6781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195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thẻ: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cfbe1029-af7f-40d3-9ba8-19379836fa6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Sản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phẩm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sinh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3718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190750" y="30480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Thẻ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48006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90750" y="447675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Visa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Mastercard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2293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59055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quẹt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2550" b="1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kéo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51c9e748-b294-4673-aae7-d3f5641a953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1800" b="1" spc="26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xếp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chồng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28950"/>
            <a:ext cx="156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</a:t>
            </a:r>
            <a:r>
              <a:rPr lang="en-US" sz="1950" b="1" spc="17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1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1950" b="1" spc="21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 THẺ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505200"/>
            <a:ext cx="1569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 tháng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45720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743450"/>
            <a:ext cx="156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5219700"/>
            <a:ext cx="1569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40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4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hành;</a:t>
            </a:r>
            <a:r>
              <a:rPr lang="en-US" sz="24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914400" y="6286500"/>
            <a:ext cx="16459200" cy="1524000"/>
          </a:xfrm>
          <a:prstGeom prst="roundRect">
            <a:avLst>
              <a:gd name="adj" fmla="val 175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457950"/>
            <a:ext cx="15697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</a:t>
            </a:r>
            <a:r>
              <a:rPr lang="en-US" sz="1950" b="1" spc="224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CHIẾT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KHẤU</a:t>
            </a:r>
            <a:r>
              <a:rPr lang="en-US" sz="1950" b="1" spc="22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218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95400" y="6934200"/>
            <a:ext cx="15697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thu;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ad1de053-3399-47a1-b73d-4c25ff4f3c2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1800" b="1" spc="30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b="1" spc="29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1800" b="1" spc="29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Tiền</a:t>
            </a:r>
            <a:r>
              <a:rPr lang="en-US" sz="69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từng</a:t>
            </a:r>
            <a:r>
              <a:rPr lang="en-US" sz="6900" dirty="0" spc="-9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429000" cy="3048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04900" y="304800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endParaRPr lang="en-US" sz="2100" dirty="0"/>
          </a:p>
        </p:txBody>
      </p:sp>
      <p:sp>
        <p:nvSpPr>
          <p:cNvPr id="6" name="Connector line-1792382692801-133331446"/>
          <p:cNvSpPr/>
          <p:nvPr/>
        </p:nvSpPr>
        <p:spPr>
          <a:xfrm>
            <a:off x="4438650" y="4572000"/>
            <a:ext cx="5905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5010150" y="4448175"/>
            <a:ext cx="209550" cy="247650"/>
          </a:xfrm>
          <a:custGeom>
            <a:avLst/>
            <a:gdLst/>
            <a:ahLst/>
            <a:cxnLst/>
            <a:rect l="l" t="t" r="r" b="b"/>
            <a:pathLst>
              <a:path w="209550" h="247650">
                <a:moveTo>
                  <a:pt x="209550" y="123825"/>
                </a:moveTo>
                <a:lnTo>
                  <a:pt x="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8" name="Shape 6"/>
          <p:cNvSpPr/>
          <p:nvPr/>
        </p:nvSpPr>
        <p:spPr>
          <a:xfrm>
            <a:off x="5257800" y="3048000"/>
            <a:ext cx="3429000" cy="3048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48300" y="304800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 đặt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chiết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khấu</a:t>
            </a:r>
            <a:endParaRPr lang="en-US" sz="2100" dirty="0"/>
          </a:p>
        </p:txBody>
      </p:sp>
      <p:sp>
        <p:nvSpPr>
          <p:cNvPr id="10" name="Connector line-1792382692805-103886867"/>
          <p:cNvSpPr/>
          <p:nvPr/>
        </p:nvSpPr>
        <p:spPr>
          <a:xfrm>
            <a:off x="8782050" y="4572000"/>
            <a:ext cx="5905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53550" y="4448175"/>
            <a:ext cx="209550" cy="247650"/>
          </a:xfrm>
          <a:custGeom>
            <a:avLst/>
            <a:gdLst/>
            <a:ahLst/>
            <a:cxnLst/>
            <a:rect l="l" t="t" r="r" b="b"/>
            <a:pathLst>
              <a:path w="209550" h="247650">
                <a:moveTo>
                  <a:pt x="209550" y="123825"/>
                </a:moveTo>
                <a:lnTo>
                  <a:pt x="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12" name="Shape 10"/>
          <p:cNvSpPr/>
          <p:nvPr/>
        </p:nvSpPr>
        <p:spPr>
          <a:xfrm>
            <a:off x="9601200" y="3048000"/>
            <a:ext cx="3429000" cy="3048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28575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91700" y="304800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0,25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la;</a:t>
            </a:r>
            <a:r>
              <a:rPr lang="en-US" sz="21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1,75 đô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 cho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14" name="Connector line-1792382692811-650251854"/>
          <p:cNvSpPr/>
          <p:nvPr/>
        </p:nvSpPr>
        <p:spPr>
          <a:xfrm>
            <a:off x="13125450" y="4572000"/>
            <a:ext cx="590550" cy="0"/>
          </a:xfrm>
          <a:prstGeom prst="line">
            <a:avLst/>
          </a:prstGeom>
          <a:noFill/>
          <a:ln w="47625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3696950" y="4448175"/>
            <a:ext cx="209550" cy="247650"/>
          </a:xfrm>
          <a:custGeom>
            <a:avLst/>
            <a:gdLst/>
            <a:ahLst/>
            <a:cxnLst/>
            <a:rect l="l" t="t" r="r" b="b"/>
            <a:pathLst>
              <a:path w="209550" h="247650">
                <a:moveTo>
                  <a:pt x="209550" y="123825"/>
                </a:moveTo>
                <a:lnTo>
                  <a:pt x="0" y="0"/>
                </a:lnTo>
                <a:lnTo>
                  <a:pt x="0" y="247650"/>
                </a:lnTo>
                <a:close/>
              </a:path>
            </a:pathLst>
          </a:custGeom>
          <a:solidFill>
            <a:srgbClr val="6B6A66"/>
          </a:solidFill>
          <a:ln/>
        </p:spPr>
      </p:sp>
      <p:sp>
        <p:nvSpPr>
          <p:cNvPr id="16" name="Shape 14"/>
          <p:cNvSpPr/>
          <p:nvPr/>
        </p:nvSpPr>
        <p:spPr>
          <a:xfrm>
            <a:off x="13944600" y="3048000"/>
            <a:ext cx="3429000" cy="3048000"/>
          </a:xfrm>
          <a:prstGeom prst="roundRect">
            <a:avLst>
              <a:gd name="adj" fmla="val 10000"/>
            </a:avLst>
          </a:prstGeom>
          <a:solidFill>
            <a:srgbClr val="F6E3C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35100" y="3048000"/>
            <a:ext cx="3048000" cy="30480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ctr"/>
          <a:lstStyle/>
          <a:p>
            <a:pPr algn="ctr" indent="0" marL="0">
              <a:lnSpc>
                <a:spcPts val="2625"/>
              </a:lnSpc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phí: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Visa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0,11%</a:t>
            </a:r>
            <a:r>
              <a:rPr lang="en-US" sz="21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0,0195</a:t>
            </a: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685800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6858000"/>
            <a:ext cx="156972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Cuối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93a9f4f2-32a3-4ada-ae5f-f1c9c096a51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6900" dirty="0" spc="-4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lớn</a:t>
            </a:r>
            <a:r>
              <a:rPr lang="en-US" sz="6900" dirty="0" spc="-6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ngân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phát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228600" rIns="0" bIns="-228600" rtlCol="0" anchor="ctr"/>
          <a:lstStyle/>
          <a:p>
            <a:pPr algn="l" indent="0" marL="0">
              <a:lnSpc>
                <a:spcPts val="22500"/>
              </a:lnSpc>
              <a:buNone/>
            </a:pPr>
            <a:r>
              <a:rPr lang="en-US" sz="22500" dirty="0" spc="-28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1,75</a:t>
            </a:r>
            <a:endParaRPr lang="en-US" sz="22500" dirty="0"/>
          </a:p>
        </p:txBody>
      </p:sp>
      <p:sp>
        <p:nvSpPr>
          <p:cNvPr id="5" name="Text 3"/>
          <p:cNvSpPr/>
          <p:nvPr/>
        </p:nvSpPr>
        <p:spPr>
          <a:xfrm>
            <a:off x="914400" y="60960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đô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525000" y="3048000"/>
            <a:ext cx="78486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0" y="3048000"/>
            <a:ext cx="7086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Ngân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 thu giữ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0,25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525000" y="4381500"/>
            <a:ext cx="78486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4381500"/>
            <a:ext cx="7086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 đặt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525000" y="5715000"/>
            <a:ext cx="78486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5715000"/>
            <a:ext cx="7086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khấu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bù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1aeb0df3-d606-481d-a5c3-cb9b64048c3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800" b="1" spc="27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1800" b="1" spc="26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lý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3718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2190750" y="30480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(qua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thu)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7300" y="480060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2190750" y="447675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tiền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57300" y="6229350"/>
            <a:ext cx="590550" cy="59055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2190750" y="5905500"/>
            <a:ext cx="1485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chi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hành: tài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khoản,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550" b="1" dirty="0" spc="-2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kê,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5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lận.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76c2ee9a-6d6d-4948-9192-0843c7a23bb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ví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NÓI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7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khấu;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nhiêu.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4770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1E212B"/>
          </a:solidFill>
          <a:ln w="19050">
            <a:solidFill>
              <a:srgbClr val="3A3F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3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b="1" spc="21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8580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0,25;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1,75;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0,11%;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0,0195.</a:t>
            </a:r>
            <a:r>
              <a:rPr lang="en-US" sz="25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334000" cy="4191000"/>
          </a:xfrm>
          <a:prstGeom prst="roundRect">
            <a:avLst>
              <a:gd name="adj" fmla="val 7273"/>
            </a:avLst>
          </a:prstGeom>
          <a:solidFill>
            <a:srgbClr val="FF6A4D"/>
          </a:solidFill>
          <a:ln/>
        </p:spPr>
      </p:sp>
      <p:sp>
        <p:nvSpPr>
          <p:cNvPr id="11" name="Text 9"/>
          <p:cNvSpPr/>
          <p:nvPr/>
        </p:nvSpPr>
        <p:spPr>
          <a:xfrm>
            <a:off x="12420600" y="32004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250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950" b="1" spc="225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420600" y="3810000"/>
            <a:ext cx="4572000" cy="2857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cộng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322eafd1-89ef-40c4-830a-0e6cc7ad692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Ai</a:t>
            </a:r>
            <a:r>
              <a:rPr lang="en-US" sz="6900" dirty="0" spc="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đặt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5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nguồn: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4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4400" y="34290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752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MẠNG</a:t>
            </a:r>
            <a:r>
              <a:rPr lang="en-US" sz="2100" b="1" spc="22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100" b="1" spc="15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100" b="1" spc="22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2100" dirty="0"/>
          </a:p>
        </p:txBody>
      </p:sp>
      <p:sp>
        <p:nvSpPr>
          <p:cNvPr id="7" name="Text richtext-1792382696131-634616337"/>
          <p:cNvSpPr/>
          <p:nvPr/>
        </p:nvSpPr>
        <p:spPr>
          <a:xfrm>
            <a:off x="1295400" y="43243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Từng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đàm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phán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 thẻ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3429000"/>
            <a:ext cx="8001000" cy="419100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37528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100" b="1" spc="1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1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endParaRPr lang="en-US" sz="2100" dirty="0"/>
          </a:p>
        </p:txBody>
      </p:sp>
      <p:sp>
        <p:nvSpPr>
          <p:cNvPr id="10" name="Text richtext-1792382696153-203592829"/>
          <p:cNvSpPr/>
          <p:nvPr/>
        </p:nvSpPr>
        <p:spPr>
          <a:xfrm>
            <a:off x="9753600" y="432435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marL="323850" indent="-231371">
              <a:lnSpc>
                <a:spcPts val="3315"/>
              </a:lnSpc>
              <a:spcAft>
                <a:spcPts val="1650"/>
              </a:spcAft>
              <a:buSzPct val="100000"/>
              <a:buFont typeface="Arial"/>
              <a:buChar char="•"/>
            </a:pPr>
            <a:r>
              <a:rPr lang="en-US" sz="2550" dirty="0" spc="-9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 dù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trả.</a:t>
            </a:r>
            <a:endParaRPr lang="en-US" sz="2550" dirty="0"/>
          </a:p>
          <a:p>
            <a:pPr algn="l" marL="323850" indent="-231371">
              <a:lnSpc>
                <a:spcPts val="3315"/>
              </a:lnSpc>
              <a:buSzPct val="100000"/>
              <a:buFont typeface="Arial"/>
              <a:buChar char="•"/>
            </a:pPr>
            <a:r>
              <a:rPr lang="en-US" sz="2550" dirty="0" spc="-9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25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trước;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chi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5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914400" y="800100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950" dirty="0" spc="-2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câu hỏi mở</a:t>
            </a:r>
            <a:r>
              <a:rPr lang="en-US" sz="195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2514413-3b28-48c2-8f45-398f86c214d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9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3429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53000" y="2857500"/>
            <a:ext cx="1143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1650" b="1" spc="22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650" dirty="0"/>
          </a:p>
        </p:txBody>
      </p:sp>
      <p:sp>
        <p:nvSpPr>
          <p:cNvPr id="6" name="Connector line-1792382696999-813483686"/>
          <p:cNvSpPr/>
          <p:nvPr/>
        </p:nvSpPr>
        <p:spPr>
          <a:xfrm>
            <a:off x="914400" y="3238500"/>
            <a:ext cx="16459200" cy="0"/>
          </a:xfrm>
          <a:prstGeom prst="line">
            <a:avLst/>
          </a:prstGeom>
          <a:noFill/>
          <a:ln w="19050">
            <a:solidFill>
              <a:srgbClr val="14161C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14400" y="34671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34671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4953000" y="34671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Hình,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70535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70535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b="1" dirty="0" spc="-7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953000" y="470535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 lên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đầu;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thẻ.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43600"/>
            <a:ext cx="16459200" cy="1047750"/>
          </a:xfrm>
          <a:prstGeom prst="roundRect">
            <a:avLst>
              <a:gd name="adj" fmla="val 21818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9436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4953000" y="5943600"/>
            <a:ext cx="12192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0,25</a:t>
            </a:r>
            <a:r>
              <a:rPr lang="en-US" sz="22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1,75;</a:t>
            </a:r>
            <a:r>
              <a:rPr lang="en-US" sz="22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"Visa".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8c70af20-4347-4551-8b58-f31434d24f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095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chiết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khấu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572000" y="2762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bán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thu.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14400" y="4095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181100" y="4429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Phụ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572000" y="4095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14400" y="54292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181100" y="57626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Liên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 hàng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4572000" y="54292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ngân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" y="6762750"/>
            <a:ext cx="10096500" cy="11430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81100" y="7096125"/>
            <a:ext cx="314325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thẻ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4572000" y="6762750"/>
            <a:ext cx="6191250" cy="1143000"/>
          </a:xfrm>
          <a:prstGeom prst="rect">
            <a:avLst/>
          </a:prstGeom>
          <a:noFill/>
          <a:ln/>
        </p:spPr>
        <p:txBody>
          <a:bodyPr wrap="square" lIns="0" tIns="13605" rIns="0" bIns="-13605" rtlCol="0" anchor="ctr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</a:t>
            </a:r>
            <a:r>
              <a:rPr lang="en-US" sz="195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giá,</a:t>
            </a:r>
            <a:r>
              <a:rPr lang="en-US" sz="195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hằng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tháng.</a:t>
            </a:r>
            <a:endParaRPr lang="en-US" sz="1950" dirty="0"/>
          </a:p>
        </p:txBody>
      </p:sp>
      <p:sp>
        <p:nvSpPr>
          <p:cNvPr id="16" name="Connector line-1792382697888-942614498"/>
          <p:cNvSpPr/>
          <p:nvPr/>
        </p:nvSpPr>
        <p:spPr>
          <a:xfrm>
            <a:off x="11772900" y="2762250"/>
            <a:ext cx="0" cy="581025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382500" y="27622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82697890-147089060"/>
          <p:cNvSpPr/>
          <p:nvPr/>
        </p:nvSpPr>
        <p:spPr>
          <a:xfrm>
            <a:off x="12382500" y="3333750"/>
            <a:ext cx="4953000" cy="13335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marL="285750" indent="-204151">
              <a:lnSpc>
                <a:spcPts val="2925"/>
              </a:lnSpc>
              <a:buSzPct val="100000"/>
              <a:buFont typeface="Arial"/>
              <a:buChar char="•"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382500" y="6858000"/>
            <a:ext cx="4953000" cy="1809750"/>
          </a:xfrm>
          <a:prstGeom prst="rect">
            <a:avLst/>
          </a:prstGeom>
          <a:noFill/>
          <a:ln/>
        </p:spPr>
        <p:txBody>
          <a:bodyPr wrap="square" lIns="0" tIns="4001" rIns="0" bIns="-4001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3f6fb7c6-e28a-42eb-9e0d-29f1d0241a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2026-10-19T09:19:35Z</dcterms:created>
  <dcterms:modified xsi:type="dcterms:W3CDTF">2026-10-19T09:19:35Z</dcterms:modified>
</cp:coreProperties>
</file>