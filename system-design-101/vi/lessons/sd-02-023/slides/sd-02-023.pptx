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Reddit:</a:t>
            </a:r>
            <a:r>
              <a:rPr lang="en-US" sz="72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2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ngay,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nặng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 phiếu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phiếu?</a:t>
            </a:r>
            <a:endParaRPr lang="en-US" sz="3000" dirty="0"/>
          </a:p>
        </p:txBody>
      </p:sp>
      <p:sp>
        <p:nvSpPr>
          <p:cNvPr id="5" name="Connector line-1792381292489-571549587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3150" dirty="0" spc="-3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 vụ</a:t>
            </a:r>
            <a:r>
              <a:rPr lang="en-US" sz="3150" dirty="0" spc="-3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315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3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31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e58658c-9191-4390-88b0-e6b2cd2856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22500" dirty="0" spc="-8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tỷ+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mỗi tháng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từ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Reddit;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a66572b-30bd-4da0-a653-191b4b701b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950" b="1" spc="29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r>
              <a:rPr lang="en-US" sz="72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Fastly</a:t>
            </a:r>
            <a:r>
              <a:rPr lang="en-US" sz="72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72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cân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4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jQuery</a:t>
            </a: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2009,</a:t>
            </a:r>
            <a:r>
              <a:rPr lang="en-US" sz="24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TypeScript,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Node.js;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Android</a:t>
            </a:r>
            <a:r>
              <a:rPr lang="en-US" sz="24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26780c4-6da4-4c23-a4e9-d274a56bb6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2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dần</a:t>
            </a:r>
            <a:endParaRPr lang="en-US" sz="6900" dirty="0"/>
          </a:p>
        </p:txBody>
      </p:sp>
      <p:sp>
        <p:nvSpPr>
          <p:cNvPr id="4" name="Connector line-1792381295325-39707555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2500" y="381000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Lúc</a:t>
            </a:r>
            <a:r>
              <a:rPr lang="en-US" sz="33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Python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8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250" dirty="0" spc="-9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067300" y="381000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33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0292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50292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250" dirty="0" spc="-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250" dirty="0" spc="-9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82100" y="381000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2021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34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Federation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1440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DGS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3296900" y="3810000"/>
            <a:ext cx="381000" cy="381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2022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2588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Subgraph</a:t>
            </a: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132588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250" dirty="0" spc="-1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db26197-c3f6-4b76-bf7a-c1e882d76e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CASSANDRA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 luôn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16f88b6-80f8-4d5b-bcf6-4b73f380ae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spc="26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nặng</a:t>
            </a:r>
            <a:r>
              <a:rPr lang="en-US" sz="66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phiếu,</a:t>
            </a:r>
            <a:r>
              <a:rPr lang="en-US" sz="33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33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endParaRPr lang="en-US" sz="3300" dirty="0"/>
          </a:p>
        </p:txBody>
      </p:sp>
      <p:sp>
        <p:nvSpPr>
          <p:cNvPr id="7" name="Connector line-1792381341686-151253566"/>
          <p:cNvSpPr/>
          <p:nvPr/>
        </p:nvSpPr>
        <p:spPr>
          <a:xfrm>
            <a:off x="6029325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962775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RABBITMQ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2775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33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3300" dirty="0"/>
          </a:p>
        </p:txBody>
      </p:sp>
      <p:sp>
        <p:nvSpPr>
          <p:cNvPr id="11" name="Connector line-1792381341692-930141752"/>
          <p:cNvSpPr/>
          <p:nvPr/>
        </p:nvSpPr>
        <p:spPr>
          <a:xfrm>
            <a:off x="11734800" y="4667250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2535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6825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6825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duyệt;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Debezium giữ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b692b07-9aef-4e5c-a453-6bed8eb8b1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việc lỗi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Debezium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b25e658-0a65-4774-a8ba-6037c88517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8064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phiếu:</a:t>
            </a: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9050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700" dirty="0"/>
          </a:p>
        </p:txBody>
      </p:sp>
      <p:sp>
        <p:nvSpPr>
          <p:cNvPr id="5" name="Connector line-1792381343422-938754465"/>
          <p:cNvSpPr/>
          <p:nvPr/>
        </p:nvSpPr>
        <p:spPr>
          <a:xfrm>
            <a:off x="371475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33425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E6DF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Reddit</a:t>
            </a:r>
            <a:endParaRPr lang="en-US" sz="2700" dirty="0"/>
          </a:p>
        </p:txBody>
      </p:sp>
      <p:sp>
        <p:nvSpPr>
          <p:cNvPr id="7" name="Connector line-1792381343424-374987345"/>
          <p:cNvSpPr/>
          <p:nvPr/>
        </p:nvSpPr>
        <p:spPr>
          <a:xfrm>
            <a:off x="914400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763500" y="3048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endParaRPr lang="en-US" sz="2700" dirty="0"/>
          </a:p>
        </p:txBody>
      </p:sp>
      <p:sp>
        <p:nvSpPr>
          <p:cNvPr id="9" name="Connector line-1792381343426-435060530"/>
          <p:cNvSpPr/>
          <p:nvPr/>
        </p:nvSpPr>
        <p:spPr>
          <a:xfrm>
            <a:off x="14573250" y="4095750"/>
            <a:ext cx="0" cy="400050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000500" y="4572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endParaRPr lang="en-US" sz="2250" dirty="0"/>
          </a:p>
        </p:txBody>
      </p:sp>
      <p:sp>
        <p:nvSpPr>
          <p:cNvPr id="11" name="Connector line-1792381343428-117088689"/>
          <p:cNvSpPr/>
          <p:nvPr/>
        </p:nvSpPr>
        <p:spPr>
          <a:xfrm>
            <a:off x="3810000" y="5143500"/>
            <a:ext cx="52387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000500" y="5715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250" dirty="0"/>
          </a:p>
        </p:txBody>
      </p:sp>
      <p:sp>
        <p:nvSpPr>
          <p:cNvPr id="13" name="Connector line-1792381343430-144322569"/>
          <p:cNvSpPr/>
          <p:nvPr/>
        </p:nvSpPr>
        <p:spPr>
          <a:xfrm flipH="1">
            <a:off x="3810000" y="6286500"/>
            <a:ext cx="5238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29750" y="6858000"/>
            <a:ext cx="4857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</a:t>
            </a:r>
            <a:r>
              <a:rPr lang="en-US" sz="22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RabbitMQ</a:t>
            </a:r>
            <a:endParaRPr lang="en-US" sz="2250" dirty="0"/>
          </a:p>
        </p:txBody>
      </p:sp>
      <p:sp>
        <p:nvSpPr>
          <p:cNvPr id="15" name="Connector line-1792381343433-33778013"/>
          <p:cNvSpPr/>
          <p:nvPr/>
        </p:nvSpPr>
        <p:spPr>
          <a:xfrm>
            <a:off x="9239250" y="7429500"/>
            <a:ext cx="52387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039600" y="8286750"/>
            <a:ext cx="5334000" cy="7620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9378f74-9715-43d3-9881-aeb1706c52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34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dồn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theo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2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2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qua?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715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154aa67-c554-476a-a525-0dfa4c8343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CDN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Content</a:t>
                      </a: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Delivery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Network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mạng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phối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nội dung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25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250" dirty="0" spc="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Query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GraphQL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DGS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Domain</a:t>
                      </a:r>
                      <a:r>
                        <a:rPr lang="en-US" sz="225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Graph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GraphQL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nhỏ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miền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5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AWS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Amazon</a:t>
                      </a:r>
                      <a:r>
                        <a:rPr lang="en-US" sz="225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đám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Amazon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250" dirty="0" spc="-2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Integration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tích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 Drone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620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803910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57250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Reddit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ce250685-823f-499a-af9a-699bbd298c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2026-10-19T09:38:02Z</dcterms:created>
  <dcterms:modified xsi:type="dcterms:W3CDTF">2026-10-19T09:38:02Z</dcterms:modified>
</cp:coreProperties>
</file>