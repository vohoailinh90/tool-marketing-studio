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4381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McDonald's: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81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81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19125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5" name="Connector line-1792374398379-540079908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858125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8575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Sổ</a:t>
            </a:r>
            <a:r>
              <a:rPr lang="en-US" sz="33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3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 sự kiện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8575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SDK</a:t>
            </a:r>
            <a:r>
              <a:rPr lang="en-US" sz="33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3246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33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3246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Tiện</a:t>
            </a:r>
            <a:r>
              <a:rPr lang="en-US" sz="33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</a:t>
            </a:r>
            <a:r>
              <a:rPr lang="en-US" sz="330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endParaRPr lang="en-US" sz="33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5f97fb4-d0bd-4835-86f7-1d56184502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61913" rIns="0" bIns="-61913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75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 hiểu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richtext-1792374413450-51157006"/>
          <p:cNvSpPr/>
          <p:nvPr/>
        </p:nvSpPr>
        <p:spPr>
          <a:xfrm>
            <a:off x="1333500" y="5334000"/>
            <a:ext cx="14287500" cy="1905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sự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đúng khuôn.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McDonald's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d0e9be0c-8b40-443b-b25a-3884c2d80e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195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khuôn,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6762750" y="4000500"/>
            <a:ext cx="4762500" cy="2476500"/>
          </a:xfrm>
          <a:prstGeom prst="roundRect">
            <a:avLst>
              <a:gd name="adj" fmla="val 12308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7143750" y="428625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37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1950" b="1" spc="210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b="1" spc="223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143750" y="476250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Schema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3048000"/>
            <a:ext cx="4191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5905500"/>
            <a:ext cx="4191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182600" y="3048000"/>
            <a:ext cx="4191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182600" y="5905500"/>
            <a:ext cx="4191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khác</a:t>
            </a:r>
            <a:endParaRPr lang="en-US" sz="2550" dirty="0"/>
          </a:p>
        </p:txBody>
      </p:sp>
      <p:sp>
        <p:nvSpPr>
          <p:cNvPr id="11" name="Connector line-1792374430942-180499634"/>
          <p:cNvSpPr/>
          <p:nvPr/>
        </p:nvSpPr>
        <p:spPr>
          <a:xfrm>
            <a:off x="5105400" y="3810000"/>
            <a:ext cx="1657350" cy="9525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2" name="Connector line-1792374430942-916800618"/>
          <p:cNvSpPr/>
          <p:nvPr/>
        </p:nvSpPr>
        <p:spPr>
          <a:xfrm flipV="1">
            <a:off x="5105400" y="5715000"/>
            <a:ext cx="1657350" cy="9525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3" name="Connector line-1792374430942-829940803"/>
          <p:cNvSpPr/>
          <p:nvPr/>
        </p:nvSpPr>
        <p:spPr>
          <a:xfrm flipV="1">
            <a:off x="11525250" y="3810000"/>
            <a:ext cx="1657350" cy="9525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4" name="Connector line-1792374430942-295087749"/>
          <p:cNvSpPr/>
          <p:nvPr/>
        </p:nvSpPr>
        <p:spPr>
          <a:xfrm>
            <a:off x="11525250" y="5715000"/>
            <a:ext cx="1657350" cy="9525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14400" y="8096250"/>
            <a:ext cx="1645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8312123-f5f1-4a24-8b14-079c99754c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SDK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6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mọi</a:t>
            </a:r>
            <a:r>
              <a:rPr lang="en-US" sz="66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6667500" cy="28575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indent="0" marL="0">
              <a:lnSpc>
                <a:spcPts val="3915"/>
              </a:lnSpc>
              <a:buNone/>
            </a:pPr>
            <a:r>
              <a:rPr lang="en-US" sz="27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700" dirty="0" spc="-3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2700" dirty="0"/>
          </a:p>
          <a:p>
            <a:pPr algn="l" indent="0" marL="0">
              <a:lnSpc>
                <a:spcPts val="3915"/>
              </a:lnSpc>
              <a:buNone/>
            </a:pPr>
            <a:r>
              <a:rPr lang="en-US" sz="27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700" dirty="0" spc="-3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lỗi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2700" dirty="0"/>
          </a:p>
          <a:p>
            <a:pPr algn="l" indent="0" marL="0">
              <a:lnSpc>
                <a:spcPts val="3915"/>
              </a:lnSpc>
              <a:buNone/>
            </a:pPr>
            <a:r>
              <a:rPr lang="en-US" sz="27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bộ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763000" y="1524000"/>
            <a:ext cx="86106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1771650"/>
            <a:ext cx="781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4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0" y="2247900"/>
            <a:ext cx="7810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 đội</a:t>
            </a:r>
            <a:r>
              <a:rPr lang="en-US" sz="3000" b="1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000" b="1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763000" y="3714750"/>
            <a:ext cx="8610600" cy="2476500"/>
          </a:xfrm>
          <a:prstGeom prst="roundRect">
            <a:avLst>
              <a:gd name="adj" fmla="val 10769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4000500"/>
            <a:ext cx="781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SDK</a:t>
            </a: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0" y="447675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Xử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 kiện</a:t>
            </a:r>
            <a:r>
              <a:rPr lang="en-US" sz="42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8763000" y="6477000"/>
            <a:ext cx="86106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6724650"/>
            <a:ext cx="781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0" y="7200900"/>
            <a:ext cx="7810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300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b="1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acc534e-502f-48e5-909c-e1644fc4ae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 SỰ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191000" cy="2667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714750"/>
            <a:ext cx="342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3429000" cy="16192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Sự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36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6000" y="3429000"/>
            <a:ext cx="4191000" cy="266700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0" y="3714750"/>
            <a:ext cx="342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27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477000" y="4191000"/>
            <a:ext cx="3429000" cy="16192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36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 tính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1277600" y="3429000"/>
            <a:ext cx="4191000" cy="266700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1658600" y="3714750"/>
            <a:ext cx="342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23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658600" y="4191000"/>
            <a:ext cx="3429000" cy="16192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3600" dirty="0"/>
          </a:p>
        </p:txBody>
      </p:sp>
      <p:sp>
        <p:nvSpPr>
          <p:cNvPr id="13" name="Connector line-1792374483416-481332383"/>
          <p:cNvSpPr/>
          <p:nvPr/>
        </p:nvSpPr>
        <p:spPr>
          <a:xfrm>
            <a:off x="5162550" y="4762500"/>
            <a:ext cx="857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4483417-848777755"/>
          <p:cNvSpPr/>
          <p:nvPr/>
        </p:nvSpPr>
        <p:spPr>
          <a:xfrm>
            <a:off x="10344150" y="4762500"/>
            <a:ext cx="857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74483417-707487832"/>
          <p:cNvSpPr/>
          <p:nvPr/>
        </p:nvSpPr>
        <p:spPr>
          <a:xfrm>
            <a:off x="15525750" y="4762500"/>
            <a:ext cx="1619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5621000" y="504825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58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058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058" dirty="0"/>
          </a:p>
        </p:txBody>
      </p:sp>
      <p:sp>
        <p:nvSpPr>
          <p:cNvPr id="17" name="Text 15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999a8c4-9d93-40cc-9b58-55f2c7b0ce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1950" b="1" spc="2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hằng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CFE8E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534150" y="304800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915150" y="4476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cụm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khỏe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12153900" y="3048000"/>
            <a:ext cx="52197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349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534900" y="4476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quản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645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lo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867d260-0a61-4f43-abce-52b310ace9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1950" b="1" spc="2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1950" b="1" spc="2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7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miền,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 mở</a:t>
            </a:r>
            <a:r>
              <a:rPr lang="en-US" sz="66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2385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7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4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AWS,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86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4577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6672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vùng,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8864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0960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7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 MSK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3152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438400" y="75247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b08ee22-7d88-4ce7-b235-6b81e9af52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miền:</a:t>
            </a:r>
            <a:r>
              <a:rPr lang="en-US" sz="69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30480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endParaRPr lang="en-US" sz="1950" dirty="0"/>
          </a:p>
        </p:txBody>
      </p:sp>
      <p:sp>
        <p:nvSpPr>
          <p:cNvPr id="6" name="Text richtext-1792374555332-945892296"/>
          <p:cNvSpPr/>
          <p:nvPr/>
        </p:nvSpPr>
        <p:spPr>
          <a:xfrm>
            <a:off x="1371600" y="3905250"/>
            <a:ext cx="7086600" cy="36195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 tự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 chỉ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3048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endParaRPr lang="en-US" sz="1950" dirty="0"/>
          </a:p>
        </p:txBody>
      </p:sp>
      <p:sp>
        <p:nvSpPr>
          <p:cNvPr id="9" name="Text richtext-1792374555355-312574917"/>
          <p:cNvSpPr/>
          <p:nvPr/>
        </p:nvSpPr>
        <p:spPr>
          <a:xfrm>
            <a:off x="9829800" y="3905250"/>
            <a:ext cx="7086600" cy="36195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cụm.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6667500"/>
            <a:ext cx="16459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nêu;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554e128-8553-430d-8699-2096695f85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Đội</a:t>
            </a: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thanh</a:t>
            </a:r>
            <a:r>
              <a:rPr lang="en-US" sz="4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lặng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lẽ</a:t>
            </a:r>
            <a:r>
              <a:rPr lang="en-US" sz="45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45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4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trường.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4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chặn?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33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2390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144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SDK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550" dirty="0"/>
          </a:p>
        </p:txBody>
      </p:sp>
      <p:sp>
        <p:nvSpPr>
          <p:cNvPr id="7" name="Connector line-1792374576260-191686492"/>
          <p:cNvSpPr/>
          <p:nvPr/>
        </p:nvSpPr>
        <p:spPr>
          <a:xfrm>
            <a:off x="3238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Connector line-1792374576261-301891351"/>
          <p:cNvSpPr/>
          <p:nvPr/>
        </p:nvSpPr>
        <p:spPr>
          <a:xfrm>
            <a:off x="91440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9" name="Connector line-1792374576261-520083901"/>
          <p:cNvSpPr/>
          <p:nvPr/>
        </p:nvSpPr>
        <p:spPr>
          <a:xfrm>
            <a:off x="15049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24250" y="4286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</p:txBody>
      </p:sp>
      <p:sp>
        <p:nvSpPr>
          <p:cNvPr id="11" name="Connector line-1792374576264-642575694"/>
          <p:cNvSpPr/>
          <p:nvPr/>
        </p:nvSpPr>
        <p:spPr>
          <a:xfrm>
            <a:off x="3333750" y="4953000"/>
            <a:ext cx="5715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524250" y="5429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2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r>
              <a:rPr lang="en-US" sz="22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250" dirty="0"/>
          </a:p>
        </p:txBody>
      </p:sp>
      <p:sp>
        <p:nvSpPr>
          <p:cNvPr id="13" name="Connector line-1792374576267-166838687"/>
          <p:cNvSpPr/>
          <p:nvPr/>
        </p:nvSpPr>
        <p:spPr>
          <a:xfrm flipH="1">
            <a:off x="3333750" y="6096000"/>
            <a:ext cx="57150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lgDash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29750" y="6572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250" b="1" dirty="0" spc="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2250" dirty="0"/>
          </a:p>
        </p:txBody>
      </p:sp>
      <p:sp>
        <p:nvSpPr>
          <p:cNvPr id="15" name="Connector line-1792374576270-978096290"/>
          <p:cNvSpPr/>
          <p:nvPr/>
        </p:nvSpPr>
        <p:spPr>
          <a:xfrm>
            <a:off x="9239250" y="7239000"/>
            <a:ext cx="5715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84772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thầm làm hỏng các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a954d39-2977-4039-80e2-dd73a27f06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SDK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Software</a:t>
                      </a: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Development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</a:t>
                      </a:r>
                      <a:r>
                        <a:rPr lang="en-US" sz="2250" dirty="0" spc="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đội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MSK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Managed</a:t>
                      </a: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Streaming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for</a:t>
                      </a:r>
                      <a:r>
                        <a:rPr lang="en-US" sz="2250" dirty="0" spc="-3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Kafka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Kafka</a:t>
                      </a:r>
                      <a:r>
                        <a:rPr lang="en-US" sz="2250" dirty="0" spc="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Amazon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vận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giúp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5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AWS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Amazon</a:t>
                      </a:r>
                      <a:r>
                        <a:rPr lang="en-US" sz="2250" dirty="0" spc="-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Services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đám</a:t>
                      </a: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mây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Amazon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CPU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Central</a:t>
                      </a:r>
                      <a:r>
                        <a:rPr lang="en-US" sz="225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Processing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Unit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xử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lý;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250" dirty="0" spc="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mở</a:t>
                      </a:r>
                      <a:r>
                        <a:rPr lang="en-US" sz="2250" dirty="0" spc="-1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rộng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6771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80962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8629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McDonald's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672b3841-ee7b-42f8-ab5f-7414a3b958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2026-10-19T05:13:36Z</dcterms:created>
  <dcterms:modified xsi:type="dcterms:W3CDTF">2026-10-19T05:13:36Z</dcterms:modified>
</cp:coreProperties>
</file>