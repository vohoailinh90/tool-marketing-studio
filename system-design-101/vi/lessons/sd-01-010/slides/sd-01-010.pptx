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r>
              <a:rPr lang="en-US" sz="27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“tài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gì” khỏi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“nó</a:t>
            </a:r>
            <a:r>
              <a:rPr lang="en-US" sz="27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nào”.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7239000" cy="24765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40767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650" b="1" spc="16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65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4629150"/>
            <a:ext cx="647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.note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{</a:t>
            </a:r>
            <a:r>
              <a:rPr lang="en-US" sz="3900" dirty="0" spc="-1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color:</a:t>
            </a:r>
            <a:r>
              <a:rPr lang="en-US" sz="3900" dirty="0" spc="-1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red;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}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1295400" y="56197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2590800" y="56197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lớp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134600" y="3810000"/>
            <a:ext cx="7239000" cy="24765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0" y="4076700"/>
            <a:ext cx="647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650" b="1" spc="16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650" b="1" spc="21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515600" y="4629150"/>
            <a:ext cx="647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</a:t>
            </a:r>
            <a:r>
              <a:rPr lang="en-US" sz="39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{</a:t>
            </a:r>
            <a:r>
              <a:rPr lang="en-US" sz="3900" dirty="0" spc="-1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color:</a:t>
            </a:r>
            <a:r>
              <a:rPr lang="en-US" sz="39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blue;</a:t>
            </a:r>
            <a:r>
              <a:rPr lang="en-US" sz="390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}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10515600" y="56197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0" y="56197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534400" y="4476750"/>
            <a:ext cx="1219200" cy="1219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0" y="447675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VS</a:t>
            </a:r>
            <a:endParaRPr lang="en-US" sz="3900" dirty="0"/>
          </a:p>
        </p:txBody>
      </p:sp>
      <p:sp>
        <p:nvSpPr>
          <p:cNvPr id="17" name="Connector line-1792293858043-491774849"/>
          <p:cNvSpPr/>
          <p:nvPr/>
        </p:nvSpPr>
        <p:spPr>
          <a:xfrm>
            <a:off x="914400" y="704850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14400" y="7429500"/>
            <a:ext cx="52197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1100" y="775335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81100" y="77533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66900" y="7429500"/>
            <a:ext cx="409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!important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534150" y="7429500"/>
            <a:ext cx="52197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0850" y="775335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00850" y="77533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486650" y="7429500"/>
            <a:ext cx="409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153900" y="7429500"/>
            <a:ext cx="52197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2420600" y="775335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12420600" y="77533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106400" y="7429500"/>
            <a:ext cx="409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xuất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867fe7d-6f9f-4caa-84b6-78e31ce141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800" b="1" spc="2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SELECTOR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7632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diện,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72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CSS</a:t>
            </a:r>
            <a:endParaRPr lang="en-US" sz="7200" dirty="0"/>
          </a:p>
          <a:p>
            <a:pPr algn="l" indent="0" marL="0">
              <a:lnSpc>
                <a:spcPts val="7632"/>
              </a:lnSpc>
              <a:buNone/>
            </a:pPr>
            <a:r>
              <a:rPr lang="en-US" sz="7200" dirty="0" spc="4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</a:t>
            </a:r>
            <a:r>
              <a:rPr lang="en-US" sz="7200" dirty="0" spc="-2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11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đụng</a:t>
            </a:r>
            <a:r>
              <a:rPr lang="en-US" sz="7200" dirty="0" spc="-69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200" dirty="0" spc="28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HTML.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4572000"/>
            <a:ext cx="1619250" cy="1238250"/>
          </a:xfrm>
          <a:prstGeom prst="roundRect">
            <a:avLst>
              <a:gd name="adj" fmla="val 24615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0"/>
            <a:ext cx="161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667000" y="4572000"/>
            <a:ext cx="47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{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38500" y="4572000"/>
            <a:ext cx="5715000" cy="1238250"/>
          </a:xfrm>
          <a:prstGeom prst="roundRect">
            <a:avLst>
              <a:gd name="adj" fmla="val 24615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8500" y="4572000"/>
            <a:ext cx="571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color:</a:t>
            </a:r>
            <a:r>
              <a:rPr lang="en-US" sz="51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blue;</a:t>
            </a:r>
            <a:endParaRPr lang="en-US" sz="5100" dirty="0"/>
          </a:p>
        </p:txBody>
      </p:sp>
      <p:sp>
        <p:nvSpPr>
          <p:cNvPr id="9" name="Text 7"/>
          <p:cNvSpPr/>
          <p:nvPr/>
        </p:nvSpPr>
        <p:spPr>
          <a:xfrm>
            <a:off x="9105900" y="4572000"/>
            <a:ext cx="47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}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61341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SELECTOR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6457950"/>
            <a:ext cx="285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38500" y="61341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165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238500" y="64579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tính: giá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0" y="4572000"/>
            <a:ext cx="6896100" cy="2857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14900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201400" y="48768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858500" y="5429250"/>
            <a:ext cx="619125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đoạn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xanh;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cascade.</a:t>
            </a:r>
            <a:endParaRPr lang="en-US" sz="2550" dirty="0"/>
          </a:p>
        </p:txBody>
      </p:sp>
      <p:sp>
        <p:nvSpPr>
          <p:cNvPr id="18" name="Connector line-1792293883611-30752900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cef14a79-865a-4073-9a27-f9245d327c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việc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5143500" y="2705100"/>
            <a:ext cx="5810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5143500" y="2705100"/>
            <a:ext cx="581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182350" y="2705100"/>
            <a:ext cx="6191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1182350" y="27051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000500" cy="1619250"/>
          </a:xfrm>
          <a:prstGeom prst="roundRect">
            <a:avLst>
              <a:gd name="adj" fmla="val 16471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400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914400" y="5467350"/>
            <a:ext cx="4000500" cy="1619250"/>
          </a:xfrm>
          <a:prstGeom prst="roundRect">
            <a:avLst>
              <a:gd name="adj" fmla="val 16471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467350"/>
            <a:ext cx="4000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1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endParaRPr lang="en-US" sz="4500" dirty="0"/>
          </a:p>
        </p:txBody>
      </p:sp>
      <p:sp>
        <p:nvSpPr>
          <p:cNvPr id="12" name="Shape 10"/>
          <p:cNvSpPr/>
          <p:nvPr/>
        </p:nvSpPr>
        <p:spPr>
          <a:xfrm>
            <a:off x="5143500" y="3657600"/>
            <a:ext cx="581025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350" y="3657600"/>
            <a:ext cx="619125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3500" y="5467350"/>
            <a:ext cx="5810250" cy="1619250"/>
          </a:xfrm>
          <a:prstGeom prst="roundRect">
            <a:avLst>
              <a:gd name="adj" fmla="val 16471"/>
            </a:avLst>
          </a:prstGeom>
          <a:solidFill>
            <a:srgbClr val="CFE8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82350" y="5467350"/>
            <a:ext cx="619125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0" y="3657600"/>
            <a:ext cx="514350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1563350" y="3657600"/>
            <a:ext cx="542925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5524500" y="5467350"/>
            <a:ext cx="514350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563350" y="5467350"/>
            <a:ext cx="5429250" cy="1619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7391400"/>
            <a:ext cx="16459200" cy="1619250"/>
          </a:xfrm>
          <a:prstGeom prst="roundRect">
            <a:avLst>
              <a:gd name="adj" fmla="val 21176"/>
            </a:avLst>
          </a:prstGeom>
          <a:solidFill>
            <a:srgbClr val="F3D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295400" y="7677150"/>
            <a:ext cx="209550" cy="209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638300" y="76390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650" b="1" spc="1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1650" b="1" spc="23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650" b="1" spc="23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650" b="1" spc="16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95400" y="8115300"/>
            <a:ext cx="5143500" cy="666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24" name="Text 22"/>
          <p:cNvSpPr/>
          <p:nvPr/>
        </p:nvSpPr>
        <p:spPr>
          <a:xfrm>
            <a:off x="1295400" y="8115300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667500" y="8115300"/>
            <a:ext cx="3429000" cy="666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81153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325100" y="8115300"/>
            <a:ext cx="6667500" cy="666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28" name="Text 26"/>
          <p:cNvSpPr/>
          <p:nvPr/>
        </p:nvSpPr>
        <p:spPr>
          <a:xfrm>
            <a:off x="10325100" y="81153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29" name="Connector line-1792293915118-1919906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c1c71ec-98b3-4df8-8808-f63117ef2e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CASCADE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6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xung</a:t>
            </a:r>
            <a:r>
              <a:rPr lang="en-US" sz="6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2133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30003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0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571750" y="3028950"/>
            <a:ext cx="1428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!important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71750" y="35623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 hơn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9" name="Connector line-1792293936080-161211603"/>
          <p:cNvSpPr/>
          <p:nvPr/>
        </p:nvSpPr>
        <p:spPr>
          <a:xfrm>
            <a:off x="1733550" y="4248150"/>
            <a:ext cx="0" cy="3810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62150" y="43053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hòa</a:t>
            </a:r>
            <a:r>
              <a:rPr lang="en-US" sz="18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b="1" dirty="0" spc="-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180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dirty="0" spc="-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667250"/>
            <a:ext cx="16459200" cy="1428750"/>
          </a:xfrm>
          <a:prstGeom prst="roundRect">
            <a:avLst>
              <a:gd name="adj" fmla="val 21333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7300" y="49053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4905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571750" y="4933950"/>
            <a:ext cx="1428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71750" y="54673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Selector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 hơn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thắng,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400" dirty="0"/>
          </a:p>
        </p:txBody>
      </p:sp>
      <p:sp>
        <p:nvSpPr>
          <p:cNvPr id="16" name="Connector line-1792293936089-445121855"/>
          <p:cNvSpPr/>
          <p:nvPr/>
        </p:nvSpPr>
        <p:spPr>
          <a:xfrm>
            <a:off x="1733550" y="6153150"/>
            <a:ext cx="0" cy="3810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962150" y="62103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hòa</a:t>
            </a:r>
            <a:r>
              <a:rPr lang="en-US" sz="18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b="1" dirty="0" spc="-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180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dirty="0" spc="-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572250"/>
            <a:ext cx="16459200" cy="1428750"/>
          </a:xfrm>
          <a:prstGeom prst="roundRect">
            <a:avLst>
              <a:gd name="adj" fmla="val 21333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57300" y="6810375"/>
            <a:ext cx="952500" cy="952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6810375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2571750" y="6838950"/>
            <a:ext cx="1428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571750" y="73723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các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83058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animation/transition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style,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@scope.</a:t>
            </a:r>
            <a:endParaRPr lang="en-US" sz="1800" dirty="0"/>
          </a:p>
        </p:txBody>
      </p:sp>
      <p:sp>
        <p:nvSpPr>
          <p:cNvPr id="24" name="Connector line-1792293936103-86221336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7301ec9-4513-47b3-8029-4003fef144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CASCADE</a:t>
            </a:r>
            <a:r>
              <a:rPr lang="en-US" sz="1800" b="1" spc="3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.note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thắng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7810500" cy="952500"/>
          </a:xfrm>
          <a:prstGeom prst="roundRect">
            <a:avLst>
              <a:gd name="adj" fmla="val 28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57175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.note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{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color: red;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}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572250" y="283845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6572250" y="2838450"/>
            <a:ext cx="1866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1800" b="1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63100" y="2571750"/>
            <a:ext cx="7810500" cy="952500"/>
          </a:xfrm>
          <a:prstGeom prst="roundRect">
            <a:avLst>
              <a:gd name="adj" fmla="val 28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4100" y="257175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{</a:t>
            </a: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color: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blue;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}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5220950" y="283845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5220950" y="2838450"/>
            <a:ext cx="1866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1800" b="1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095750"/>
            <a:ext cx="36195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34340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38250" y="474345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&lt;p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class="note"&gt;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8250" y="5391150"/>
            <a:ext cx="30480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quy</a:t>
            </a:r>
            <a:r>
              <a:rPr lang="en-US" sz="195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nó</a:t>
            </a:r>
            <a:endParaRPr lang="en-US" sz="1950" dirty="0"/>
          </a:p>
        </p:txBody>
      </p:sp>
      <p:sp>
        <p:nvSpPr>
          <p:cNvPr id="16" name="Connector line-1792293982577-538757124"/>
          <p:cNvSpPr/>
          <p:nvPr/>
        </p:nvSpPr>
        <p:spPr>
          <a:xfrm>
            <a:off x="4629150" y="5191125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38750" y="4095750"/>
            <a:ext cx="3524250" cy="2190750"/>
          </a:xfrm>
          <a:prstGeom prst="roundRect">
            <a:avLst>
              <a:gd name="adj" fmla="val 13913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5562600" y="43434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562600" y="4724400"/>
            <a:ext cx="2952750" cy="9144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t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r>
              <a:rPr lang="en-US" sz="25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r>
              <a:rPr lang="en-US" sz="255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!important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5562600" y="5695950"/>
            <a:ext cx="1143000" cy="419100"/>
          </a:xfrm>
          <a:prstGeom prst="roundRect">
            <a:avLst>
              <a:gd name="adj" fmla="val 50000"/>
            </a:avLst>
          </a:prstGeom>
          <a:solidFill>
            <a:srgbClr val="CFC7B4"/>
          </a:solidFill>
          <a:ln/>
        </p:spPr>
      </p:sp>
      <p:sp>
        <p:nvSpPr>
          <p:cNvPr id="21" name="Text 19"/>
          <p:cNvSpPr/>
          <p:nvPr/>
        </p:nvSpPr>
        <p:spPr>
          <a:xfrm>
            <a:off x="5562600" y="569595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Hòa</a:t>
            </a:r>
            <a:endParaRPr lang="en-US" sz="1950" dirty="0"/>
          </a:p>
        </p:txBody>
      </p:sp>
      <p:sp>
        <p:nvSpPr>
          <p:cNvPr id="22" name="Connector line-1792293982583-535936456"/>
          <p:cNvSpPr/>
          <p:nvPr/>
        </p:nvSpPr>
        <p:spPr>
          <a:xfrm>
            <a:off x="8858250" y="5191125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67850" y="4095750"/>
            <a:ext cx="3524250" cy="2190750"/>
          </a:xfrm>
          <a:prstGeom prst="roundRect">
            <a:avLst>
              <a:gd name="adj" fmla="val 1391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91700" y="43434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791700" y="4724400"/>
            <a:ext cx="295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791700" y="52197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.note</a:t>
            </a:r>
            <a:r>
              <a:rPr lang="en-US" sz="18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8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791700" y="5695950"/>
            <a:ext cx="219075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9791700" y="5695950"/>
            <a:ext cx="219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.note</a:t>
            </a:r>
            <a:r>
              <a:rPr lang="en-US" sz="19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thắng</a:t>
            </a:r>
            <a:endParaRPr lang="en-US" sz="1950" dirty="0"/>
          </a:p>
        </p:txBody>
      </p:sp>
      <p:sp>
        <p:nvSpPr>
          <p:cNvPr id="29" name="Connector line-1792293982599-885307559"/>
          <p:cNvSpPr/>
          <p:nvPr/>
        </p:nvSpPr>
        <p:spPr>
          <a:xfrm>
            <a:off x="13087350" y="5191125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3696950" y="4095750"/>
            <a:ext cx="3676650" cy="2190750"/>
          </a:xfrm>
          <a:prstGeom prst="roundRect">
            <a:avLst>
              <a:gd name="adj" fmla="val 13913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3696950" y="4343400"/>
            <a:ext cx="3676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Màu</a:t>
            </a:r>
            <a:r>
              <a:rPr lang="en-US" sz="5100" dirty="0" spc="1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đỏ</a:t>
            </a:r>
            <a:endParaRPr lang="en-US" sz="5100" dirty="0"/>
          </a:p>
        </p:txBody>
      </p:sp>
      <p:sp>
        <p:nvSpPr>
          <p:cNvPr id="32" name="Text 30"/>
          <p:cNvSpPr/>
          <p:nvPr/>
        </p:nvSpPr>
        <p:spPr>
          <a:xfrm>
            <a:off x="13887450" y="5391150"/>
            <a:ext cx="329565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19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141:</a:t>
            </a:r>
            <a:r>
              <a:rPr lang="en-US" sz="19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rgb(255,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0, 0)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5238750" y="6667500"/>
            <a:ext cx="7753350" cy="1047750"/>
          </a:xfrm>
          <a:prstGeom prst="roundRect">
            <a:avLst>
              <a:gd name="adj" fmla="val 25455"/>
            </a:avLst>
          </a:prstGeom>
          <a:noFill/>
          <a:ln w="28575">
            <a:solidFill>
              <a:srgbClr val="8A867C"/>
            </a:solidFill>
            <a:prstDash val="lgDash"/>
          </a:ln>
        </p:spPr>
      </p:sp>
      <p:sp>
        <p:nvSpPr>
          <p:cNvPr id="34" name="Text 32"/>
          <p:cNvSpPr/>
          <p:nvPr/>
        </p:nvSpPr>
        <p:spPr>
          <a:xfrm>
            <a:off x="5562600" y="68770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3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b="1" spc="1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562600" y="72199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xét:</a:t>
            </a: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250" dirty="0"/>
          </a:p>
        </p:txBody>
      </p:sp>
      <p:sp>
        <p:nvSpPr>
          <p:cNvPr id="36" name="Connector line-1792293982609-85181432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8e8b585b-b002-4930-809d-679c6e00ed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3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 THẤP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60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cascade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" y="25717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085850" y="25717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09750" y="247650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r>
              <a:rPr lang="en-US" sz="22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mức</a:t>
            </a: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r>
              <a:rPr lang="en-US" sz="22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trọng</a:t>
            </a:r>
            <a:r>
              <a:rPr lang="en-US" sz="22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</a:t>
            </a:r>
            <a:pPr algn="l" indent="0" marL="0">
              <a:buNone/>
            </a:pP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2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animation</a:t>
            </a:r>
            <a:r>
              <a:rPr lang="en-US" sz="225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transition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4097000" y="2609850"/>
            <a:ext cx="30099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0" y="260985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18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18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18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25755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" y="3352800"/>
            <a:ext cx="495300" cy="49530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" y="33528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09750" y="325755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Ngữ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cảnh</a:t>
            </a:r>
            <a:r>
              <a:rPr lang="en-US" sz="22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đóng</a:t>
            </a: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gói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</a:t>
            </a:r>
            <a:pPr algn="l" indent="0" marL="0">
              <a:buNone/>
            </a:pP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ví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403860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" y="4133850"/>
            <a:ext cx="495300" cy="49530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41338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09750" y="403860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Khai</a:t>
            </a: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báo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gắn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thẳng</a:t>
            </a:r>
            <a:r>
              <a:rPr lang="en-US" sz="22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</a:t>
            </a:r>
            <a:pPr algn="l" indent="0" marL="0">
              <a:buNone/>
            </a:pP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thuộc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481965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" y="4914900"/>
            <a:ext cx="495300" cy="49530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" y="49149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09750" y="481965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Cascade</a:t>
            </a:r>
            <a:r>
              <a:rPr lang="en-US" sz="22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layer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560070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5850" y="56959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85850" y="56959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809750" y="560070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4097000" y="5734050"/>
            <a:ext cx="30099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14097000" y="573405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18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r>
              <a:rPr lang="en-US" sz="18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18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638175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E8E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5850" y="6477000"/>
            <a:ext cx="495300" cy="49530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Text 28"/>
          <p:cNvSpPr/>
          <p:nvPr/>
        </p:nvSpPr>
        <p:spPr>
          <a:xfrm>
            <a:off x="1085850" y="64770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809750" y="638175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gần</a:t>
            </a: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 phạm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</a:t>
            </a:r>
            <a:pPr algn="l" indent="0" marL="0">
              <a:buNone/>
            </a:pP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@scope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14400" y="7162800"/>
            <a:ext cx="16459200" cy="685800"/>
          </a:xfrm>
          <a:prstGeom prst="roundRect">
            <a:avLst>
              <a:gd name="adj" fmla="val 33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85850" y="725805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850" y="72580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809750" y="7162800"/>
            <a:ext cx="1190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hiện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4097000" y="7296150"/>
            <a:ext cx="30099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14097000" y="729615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18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</a:t>
            </a:r>
            <a:r>
              <a:rPr lang="en-US" sz="18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180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80772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19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 chỉ phân</a:t>
            </a:r>
            <a:r>
              <a:rPr lang="en-US" sz="195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khai</a:t>
            </a:r>
            <a:r>
              <a:rPr lang="en-US" sz="19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9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mục</a:t>
            </a:r>
            <a:r>
              <a:rPr lang="en-US" sz="195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1950" dirty="0"/>
          </a:p>
        </p:txBody>
      </p:sp>
      <p:sp>
        <p:nvSpPr>
          <p:cNvPr id="39" name="Connector line-1792294032889-87518167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1edb5731-65c9-45cb-bc92-b53ab215b0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0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vội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60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!important</a:t>
            </a:r>
            <a:endParaRPr lang="en-US" sz="6000" dirty="0"/>
          </a:p>
        </p:txBody>
      </p:sp>
      <p:sp>
        <p:nvSpPr>
          <p:cNvPr id="4" name="Connector line-1792294063116-334229251"/>
          <p:cNvSpPr/>
          <p:nvPr/>
        </p:nvSpPr>
        <p:spPr>
          <a:xfrm>
            <a:off x="2571750" y="3048000"/>
            <a:ext cx="12001500" cy="0"/>
          </a:xfrm>
          <a:prstGeom prst="line">
            <a:avLst/>
          </a:prstGeom>
          <a:noFill/>
          <a:ln w="571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62200" y="2838450"/>
            <a:ext cx="419100" cy="419100"/>
          </a:xfrm>
          <a:prstGeom prst="ellipse">
            <a:avLst/>
          </a:prstGeom>
          <a:solidFill>
            <a:srgbClr val="9AA0B5"/>
          </a:solidFill>
          <a:ln/>
        </p:spPr>
      </p:sp>
      <p:sp>
        <p:nvSpPr>
          <p:cNvPr id="6" name="Shape 4"/>
          <p:cNvSpPr/>
          <p:nvPr/>
        </p:nvSpPr>
        <p:spPr>
          <a:xfrm>
            <a:off x="6362700" y="283845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0363200" y="283845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4363700" y="2838450"/>
            <a:ext cx="419100" cy="4191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22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627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3632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637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000" y="35433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762500" y="35433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763000" y="35433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763500" y="35433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!important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4953000"/>
            <a:ext cx="16459200" cy="2190750"/>
          </a:xfrm>
          <a:prstGeom prst="roundRect">
            <a:avLst>
              <a:gd name="adj" fmla="val 15652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52197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650" b="1" spc="21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8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95400" y="5676900"/>
            <a:ext cx="36195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56769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Stylesheet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105400" y="5676900"/>
            <a:ext cx="47625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5400" y="56769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DOM,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Shadow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058400" y="5676900"/>
            <a:ext cx="4191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56769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animation/transition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95400" y="6400800"/>
            <a:ext cx="32385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5400" y="64008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cascade</a:t>
            </a:r>
            <a:r>
              <a:rPr lang="en-US" sz="19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4724400" y="6400800"/>
            <a:ext cx="2286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4400" y="64008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@scope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0" name="Text 28"/>
          <p:cNvSpPr/>
          <p:nvPr/>
        </p:nvSpPr>
        <p:spPr>
          <a:xfrm>
            <a:off x="1428750" y="752475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xuất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hiện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xử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hòa.</a:t>
            </a:r>
            <a:endParaRPr lang="en-US" sz="2550" dirty="0"/>
          </a:p>
        </p:txBody>
      </p:sp>
      <p:sp>
        <p:nvSpPr>
          <p:cNvPr id="31" name="Connector line-1792294063151-26627569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00c8ece4-9ce8-454f-9524-5fbcd07407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100"/>
              </a:lnSpc>
              <a:buNone/>
            </a:pPr>
            <a:r>
              <a:rPr lang="en-US" sz="75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“tài</a:t>
            </a:r>
            <a:r>
              <a:rPr lang="en-US" sz="7500" dirty="0" spc="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7500" dirty="0" spc="-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gì”</a:t>
            </a:r>
            <a:endParaRPr lang="en-US" sz="7500" dirty="0"/>
          </a:p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khỏi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100"/>
              </a:lnSpc>
              <a:buNone/>
            </a:pPr>
            <a:r>
              <a:rPr lang="en-US" sz="750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“nó</a:t>
            </a:r>
            <a:r>
              <a:rPr lang="en-US" sz="7500" dirty="0" spc="-1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trông</a:t>
            </a:r>
            <a:r>
              <a:rPr lang="en-US" sz="75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500" dirty="0" spc="-10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nào”.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4953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39600" y="4953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" y="5295900"/>
            <a:ext cx="209550" cy="209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638300" y="52578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650" b="1" spc="16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5400" y="57721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Selector</a:t>
            </a:r>
            <a:endParaRPr lang="en-US" sz="25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858000" y="5295900"/>
            <a:ext cx="209550" cy="2095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7200900" y="52578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r>
              <a:rPr lang="en-US" sz="1650" b="1" spc="1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58000" y="57721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endParaRPr lang="en-US" sz="25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420600" y="5295900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0" y="52578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420600" y="57721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endParaRPr lang="en-US" sz="2550" dirty="0"/>
          </a:p>
        </p:txBody>
      </p:sp>
      <p:sp>
        <p:nvSpPr>
          <p:cNvPr id="16" name="Connector line-1792294099107-24869003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f1f6531-afc2-424e-b9b4-3a74af8711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6286500" cy="4476750"/>
          </a:xfrm>
          <a:prstGeom prst="roundRect">
            <a:avLst>
              <a:gd name="adj" fmla="val 5106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1800" dirty="0" spc="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0957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4196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Cascade,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Specificity,</a:t>
            </a:r>
            <a:r>
              <a:rPr lang="en-US" sz="18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18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đột,</a:t>
            </a:r>
            <a:r>
              <a:rPr lang="en-US" sz="18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49720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Cascade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§6.1</a:t>
            </a:r>
            <a:r>
              <a:rPr lang="en-US" sz="21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52959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animation,</a:t>
            </a:r>
            <a:r>
              <a:rPr lang="en-US" sz="18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transition</a:t>
            </a:r>
            <a:r>
              <a:rPr lang="en-US" sz="18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 đủ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58483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Chromium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61722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.note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0" y="26098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20250" y="2552700"/>
            <a:ext cx="7753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Cascading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 Sheets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20250" y="2876550"/>
            <a:ext cx="775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màu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sắc,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 cách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100" dirty="0"/>
          </a:p>
        </p:txBody>
      </p:sp>
      <p:sp>
        <p:nvSpPr>
          <p:cNvPr id="17" name="Connector line-1792294134514-558900916"/>
          <p:cNvSpPr/>
          <p:nvPr/>
        </p:nvSpPr>
        <p:spPr>
          <a:xfrm>
            <a:off x="7620000" y="365760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620000" y="40386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HTML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620250" y="3981450"/>
            <a:ext cx="7753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Markup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20250" y="4305300"/>
            <a:ext cx="775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21" name="Connector line-1792294134520-632920051"/>
          <p:cNvSpPr/>
          <p:nvPr/>
        </p:nvSpPr>
        <p:spPr>
          <a:xfrm>
            <a:off x="7620000" y="50863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620000" y="54673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620250" y="5410200"/>
            <a:ext cx="7753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Document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20250" y="5734050"/>
            <a:ext cx="775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phần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1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7524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1800" dirty="0"/>
          </a:p>
        </p:txBody>
      </p:sp>
      <p:sp>
        <p:nvSpPr>
          <p:cNvPr id="26" name="Connector line-1792294134528-28273598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4820ff5-7f65-4a46-b809-8055bc173a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2026-10-18T05:34:20Z</dcterms:created>
  <dcterms:modified xsi:type="dcterms:W3CDTF">2026-10-18T05:34:20Z</dcterms:modified>
</cp:coreProperties>
</file>