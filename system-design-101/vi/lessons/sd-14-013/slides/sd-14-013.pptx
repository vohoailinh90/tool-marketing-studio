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Tường</a:t>
            </a:r>
            <a:r>
              <a:rPr lang="en-US" sz="78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lửa: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+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3000" dirty="0"/>
          </a:p>
        </p:txBody>
      </p:sp>
      <p:sp>
        <p:nvSpPr>
          <p:cNvPr id="5" name="Connector line-1792432572978-901125250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6962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cách,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0" y="2762250"/>
            <a:ext cx="333375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039850" y="2762250"/>
            <a:ext cx="333375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477500" y="4286250"/>
            <a:ext cx="333375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b="1" dirty="0" spc="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4039850" y="4286250"/>
            <a:ext cx="333375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477500" y="5810250"/>
            <a:ext cx="333375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4039850" y="5810250"/>
            <a:ext cx="333375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ec24df1d-ab23-45ce-b643-d8c2f1d9e9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4953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998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24998" dirty="0"/>
          </a:p>
        </p:txBody>
      </p:sp>
      <p:sp>
        <p:nvSpPr>
          <p:cNvPr id="5" name="Text 3"/>
          <p:cNvSpPr/>
          <p:nvPr/>
        </p:nvSpPr>
        <p:spPr>
          <a:xfrm>
            <a:off x="6477000" y="2762250"/>
            <a:ext cx="52959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077700" y="2762250"/>
            <a:ext cx="529590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77000" y="3905250"/>
            <a:ext cx="529590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077700" y="3905250"/>
            <a:ext cx="52959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77000" y="5048250"/>
            <a:ext cx="52959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077700" y="5048250"/>
            <a:ext cx="5295900" cy="952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666750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nftables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</p:txBody>
      </p:sp>
      <p:sp>
        <p:nvSpPr>
          <p:cNvPr id="13" name="Connector line-1792432589322-48576648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d54bd9f-4ba0-4c76-bd4b-a7b953bdcc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619500" cy="2190750"/>
          </a:xfrm>
          <a:prstGeom prst="roundRect">
            <a:avLst>
              <a:gd name="adj" fmla="val 1391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48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 tin</a:t>
            </a:r>
            <a:endParaRPr lang="en-US" sz="3300" dirty="0"/>
          </a:p>
        </p:txBody>
      </p:sp>
      <p:sp>
        <p:nvSpPr>
          <p:cNvPr id="7" name="Connector line-1792432608250-795698743"/>
          <p:cNvSpPr/>
          <p:nvPr/>
        </p:nvSpPr>
        <p:spPr>
          <a:xfrm>
            <a:off x="4629150" y="3857625"/>
            <a:ext cx="7620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2762250"/>
            <a:ext cx="5143500" cy="2190750"/>
          </a:xfrm>
          <a:prstGeom prst="roundRect">
            <a:avLst>
              <a:gd name="adj" fmla="val 1391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0" y="3048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10250" y="36195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 tin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300" dirty="0"/>
          </a:p>
        </p:txBody>
      </p:sp>
      <p:sp>
        <p:nvSpPr>
          <p:cNvPr id="11" name="Connector line-1792432608255-913752619"/>
          <p:cNvSpPr/>
          <p:nvPr/>
        </p:nvSpPr>
        <p:spPr>
          <a:xfrm>
            <a:off x="10725150" y="3857625"/>
            <a:ext cx="7620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582400" y="2762250"/>
            <a:ext cx="5791200" cy="952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582400" y="4000500"/>
            <a:ext cx="57912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5334000"/>
            <a:ext cx="533400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56007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18091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38250" y="60960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qua: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6477000" y="5334000"/>
            <a:ext cx="533400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00850" y="56007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18092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00850" y="60960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2039600" y="5334000"/>
            <a:ext cx="533400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63450" y="56007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18093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363450" y="60960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762000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700" dirty="0"/>
          </a:p>
        </p:txBody>
      </p:sp>
      <p:sp>
        <p:nvSpPr>
          <p:cNvPr id="24" name="Connector line-1792432608273-92925931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ec1df44a-5fa9-401e-9348-e019dbd38b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nguồn,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105150"/>
            <a:ext cx="3048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850" dirty="0"/>
          </a:p>
        </p:txBody>
      </p:sp>
      <p:sp>
        <p:nvSpPr>
          <p:cNvPr id="6" name="Text richtext-1792432621540-38581214"/>
          <p:cNvSpPr/>
          <p:nvPr/>
        </p:nvSpPr>
        <p:spPr>
          <a:xfrm>
            <a:off x="1257300" y="419100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127.0.0.2: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127.0.0.1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 vào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hai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3105150"/>
            <a:ext cx="3048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850" dirty="0"/>
          </a:p>
        </p:txBody>
      </p:sp>
      <p:sp>
        <p:nvSpPr>
          <p:cNvPr id="9" name="Text richtext-1792432621566-491759390"/>
          <p:cNvSpPr/>
          <p:nvPr/>
        </p:nvSpPr>
        <p:spPr>
          <a:xfrm>
            <a:off x="9715500" y="419100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nào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chỉ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 thứ</a:t>
            </a: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86868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mạo, danh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6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đi: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 chung,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2" name="Connector line-1792432621583-69353404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cf8a34d-0dee-4930-a548-2ba75e7411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 hồ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endParaRPr lang="en-US" sz="6900" dirty="0"/>
          </a:p>
        </p:txBody>
      </p:sp>
      <p:sp>
        <p:nvSpPr>
          <p:cNvPr id="4" name="Connector line-1792432645369-901683607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43450" y="30670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13201650" y="30670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81000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0957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 14:22</a:t>
            </a:r>
            <a:r>
              <a:rPr lang="en-US" sz="1650" b="1" spc="20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57300" y="46672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345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4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4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4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18096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372600" y="3810000"/>
            <a:ext cx="8001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40957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6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65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15500" y="46672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914400" y="647700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77152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máy;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múi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700" dirty="0"/>
          </a:p>
        </p:txBody>
      </p:sp>
      <p:sp>
        <p:nvSpPr>
          <p:cNvPr id="15" name="Connector line-1792432645387-1615367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e0c6297-99fe-44d5-ba2e-d60e13c46b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3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525000" cy="190500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8763000" cy="95250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4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4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4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450" b="1" dirty="0" spc="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9525000" cy="190500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12445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5400" y="5638800"/>
            <a:ext cx="8763000" cy="95250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4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4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34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450" b="1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10858500" y="2762250"/>
            <a:ext cx="6515100" cy="4000500"/>
          </a:xfrm>
          <a:prstGeom prst="roundRect">
            <a:avLst>
              <a:gd name="adj" fmla="val 7619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1201400" y="30670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1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2" name="Text richtext-1792432672035-820086894"/>
          <p:cNvSpPr/>
          <p:nvPr/>
        </p:nvSpPr>
        <p:spPr>
          <a:xfrm>
            <a:off x="11201400" y="3619500"/>
            <a:ext cx="5905500" cy="2952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18097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uid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65534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uid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 hạn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root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143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nội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84010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uid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của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650" dirty="0"/>
          </a:p>
        </p:txBody>
      </p:sp>
      <p:sp>
        <p:nvSpPr>
          <p:cNvPr id="15" name="Connector line-1792432672067-29946186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4aec9b5-ef40-4a95-b755-a7bcce26e1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khía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Loại</a:t>
                      </a:r>
                      <a:r>
                        <a:rPr lang="en-US" sz="27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luật</a:t>
                      </a:r>
                      <a:endParaRPr lang="en-US" sz="1200" dirty="0"/>
                    </a:p>
                  </a:txBody>
                  <a:tcPr marL="304800" marR="304800" marT="175260" marB="1752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Mù</a:t>
                      </a:r>
                      <a:r>
                        <a:rPr lang="en-US" sz="2700" b="1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endParaRPr lang="en-US" sz="1200" dirty="0"/>
                    </a:p>
                  </a:txBody>
                  <a:tcPr marL="304800" marR="304800" marT="175260" marB="1752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4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Luật</a:t>
                      </a:r>
                      <a:r>
                        <a:rPr lang="en-US" sz="2700" b="1" dirty="0" spc="-10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Chương trình</a:t>
                      </a:r>
                      <a:r>
                        <a:rPr lang="en-US" sz="27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r>
                        <a:rPr lang="en-US" sz="270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đứng</a:t>
                      </a:r>
                      <a:r>
                        <a:rPr lang="en-US" sz="27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93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4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Luật</a:t>
                      </a:r>
                      <a:r>
                        <a:rPr lang="en-US" sz="2700" b="1" dirty="0" spc="18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địa</a:t>
                      </a:r>
                      <a:r>
                        <a:rPr lang="en-US" sz="2700" b="1" dirty="0" spc="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r>
                        <a:rPr lang="en-US" sz="27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700" dirty="0" spc="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địa</a:t>
                      </a:r>
                      <a:r>
                        <a:rPr lang="en-US" sz="27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7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đó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4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Luật</a:t>
                      </a:r>
                      <a:r>
                        <a:rPr lang="en-US" sz="2700" b="1" dirty="0" spc="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700" b="1" dirty="0" spc="1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Cổng</a:t>
                      </a:r>
                      <a:r>
                        <a:rPr lang="en-US" sz="27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9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04850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loopback,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14400" y="83058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800" dirty="0"/>
          </a:p>
        </p:txBody>
      </p:sp>
      <p:sp>
        <p:nvSpPr>
          <p:cNvPr id="7" name="Connector line-1792432691543-28418159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236f890-a851-4def-9465-e02e4863cd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22:00: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 cũ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 sao?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3771900" y="2762250"/>
            <a:ext cx="6667500" cy="857250"/>
          </a:xfrm>
          <a:prstGeom prst="roundRect">
            <a:avLst>
              <a:gd name="adj" fmla="val 3111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706100" y="2762250"/>
            <a:ext cx="6667500" cy="857250"/>
          </a:xfrm>
          <a:prstGeom prst="roundRect">
            <a:avLst>
              <a:gd name="adj" fmla="val 3111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2667000" cy="1809750"/>
          </a:xfrm>
          <a:prstGeom prst="roundRect">
            <a:avLst>
              <a:gd name="adj" fmla="val 1473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810250"/>
            <a:ext cx="2667000" cy="1809750"/>
          </a:xfrm>
          <a:prstGeom prst="roundRect">
            <a:avLst>
              <a:gd name="adj" fmla="val 1473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771900" y="3810000"/>
            <a:ext cx="66675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706100" y="3810000"/>
            <a:ext cx="6667500" cy="1809750"/>
          </a:xfrm>
          <a:prstGeom prst="roundRect">
            <a:avLst>
              <a:gd name="adj" fmla="val 14737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771900" y="5810250"/>
            <a:ext cx="66675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706100" y="5810250"/>
            <a:ext cx="66675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</p:txBody>
      </p:sp>
      <p:sp>
        <p:nvSpPr>
          <p:cNvPr id="13" name="Connector line-1792432715593-59946470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48330f4-9baa-4f8a-9d4d-cedc4bba31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14425" y="2962275"/>
            <a:ext cx="838200" cy="838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114425" y="3000375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0" y="295275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thành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286000" y="348615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quan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14425" y="4391025"/>
            <a:ext cx="838200" cy="838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114425" y="4429125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286000" y="438150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 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286000" y="491490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4425" y="5819775"/>
            <a:ext cx="838200" cy="838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114425" y="5857875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286000" y="581025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dụng: chỉ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286000" y="634365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dung: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4425" y="7248525"/>
            <a:ext cx="838200" cy="838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425" y="7286625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286000" y="723900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2286000" y="777240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sd-14-007,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24" name="Connector line-1792432738086-97414846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d6484bb2-146c-446a-b69e-684f13f424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622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590800" y="27622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333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0767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719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590800" y="41719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47434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4864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581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590800" y="55816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61531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68961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9913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2590800" y="69913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75628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9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210300" y="26670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38900" y="27622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ICMP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886700" y="27622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38900" y="3333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 kiểm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đi;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ping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210300" y="40767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41719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SSH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886700" y="41719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38900" y="47434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210300" y="54864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38900" y="5581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UTC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886700" y="55816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Coordinated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Universal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438900" y="61531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 chuẩn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32" name="Connector line-1792432755578-138582137"/>
          <p:cNvSpPr/>
          <p:nvPr/>
        </p:nvSpPr>
        <p:spPr>
          <a:xfrm>
            <a:off x="11772900" y="2667000"/>
            <a:ext cx="0" cy="56197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2096750" y="2705100"/>
            <a:ext cx="5276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4" name="Text richtext-1792432755581-635019885"/>
          <p:cNvSpPr/>
          <p:nvPr/>
        </p:nvSpPr>
        <p:spPr>
          <a:xfrm>
            <a:off x="12096750" y="3276600"/>
            <a:ext cx="5276850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sd-14-007: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nftables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2096750" y="5334000"/>
            <a:ext cx="5276850" cy="133350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nftables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v1.0.9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loopback, bảng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6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1650" dirty="0"/>
          </a:p>
        </p:txBody>
      </p:sp>
      <p:sp>
        <p:nvSpPr>
          <p:cNvPr id="36" name="Connector line-1792432755594-2672417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0fbfd029-2627-4afd-a502-72cd0c1ffb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2026-10-19T18:10:51Z</dcterms:created>
  <dcterms:modified xsi:type="dcterms:W3CDTF">2026-10-19T18:10:51Z</dcterms:modified>
</cp:coreProperties>
</file>