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191500" cy="43815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Nginx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8100" dirty="0" spc="-7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reverse</a:t>
            </a:r>
            <a:r>
              <a:rPr lang="en-US" sz="8100" dirty="0" spc="-8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proxy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API: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 chỗ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sai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2865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Nginx</a:t>
            </a:r>
            <a:r>
              <a:rPr lang="en-US" sz="28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API,</a:t>
            </a:r>
            <a:r>
              <a:rPr lang="en-US" sz="285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sai.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563100" y="1619250"/>
            <a:ext cx="7810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91700" y="1828800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801350" y="1981200"/>
            <a:ext cx="6381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 bị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563100" y="3048000"/>
            <a:ext cx="7810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91700" y="3257550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0801350" y="3409950"/>
            <a:ext cx="6381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563100" y="4476750"/>
            <a:ext cx="7810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91700" y="4686300"/>
            <a:ext cx="762000" cy="762000"/>
          </a:xfrm>
          <a:prstGeom prst="ellipse">
            <a:avLst/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0801350" y="4838700"/>
            <a:ext cx="6381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502</a:t>
            </a: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504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563100" y="5905500"/>
            <a:ext cx="7810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91700" y="6115050"/>
            <a:ext cx="762000" cy="76200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0801350" y="6267450"/>
            <a:ext cx="6381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550" b="1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563100" y="7334250"/>
            <a:ext cx="7810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91700" y="7543800"/>
            <a:ext cx="762000" cy="7620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0801350" y="7696200"/>
            <a:ext cx="6381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 cấu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liều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2db12446-992b-4681-9399-6abd7ad81cb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38125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190750"/>
            <a:ext cx="15621000" cy="285750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sai</a:t>
            </a:r>
            <a:r>
              <a:rPr lang="en-US" sz="78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8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thẻ,</a:t>
            </a: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r>
              <a:rPr lang="en-US" sz="78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1524000" y="5905500"/>
            <a:ext cx="2381250" cy="8001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4095750" y="5905500"/>
            <a:ext cx="2762250" cy="8001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7048500" y="5905500"/>
            <a:ext cx="2095500" cy="8001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Timeout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9334500" y="5905500"/>
            <a:ext cx="3524250" cy="8001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backend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3049250" y="5905500"/>
            <a:ext cx="2762250" cy="8001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 cấu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31390724-3b16-4901-87c6-4a1ad9045fa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950" b="1" spc="28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DẪN,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1950" b="1" spc="26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Nginx</a:t>
            </a:r>
            <a:r>
              <a:rPr lang="en-US" sz="69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9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6900" dirty="0" spc="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047750" y="2571750"/>
            <a:ext cx="3238500" cy="723900"/>
          </a:xfrm>
          <a:prstGeom prst="roundRect">
            <a:avLst>
              <a:gd name="adj" fmla="val 26316"/>
            </a:avLst>
          </a:prstGeom>
          <a:solidFill>
            <a:srgbClr val="2A2E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endParaRPr lang="en-US" sz="2550" dirty="0"/>
          </a:p>
        </p:txBody>
      </p:sp>
      <p:sp>
        <p:nvSpPr>
          <p:cNvPr id="5" name="Connector line-1792373634970-606437575"/>
          <p:cNvSpPr/>
          <p:nvPr/>
        </p:nvSpPr>
        <p:spPr>
          <a:xfrm>
            <a:off x="2667000" y="3390900"/>
            <a:ext cx="0" cy="5467350"/>
          </a:xfrm>
          <a:prstGeom prst="line">
            <a:avLst/>
          </a:prstGeom>
          <a:noFill/>
          <a:ln w="28575">
            <a:solidFill>
              <a:srgbClr val="3A3F4D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7524750" y="2571750"/>
            <a:ext cx="3238500" cy="723900"/>
          </a:xfrm>
          <a:prstGeom prst="roundRect">
            <a:avLst>
              <a:gd name="adj" fmla="val 26316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</a:t>
            </a:r>
            <a:endParaRPr lang="en-US" sz="2550" dirty="0"/>
          </a:p>
        </p:txBody>
      </p:sp>
      <p:sp>
        <p:nvSpPr>
          <p:cNvPr id="7" name="Connector line-1792373634975-310038354"/>
          <p:cNvSpPr/>
          <p:nvPr/>
        </p:nvSpPr>
        <p:spPr>
          <a:xfrm>
            <a:off x="9144000" y="3390900"/>
            <a:ext cx="0" cy="5467350"/>
          </a:xfrm>
          <a:prstGeom prst="line">
            <a:avLst/>
          </a:prstGeom>
          <a:noFill/>
          <a:ln w="28575">
            <a:solidFill>
              <a:srgbClr val="3A3F4D"/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4001750" y="2571750"/>
            <a:ext cx="3238500" cy="723900"/>
          </a:xfrm>
          <a:prstGeom prst="roundRect">
            <a:avLst>
              <a:gd name="adj" fmla="val 26316"/>
            </a:avLst>
          </a:prstGeom>
          <a:solidFill>
            <a:srgbClr val="2A2E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endParaRPr lang="en-US" sz="2550" dirty="0"/>
          </a:p>
        </p:txBody>
      </p:sp>
      <p:sp>
        <p:nvSpPr>
          <p:cNvPr id="9" name="Connector line-1792373634978-75081962"/>
          <p:cNvSpPr/>
          <p:nvPr/>
        </p:nvSpPr>
        <p:spPr>
          <a:xfrm>
            <a:off x="15621000" y="3390900"/>
            <a:ext cx="0" cy="5467350"/>
          </a:xfrm>
          <a:prstGeom prst="line">
            <a:avLst/>
          </a:prstGeom>
          <a:noFill/>
          <a:ln w="28575">
            <a:solidFill>
              <a:srgbClr val="3A3F4D"/>
            </a:solidFill>
            <a:prstDash val="solid"/>
            <a:headEnd type="none"/>
            <a:tailEnd type="none"/>
          </a:ln>
        </p:spPr>
      </p:sp>
      <p:sp>
        <p:nvSpPr>
          <p:cNvPr id="10" name="Connector line-1792373634978-136312400"/>
          <p:cNvSpPr/>
          <p:nvPr/>
        </p:nvSpPr>
        <p:spPr>
          <a:xfrm>
            <a:off x="2762250" y="4095750"/>
            <a:ext cx="6286500" cy="0"/>
          </a:xfrm>
          <a:prstGeom prst="line">
            <a:avLst/>
          </a:prstGeom>
          <a:noFill/>
          <a:ln w="38100">
            <a:solidFill>
              <a:srgbClr val="F3EEE3"/>
            </a:solidFill>
            <a:prstDash val="solid"/>
            <a:headEnd type="none"/>
            <a:tailEnd type="triangle" w="lg" len="lg"/>
          </a:ln>
        </p:spPr>
      </p:sp>
      <p:sp>
        <p:nvSpPr>
          <p:cNvPr id="11" name="Text 9"/>
          <p:cNvSpPr/>
          <p:nvPr/>
        </p:nvSpPr>
        <p:spPr>
          <a:xfrm>
            <a:off x="2857500" y="3619500"/>
            <a:ext cx="609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/api/users</a:t>
            </a:r>
            <a:endParaRPr lang="en-US" sz="2550" dirty="0"/>
          </a:p>
        </p:txBody>
      </p:sp>
      <p:sp>
        <p:nvSpPr>
          <p:cNvPr id="12" name="Connector line-1792373634990-544308384"/>
          <p:cNvSpPr/>
          <p:nvPr/>
        </p:nvSpPr>
        <p:spPr>
          <a:xfrm>
            <a:off x="9239250" y="5143500"/>
            <a:ext cx="628650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3" name="Text 11"/>
          <p:cNvSpPr/>
          <p:nvPr/>
        </p:nvSpPr>
        <p:spPr>
          <a:xfrm>
            <a:off x="9334500" y="4667250"/>
            <a:ext cx="609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/users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2762250" y="4667250"/>
            <a:ext cx="5905500" cy="1047750"/>
          </a:xfrm>
          <a:prstGeom prst="roundRect">
            <a:avLst>
              <a:gd name="adj" fmla="val 18182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09900" y="4762500"/>
            <a:ext cx="55245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proxy_pass</a:t>
            </a:r>
            <a:r>
              <a:rPr lang="en-US" sz="21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r>
              <a:rPr lang="en-US" sz="210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/api/</a:t>
            </a:r>
            <a:endParaRPr lang="en-US" sz="2100" dirty="0"/>
          </a:p>
        </p:txBody>
      </p:sp>
      <p:sp>
        <p:nvSpPr>
          <p:cNvPr id="16" name="Connector line-1792373634998-964495499"/>
          <p:cNvSpPr/>
          <p:nvPr/>
        </p:nvSpPr>
        <p:spPr>
          <a:xfrm>
            <a:off x="9239250" y="6858000"/>
            <a:ext cx="628650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7" name="Text 15"/>
          <p:cNvSpPr/>
          <p:nvPr/>
        </p:nvSpPr>
        <p:spPr>
          <a:xfrm>
            <a:off x="9334500" y="6381750"/>
            <a:ext cx="609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1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Host</a:t>
            </a:r>
            <a:r>
              <a:rPr lang="en-US" sz="21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$host</a:t>
            </a:r>
            <a:endParaRPr lang="en-US" sz="2100" dirty="0"/>
          </a:p>
        </p:txBody>
      </p:sp>
      <p:sp>
        <p:nvSpPr>
          <p:cNvPr id="18" name="Connector line-1792373635001-859251890"/>
          <p:cNvSpPr/>
          <p:nvPr/>
        </p:nvSpPr>
        <p:spPr>
          <a:xfrm>
            <a:off x="9239250" y="8096250"/>
            <a:ext cx="628650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9" name="Text 17"/>
          <p:cNvSpPr/>
          <p:nvPr/>
        </p:nvSpPr>
        <p:spPr>
          <a:xfrm>
            <a:off x="9334500" y="7620000"/>
            <a:ext cx="609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2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X-Forwarded-For</a:t>
            </a:r>
            <a:r>
              <a:rPr lang="en-US" sz="2100" b="1" dirty="0" spc="-1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$remote_addr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2762250" y="6477000"/>
            <a:ext cx="5905500" cy="1905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21" name="Text richtext-1792373635004-595120856"/>
          <p:cNvSpPr/>
          <p:nvPr/>
        </p:nvSpPr>
        <p:spPr>
          <a:xfrm>
            <a:off x="3009900" y="6619875"/>
            <a:ext cx="5524500" cy="1619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marL="266700" indent="-190541">
              <a:lnSpc>
                <a:spcPts val="2835"/>
              </a:lnSpc>
              <a:spcAft>
                <a:spcPts val="450"/>
              </a:spcAft>
              <a:buSzPct val="100000"/>
              <a:buFont typeface="Arial"/>
              <a:buChar char="•"/>
            </a:pP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r>
              <a:rPr lang="en-US" sz="21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100" dirty="0"/>
          </a:p>
          <a:p>
            <a:pPr algn="l" marL="266700" indent="-190541">
              <a:lnSpc>
                <a:spcPts val="2835"/>
              </a:lnSpc>
              <a:buSzPct val="100000"/>
              <a:buFont typeface="Arial"/>
              <a:buChar char="•"/>
            </a:pP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khai: ghi</a:t>
            </a:r>
            <a:r>
              <a:rPr lang="en-US" sz="210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đè</a:t>
            </a: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header</a:t>
            </a:r>
            <a:r>
              <a:rPr lang="en-US" sz="21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2100" dirty="0" spc="2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gửi.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509e036f-38fd-4d32-aefb-cd5694f5759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 3</a:t>
            </a:r>
            <a:r>
              <a:rPr lang="en-US" sz="1950" b="1" spc="29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502</a:t>
            </a:r>
            <a:r>
              <a:rPr lang="en-US" sz="1950" b="1" spc="2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 mã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lỗi,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3810000"/>
          </a:xfrm>
          <a:prstGeom prst="roundRect">
            <a:avLst>
              <a:gd name="adj" fmla="val 8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14325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17" dirty="0" spc="-1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502</a:t>
            </a:r>
            <a:endParaRPr lang="en-US" sz="8117" dirty="0"/>
          </a:p>
        </p:txBody>
      </p:sp>
      <p:sp>
        <p:nvSpPr>
          <p:cNvPr id="6" name="Text richtext-1792373649236-671068425"/>
          <p:cNvSpPr/>
          <p:nvPr/>
        </p:nvSpPr>
        <p:spPr>
          <a:xfrm>
            <a:off x="1390650" y="4572000"/>
            <a:ext cx="7048500" cy="1905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nối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backend.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</a:t>
            </a:r>
            <a:r>
              <a:rPr lang="en-US" sz="25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372600" y="2857500"/>
            <a:ext cx="8001000" cy="3810000"/>
          </a:xfrm>
          <a:prstGeom prst="roundRect">
            <a:avLst>
              <a:gd name="adj" fmla="val 8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48850" y="314325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17" dirty="0" spc="-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504</a:t>
            </a:r>
            <a:endParaRPr lang="en-US" sz="8117" dirty="0"/>
          </a:p>
        </p:txBody>
      </p:sp>
      <p:sp>
        <p:nvSpPr>
          <p:cNvPr id="9" name="Text richtext-1792373649250-162032281"/>
          <p:cNvSpPr/>
          <p:nvPr/>
        </p:nvSpPr>
        <p:spPr>
          <a:xfrm>
            <a:off x="9848850" y="4572000"/>
            <a:ext cx="7048500" cy="1905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Quá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nối,</a:t>
            </a:r>
            <a:r>
              <a:rPr lang="en-US" sz="2550" dirty="0" spc="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gửi,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header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hạn</a:t>
            </a:r>
            <a:r>
              <a:rPr lang="en-US" sz="25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60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6953250"/>
            <a:ext cx="16459200" cy="1809750"/>
          </a:xfrm>
          <a:prstGeom prst="roundRect">
            <a:avLst>
              <a:gd name="adj" fmla="val 16842"/>
            </a:avLst>
          </a:prstGeom>
          <a:solidFill>
            <a:srgbClr val="14161C"/>
          </a:solidFill>
          <a:ln/>
        </p:spPr>
      </p:sp>
      <p:sp>
        <p:nvSpPr>
          <p:cNvPr id="11" name="Text richtext-1792373649260-251411019"/>
          <p:cNvSpPr/>
          <p:nvPr/>
        </p:nvSpPr>
        <p:spPr>
          <a:xfrm>
            <a:off x="1390650" y="7191375"/>
            <a:ext cx="15621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header,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backend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lặng:</a:t>
            </a:r>
            <a:r>
              <a:rPr lang="en-US" sz="25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</a:t>
            </a:r>
            <a:r>
              <a:rPr lang="en-US" sz="25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nối,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504.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proxy_read_timeout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1c4783d1-a80f-4056-85a9-7264d790a50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950" b="1" spc="27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b="1" spc="28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BACKEND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Đừng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r>
              <a:rPr lang="en-US" sz="69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r>
              <a:rPr lang="en-US" sz="69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request</a:t>
            </a:r>
            <a:endParaRPr lang="en-US" sz="6900" dirty="0"/>
          </a:p>
        </p:txBody>
      </p:sp>
      <p:sp>
        <p:nvSpPr>
          <p:cNvPr id="4" name="Connector line-1792373670092-366557790"/>
          <p:cNvSpPr/>
          <p:nvPr/>
        </p:nvSpPr>
        <p:spPr>
          <a:xfrm>
            <a:off x="1333500" y="4000500"/>
            <a:ext cx="156210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8858250" y="3714750"/>
            <a:ext cx="571500" cy="5715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6" name="Text 4"/>
          <p:cNvSpPr/>
          <p:nvPr/>
        </p:nvSpPr>
        <p:spPr>
          <a:xfrm>
            <a:off x="8191500" y="3048000"/>
            <a:ext cx="1905000" cy="571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1.29.7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333500" y="3238500"/>
            <a:ext cx="571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Trước</a:t>
            </a:r>
            <a:r>
              <a:rPr lang="en-US" sz="2550" b="1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b="1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1239500" y="3238500"/>
            <a:ext cx="571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550" b="1" dirty="0" spc="-9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550" b="1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b="1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" y="4667250"/>
            <a:ext cx="7810500" cy="4000500"/>
          </a:xfrm>
          <a:prstGeom prst="roundRect">
            <a:avLst>
              <a:gd name="adj" fmla="val 7619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33500" y="49530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 GHI</a:t>
            </a:r>
            <a:r>
              <a:rPr lang="en-US" sz="2100" b="1" spc="1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100" b="1" spc="14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333500" y="5619750"/>
            <a:ext cx="7048500" cy="762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19250" y="5791200"/>
            <a:ext cx="6572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keepalive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32;</a:t>
            </a:r>
            <a:r>
              <a:rPr lang="en-US" sz="21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(trong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upstream)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1333500" y="6572250"/>
            <a:ext cx="7048500" cy="762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19250" y="6743700"/>
            <a:ext cx="6572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proxy_http_version</a:t>
            </a: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1.1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1333500" y="7524750"/>
            <a:ext cx="7048500" cy="762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19250" y="7696200"/>
            <a:ext cx="6572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proxy_set_header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Connection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""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563100" y="4667250"/>
            <a:ext cx="7810500" cy="4000500"/>
          </a:xfrm>
          <a:prstGeom prst="roundRect">
            <a:avLst>
              <a:gd name="adj" fmla="val 7619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982200" y="49530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0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b="1" spc="15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b="1" spc="13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100" b="1" spc="14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</p:txBody>
      </p:sp>
      <p:sp>
        <p:nvSpPr>
          <p:cNvPr id="19" name="Text richtext-1792373670116-6186368"/>
          <p:cNvSpPr/>
          <p:nvPr/>
        </p:nvSpPr>
        <p:spPr>
          <a:xfrm>
            <a:off x="9982200" y="5619750"/>
            <a:ext cx="7048500" cy="2857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upstream</a:t>
            </a:r>
            <a:r>
              <a:rPr lang="en-US" sz="25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HTTP/1.1.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3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5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380868e2-3537-4e92-815f-62f3a43d134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LIỀU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</a:t>
            </a:r>
            <a:r>
              <a:rPr lang="en-US" sz="72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7200" dirty="0" spc="-6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trước,</a:t>
            </a:r>
            <a:r>
              <a:rPr lang="en-US" sz="72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72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72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reload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37719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550" dirty="0"/>
          </a:p>
        </p:txBody>
      </p:sp>
      <p:sp>
        <p:nvSpPr>
          <p:cNvPr id="5" name="Connector line-1792373691538-780189890"/>
          <p:cNvSpPr/>
          <p:nvPr/>
        </p:nvSpPr>
        <p:spPr>
          <a:xfrm>
            <a:off x="4762500" y="4000500"/>
            <a:ext cx="3048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5143500" y="3143250"/>
            <a:ext cx="3771900" cy="1714500"/>
          </a:xfrm>
          <a:prstGeom prst="roundRect">
            <a:avLst>
              <a:gd name="adj" fmla="val 15556"/>
            </a:avLst>
          </a:prstGeom>
          <a:solidFill>
            <a:srgbClr val="E8472B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-t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5143500" y="5048250"/>
            <a:ext cx="37719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ctr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55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550" dirty="0"/>
          </a:p>
        </p:txBody>
      </p:sp>
      <p:sp>
        <p:nvSpPr>
          <p:cNvPr id="8" name="Connector line-1792373691544-242308868"/>
          <p:cNvSpPr/>
          <p:nvPr/>
        </p:nvSpPr>
        <p:spPr>
          <a:xfrm>
            <a:off x="8991600" y="4000500"/>
            <a:ext cx="3048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372600" y="3143250"/>
            <a:ext cx="37719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-s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reload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9372600" y="5048250"/>
            <a:ext cx="37719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ctr" indent="0" marL="0">
              <a:lnSpc>
                <a:spcPts val="3315"/>
              </a:lnSpc>
              <a:buNone/>
            </a:pPr>
            <a:r>
              <a:rPr lang="en-US" sz="25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Nạp cấu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mới</a:t>
            </a:r>
            <a:endParaRPr lang="en-US" sz="2550" dirty="0"/>
          </a:p>
        </p:txBody>
      </p:sp>
      <p:sp>
        <p:nvSpPr>
          <p:cNvPr id="11" name="Connector line-1792373691550-246578220"/>
          <p:cNvSpPr/>
          <p:nvPr/>
        </p:nvSpPr>
        <p:spPr>
          <a:xfrm>
            <a:off x="13220700" y="4000500"/>
            <a:ext cx="3048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13601700" y="3143250"/>
            <a:ext cx="37719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Worker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3601700" y="5048250"/>
            <a:ext cx="37719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ctr" indent="0" marL="0">
              <a:lnSpc>
                <a:spcPts val="3315"/>
              </a:lnSpc>
              <a:buNone/>
            </a:pPr>
            <a:r>
              <a:rPr lang="en-US" sz="2550" dirty="0" spc="-4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nốt</a:t>
            </a:r>
            <a:r>
              <a:rPr lang="en-US" sz="2550" dirty="0" spc="-3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14400" y="6667500"/>
            <a:ext cx="16459200" cy="190500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390650" y="6953250"/>
            <a:ext cx="1562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2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390650" y="7524750"/>
            <a:ext cx="15621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</a:t>
            </a:r>
            <a:r>
              <a:rPr lang="en-US" sz="36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-t</a:t>
            </a:r>
            <a:r>
              <a:rPr lang="en-US" sz="36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&amp;&amp;</a:t>
            </a:r>
            <a:r>
              <a:rPr lang="en-US" sz="36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nginx</a:t>
            </a:r>
            <a:r>
              <a:rPr lang="en-US" sz="36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-s</a:t>
            </a:r>
            <a:r>
              <a:rPr lang="en-US" sz="36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reload</a:t>
            </a:r>
            <a:endParaRPr lang="en-US" sz="360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8baa5f77-9f3f-44a7-87f5-3f8d96ec783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Mẫu không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6900" dirty="0" spc="-9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39100" cy="26670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20040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Chỉnh</a:t>
            </a:r>
            <a:r>
              <a:rPr lang="en-US" sz="3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36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33500" y="409575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Nhất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timeout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-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 giữ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334500" y="2857500"/>
            <a:ext cx="8039100" cy="26670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53600" y="320040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Mặc</a:t>
            </a:r>
            <a:r>
              <a:rPr lang="en-US" sz="36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 nhau</a:t>
            </a:r>
            <a:r>
              <a:rPr lang="en-US" sz="36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giữa</a:t>
            </a:r>
            <a:r>
              <a:rPr lang="en-US" sz="36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</a:t>
            </a:r>
            <a:r>
              <a:rPr lang="en-US" sz="3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9753600" y="409575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 bạn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810250"/>
            <a:ext cx="8039100" cy="26670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33500" y="61531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6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36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dẫn</a:t>
            </a:r>
            <a:r>
              <a:rPr lang="en-US" sz="36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đầy</a:t>
            </a:r>
            <a:r>
              <a:rPr lang="en-US" sz="36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đủ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333500" y="704850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5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Về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 năng.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0" y="5810250"/>
            <a:ext cx="8039100" cy="26670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53600" y="61531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Thử</a:t>
            </a:r>
            <a:r>
              <a:rPr lang="en-US" sz="3600" dirty="0" spc="-3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9753600" y="704850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 -t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reload;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1901a3ed-19ed-41c2-9cfd-55d0c43a0e1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b="1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location</a:t>
            </a:r>
            <a:r>
              <a:rPr lang="en-US" sz="2700" b="1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/api/,</a:t>
            </a:r>
            <a:r>
              <a:rPr lang="en-US" sz="2700" b="1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proxy_pass</a:t>
            </a:r>
            <a:r>
              <a:rPr lang="en-US" sz="2700" b="1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2700" b="1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2700" b="1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cuối.</a:t>
            </a:r>
            <a:endParaRPr lang="en-US" sz="2700" dirty="0"/>
          </a:p>
          <a:p>
            <a:pPr algn="l" indent="0" marL="0">
              <a:lnSpc>
                <a:spcPts val="3645"/>
              </a:lnSpc>
              <a:buNone/>
            </a:pPr>
            <a:r>
              <a:rPr lang="en-US" sz="2700" b="1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Request</a:t>
            </a:r>
            <a:r>
              <a:rPr lang="en-US" sz="270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b="1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/api/users</a:t>
            </a:r>
            <a:r>
              <a:rPr lang="en-US" sz="270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700" b="1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backend</a:t>
            </a:r>
            <a:r>
              <a:rPr lang="en-US" sz="2700" b="1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là: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8191500" cy="3048000"/>
          </a:xfrm>
          <a:prstGeom prst="rect">
            <a:avLst/>
          </a:prstGeom>
          <a:noFill/>
          <a:ln/>
        </p:spPr>
        <p:txBody>
          <a:bodyPr wrap="square" lIns="0" tIns="223838" rIns="0" bIns="-223838" rtlCol="0" anchor="t"/>
          <a:lstStyle/>
          <a:p>
            <a:pPr algn="l" indent="0" marL="0">
              <a:lnSpc>
                <a:spcPts val="15000"/>
              </a:lnSpc>
              <a:buNone/>
            </a:pPr>
            <a:r>
              <a:rPr lang="en-US" sz="150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/users</a:t>
            </a:r>
            <a:endParaRPr lang="en-US" sz="15000" dirty="0"/>
          </a:p>
        </p:txBody>
      </p:sp>
      <p:sp>
        <p:nvSpPr>
          <p:cNvPr id="5" name="Shape 3"/>
          <p:cNvSpPr/>
          <p:nvPr/>
        </p:nvSpPr>
        <p:spPr>
          <a:xfrm>
            <a:off x="9563100" y="1428750"/>
            <a:ext cx="7810500" cy="7239000"/>
          </a:xfrm>
          <a:prstGeom prst="roundRect">
            <a:avLst>
              <a:gd name="adj" fmla="val 4211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39350" y="1809750"/>
            <a:ext cx="6858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2100" b="1" spc="11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2100" dirty="0"/>
          </a:p>
        </p:txBody>
      </p:sp>
      <p:sp>
        <p:nvSpPr>
          <p:cNvPr id="7" name="Text richtext-1792373721372-304051933"/>
          <p:cNvSpPr/>
          <p:nvPr/>
        </p:nvSpPr>
        <p:spPr>
          <a:xfrm>
            <a:off x="10039350" y="2476500"/>
            <a:ext cx="6858000" cy="5905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proxy_pass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phần URI: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/api/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URI: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backend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/api/users.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location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Location</a:t>
            </a:r>
            <a:r>
              <a:rPr lang="en-US" sz="25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regex,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tên: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proxy_pass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URI.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6667500"/>
            <a:ext cx="8191500" cy="20002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6905625"/>
            <a:ext cx="7429500" cy="1524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rewrite</a:t>
            </a: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...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break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proxy_pass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36545e7f-4772-44b7-9428-227c5cb844a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tiết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6670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1F3FD1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297180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Host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7620000" y="297180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$proxy_host;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miền: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$host.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39243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9243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1333500" y="422910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7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X-Forwarded-For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7620000" y="422910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khai: ghi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đè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$remote_addr.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51816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51816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1F3FD1"/>
          </a:solidFill>
          <a:ln/>
        </p:spPr>
      </p:sp>
      <p:sp>
        <p:nvSpPr>
          <p:cNvPr id="14" name="Text 12"/>
          <p:cNvSpPr/>
          <p:nvPr/>
        </p:nvSpPr>
        <p:spPr>
          <a:xfrm>
            <a:off x="1333500" y="548640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$proxy_add_x_forwarded_for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7620000" y="548640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Nối thêm;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khi phía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64389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64389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B45309"/>
          </a:solidFill>
          <a:ln/>
        </p:spPr>
      </p:sp>
      <p:sp>
        <p:nvSpPr>
          <p:cNvPr id="18" name="Text 16"/>
          <p:cNvSpPr/>
          <p:nvPr/>
        </p:nvSpPr>
        <p:spPr>
          <a:xfrm>
            <a:off x="1333500" y="674370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proxy_connect_timeout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7620000" y="674370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nối;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vượt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75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76962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4400" y="76962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E8472B"/>
          </a:solidFill>
          <a:ln/>
        </p:spPr>
      </p:sp>
      <p:sp>
        <p:nvSpPr>
          <p:cNvPr id="22" name="Text 20"/>
          <p:cNvSpPr/>
          <p:nvPr/>
        </p:nvSpPr>
        <p:spPr>
          <a:xfrm>
            <a:off x="1333500" y="800100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nginx</a:t>
            </a:r>
            <a:r>
              <a:rPr lang="en-US" sz="2550" dirty="0" spc="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-s</a:t>
            </a:r>
            <a:r>
              <a:rPr lang="en-US" sz="2550" dirty="0" spc="-9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reload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7620000" y="800100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Worker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nốt</a:t>
            </a: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thoát.</a:t>
            </a:r>
            <a:endParaRPr lang="en-US" sz="2550" dirty="0"/>
          </a:p>
        </p:txBody>
      </p:sp>
      <p:sp>
        <p:nvSpPr>
          <p:cNvPr id="24" name="Shape 2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ae22478f-626b-42d6-8330-d2bbeab377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2116455"/>
                <a:gridCol w="7503795"/>
              </a:tblGrid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Viết</a:t>
                      </a:r>
                      <a:r>
                        <a:rPr lang="en-US" sz="2100" b="1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tắt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Đầy</a:t>
                      </a:r>
                      <a:r>
                        <a:rPr lang="en-US" sz="210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r>
                        <a:rPr lang="en-US" sz="2100" b="1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1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nghĩa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API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Application</a:t>
                      </a:r>
                      <a:r>
                        <a:rPr lang="en-US" sz="2100" dirty="0" spc="-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Programming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Interface: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diện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lập</a:t>
                      </a:r>
                      <a:r>
                        <a:rPr lang="en-US" sz="2100" dirty="0" spc="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trình</a:t>
                      </a:r>
                      <a:r>
                        <a:rPr lang="en-US" sz="2100" dirty="0" spc="2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ứng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dụng</a:t>
                      </a:r>
                      <a:endParaRPr lang="en-US" sz="1200" dirty="0"/>
                    </a:p>
                  </a:txBody>
                  <a:tcPr marL="228600" marR="228600" marT="203835" marB="203835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HTTP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4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HyperText</a:t>
                      </a:r>
                      <a:r>
                        <a:rPr lang="en-US" sz="2100" dirty="0" spc="-3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Transfer</a:t>
                      </a:r>
                      <a:r>
                        <a:rPr lang="en-US" sz="2100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Protocol: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r>
                        <a:rPr lang="en-US" sz="2100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thức</a:t>
                      </a: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truyền</a:t>
                      </a:r>
                      <a:r>
                        <a:rPr lang="en-US" sz="21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siêu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văn</a:t>
                      </a:r>
                      <a:r>
                        <a:rPr lang="en-US" sz="210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</a:t>
                      </a:r>
                      <a:endParaRPr lang="en-US" sz="1200" dirty="0"/>
                    </a:p>
                  </a:txBody>
                  <a:tcPr marL="228600" marR="228600" marT="203835" marB="203835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URI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Uniform</a:t>
                      </a:r>
                      <a:r>
                        <a:rPr lang="en-US" sz="2100" dirty="0" spc="-2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Resource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Identifier:</a:t>
                      </a:r>
                      <a:r>
                        <a:rPr lang="en-US" sz="2100" dirty="0" spc="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danh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tài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nguyên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thống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nhất</a:t>
                      </a:r>
                      <a:endParaRPr lang="en-US" sz="1200" dirty="0"/>
                    </a:p>
                  </a:txBody>
                  <a:tcPr marL="228600" marR="228600" marT="203835" marB="203835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915650" y="2762250"/>
            <a:ext cx="6457950" cy="5905500"/>
          </a:xfrm>
          <a:prstGeom prst="roundRect">
            <a:avLst>
              <a:gd name="adj" fmla="val 3871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296650" y="30480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7" name="Text richtext-1792373752742-337723159"/>
          <p:cNvSpPr/>
          <p:nvPr/>
        </p:nvSpPr>
        <p:spPr>
          <a:xfrm>
            <a:off x="11296650" y="3619500"/>
            <a:ext cx="5810250" cy="4857750"/>
          </a:xfrm>
          <a:prstGeom prst="rect">
            <a:avLst/>
          </a:prstGeom>
          <a:noFill/>
          <a:ln/>
        </p:spPr>
        <p:txBody>
          <a:bodyPr wrap="square" lIns="0" tIns="4501" rIns="0" bIns="-4501" rtlCol="0" anchor="t"/>
          <a:lstStyle/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025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025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Nginx:</a:t>
            </a:r>
            <a:r>
              <a:rPr lang="en-US" sz="2025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ngx_http_proxy_module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Nginx:</a:t>
            </a:r>
            <a:r>
              <a:rPr lang="en-US" sz="2025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ngx_http_upstream_module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Nginx: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025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02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Nginx:</a:t>
            </a:r>
            <a:r>
              <a:rPr lang="en-US" sz="2025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025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025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buSzPct val="100000"/>
              <a:buFont typeface="Arial"/>
              <a:buChar char="•"/>
            </a:pPr>
            <a:r>
              <a:rPr lang="en-US" sz="2025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025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025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025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upstream</a:t>
            </a:r>
            <a:r>
              <a:rPr lang="en-US" sz="202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025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025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02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025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1.29.7</a:t>
            </a:r>
            <a:endParaRPr lang="en-US" sz="2025" dirty="0"/>
          </a:p>
        </p:txBody>
      </p:sp>
      <p:sp>
        <p:nvSpPr>
          <p:cNvPr id="8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4a647b1c-abe0-4b51-b8f7-0d3abb852f6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2026-10-19T04:15:31Z</dcterms:created>
  <dcterms:modified xsi:type="dcterms:W3CDTF">2026-10-19T04:15:31Z</dcterms:modified>
</cp:coreProperties>
</file>