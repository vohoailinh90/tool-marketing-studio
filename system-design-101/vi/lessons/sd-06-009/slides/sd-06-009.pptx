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Những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300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094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sống,</a:t>
            </a:r>
            <a:r>
              <a:rPr lang="en-US" sz="3094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3094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3094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f1b4619-c43a-4916-a67a-9c124598a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3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9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9900" dirty="0" spc="-10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đó,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không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76d8135-df8e-4591-b2b0-bc01abbedd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ĐÁNG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nhiều,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800" dirty="0"/>
          </a:p>
        </p:txBody>
      </p:sp>
      <p:sp>
        <p:nvSpPr>
          <p:cNvPr id="4" name="Connector line-1792371165275-774555619"/>
          <p:cNvSpPr/>
          <p:nvPr/>
        </p:nvSpPr>
        <p:spPr>
          <a:xfrm>
            <a:off x="2571750" y="4000500"/>
            <a:ext cx="131445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36195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36195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5335250" y="36195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endParaRPr lang="en-US" sz="3122" dirty="0"/>
          </a:p>
        </p:txBody>
      </p:sp>
      <p:sp>
        <p:nvSpPr>
          <p:cNvPr id="10" name="Text 8"/>
          <p:cNvSpPr/>
          <p:nvPr/>
        </p:nvSpPr>
        <p:spPr>
          <a:xfrm>
            <a:off x="12382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657225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9610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22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22" dirty="0"/>
          </a:p>
        </p:txBody>
      </p:sp>
      <p:sp>
        <p:nvSpPr>
          <p:cNvPr id="13" name="Text 11"/>
          <p:cNvSpPr/>
          <p:nvPr/>
        </p:nvSpPr>
        <p:spPr>
          <a:xfrm>
            <a:off x="689610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tục: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nhanh,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ăn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 ích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2301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539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31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3122" dirty="0"/>
          </a:p>
        </p:txBody>
      </p:sp>
      <p:sp>
        <p:nvSpPr>
          <p:cNvPr id="16" name="Text 14"/>
          <p:cNvSpPr/>
          <p:nvPr/>
        </p:nvSpPr>
        <p:spPr>
          <a:xfrm>
            <a:off x="125539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 lúc nào;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kho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b705f06-3ea9-4fba-9d35-f459da4b94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1950" spc="22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GÌ: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1950" spc="21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INFO</a:t>
            </a:r>
            <a:r>
              <a:rPr lang="en-US" sz="1950" spc="217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9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keyspace_hits, keyspace_misses</a:t>
            </a:r>
            <a:endParaRPr lang="en-US" sz="3809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hits chia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misses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evicted_keys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7536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954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97536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bc956ab-095c-40d2-883f-208a618130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1950" spc="231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1950" spc="17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 ĐỘNG</a:t>
            </a:r>
            <a:r>
              <a:rPr lang="en-US" sz="1950" spc="225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NGUỘI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78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trượt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51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51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(TTL)</a:t>
            </a:r>
            <a:endParaRPr lang="en-US" sz="5100" dirty="0"/>
          </a:p>
        </p:txBody>
      </p:sp>
      <p:sp>
        <p:nvSpPr>
          <p:cNvPr id="7" name="Text richtext-1792371191458-324357107"/>
          <p:cNvSpPr/>
          <p:nvPr/>
        </p:nvSpPr>
        <p:spPr>
          <a:xfrm>
            <a:off x="12954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lại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lâu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510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1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5100" dirty="0"/>
          </a:p>
        </p:txBody>
      </p:sp>
      <p:sp>
        <p:nvSpPr>
          <p:cNvPr id="11" name="Text richtext-1792371191481-470445532"/>
          <p:cNvSpPr/>
          <p:nvPr/>
        </p:nvSpPr>
        <p:spPr>
          <a:xfrm>
            <a:off x="97536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(seed)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7be5c57-60cc-4896-b488-6676629fe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của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Tỷ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trúng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4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34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34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4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66fca51-af0f-49d0-89fb-628e4c0590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Trúng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70%,</a:t>
            </a:r>
            <a:r>
              <a:rPr lang="en-US" sz="7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5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70%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1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tại;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8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572500" y="2762250"/>
            <a:ext cx="88011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8915400" y="2819400"/>
            <a:ext cx="8115300" cy="1409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INFO</a:t>
            </a:r>
            <a:r>
              <a:rPr lang="en-US" sz="3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572500" y="4572000"/>
            <a:ext cx="8801100" cy="4476750"/>
          </a:xfrm>
          <a:prstGeom prst="roundRect">
            <a:avLst>
              <a:gd name="adj" fmla="val 5106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8572500" y="4572000"/>
            <a:ext cx="88011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4914900"/>
            <a:ext cx="8039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6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evicted_keys</a:t>
            </a: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 bao</a:t>
            </a: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endParaRPr lang="en-US" sz="3600" dirty="0"/>
          </a:p>
        </p:txBody>
      </p:sp>
      <p:sp>
        <p:nvSpPr>
          <p:cNvPr id="11" name="Text richtext-1792371195441-842450428"/>
          <p:cNvSpPr/>
          <p:nvPr/>
        </p:nvSpPr>
        <p:spPr>
          <a:xfrm>
            <a:off x="8953500" y="5810250"/>
            <a:ext cx="8039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6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nhanh: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tăng: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giúp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noeviction: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989f47c-3454-470d-9846-ba4e27c62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8629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0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 thêm.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đều: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trúng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29%.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Giới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 trúng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30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đẩy</a:t>
                      </a:r>
                      <a:r>
                        <a:rPr lang="en-US" sz="3000" b="1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2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21.024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4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79%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9.620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549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16</a:t>
                      </a:r>
                      <a:r>
                        <a:rPr lang="en-US" sz="3000" dirty="0" spc="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ac72f4e-78fc-4b4c-937e-a4ff5e1f44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Megabyte,</a:t>
            </a:r>
            <a:r>
              <a:rPr lang="en-US" sz="2400" dirty="0" spc="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4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Time</a:t>
            </a:r>
            <a:r>
              <a:rPr lang="en-US" sz="1800" dirty="0" spc="-5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Thời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4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OOM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Out</a:t>
            </a:r>
            <a:r>
              <a:rPr lang="en-US" sz="180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Of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Memory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218327-69017743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1700078-f3c4-4066-8cdd-3d888d05e0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2026-10-19T06:24:46Z</dcterms:created>
  <dcterms:modified xsi:type="dcterms:W3CDTF">2026-10-19T06:24:46Z</dcterms:modified>
</cp:coreProperties>
</file>