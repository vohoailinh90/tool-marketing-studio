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2381250"/>
          </a:xfrm>
          <a:prstGeom prst="rect">
            <a:avLst/>
          </a:prstGeom>
          <a:noFill/>
          <a:ln/>
        </p:spPr>
        <p:txBody>
          <a:bodyPr wrap="square" lIns="0" tIns="66866" rIns="0" bIns="-66866" rtlCol="0" anchor="t"/>
          <a:lstStyle/>
          <a:p>
            <a:pPr algn="l" indent="0" marL="0">
              <a:lnSpc>
                <a:spcPts val="8586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NoOps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DevOps: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81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hosting khác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81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tổ</a:t>
            </a:r>
            <a:r>
              <a:rPr lang="en-US" sz="81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chức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5334000"/>
            <a:ext cx="8001000" cy="3048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0650" y="57150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100" b="1" spc="1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14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HOSTING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90650" y="6381750"/>
            <a:ext cx="7048500" cy="1619250"/>
          </a:xfrm>
          <a:prstGeom prst="rect">
            <a:avLst/>
          </a:prstGeom>
          <a:noFill/>
          <a:ln/>
        </p:spPr>
        <p:txBody>
          <a:bodyPr wrap="square" lIns="0" tIns="13335" rIns="0" bIns="-13335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Nhà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cung cấp</a:t>
            </a: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</a:t>
            </a:r>
            <a:r>
              <a:rPr lang="en-US" sz="4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9372600" y="5334000"/>
            <a:ext cx="8001000" cy="3048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48850" y="57150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100" b="1" spc="1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11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100" b="1" spc="1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848850" y="6381750"/>
            <a:ext cx="7048500" cy="1619250"/>
          </a:xfrm>
          <a:prstGeom prst="rect">
            <a:avLst/>
          </a:prstGeom>
          <a:noFill/>
          <a:ln/>
        </p:spPr>
        <p:txBody>
          <a:bodyPr wrap="square" lIns="0" tIns="13335" rIns="0" bIns="-13335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42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lý?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bd83c23a-3303-4824-afc6-555be67c94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trục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lập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5334000" y="2857500"/>
            <a:ext cx="1203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HOSTING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5334000" y="3333750"/>
            <a:ext cx="3886200" cy="1047750"/>
          </a:xfrm>
          <a:prstGeom prst="roundRect">
            <a:avLst>
              <a:gd name="adj" fmla="val 21818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quản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410700" y="3333750"/>
            <a:ext cx="3886200" cy="1047750"/>
          </a:xfrm>
          <a:prstGeom prst="roundRect">
            <a:avLst>
              <a:gd name="adj" fmla="val 21818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487400" y="3333750"/>
            <a:ext cx="3886200" cy="1047750"/>
          </a:xfrm>
          <a:prstGeom prst="roundRect">
            <a:avLst>
              <a:gd name="adj" fmla="val 21818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serverless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667250"/>
            <a:ext cx="4191000" cy="1619250"/>
          </a:xfrm>
          <a:prstGeom prst="roundRect">
            <a:avLst>
              <a:gd name="adj" fmla="val 14118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5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ops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5334000" y="4667250"/>
            <a:ext cx="3886200" cy="1619250"/>
          </a:xfrm>
          <a:prstGeom prst="roundRect">
            <a:avLst>
              <a:gd name="adj" fmla="val 141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5286375"/>
            <a:ext cx="381000" cy="381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1" name="Shape 9"/>
          <p:cNvSpPr/>
          <p:nvPr/>
        </p:nvSpPr>
        <p:spPr>
          <a:xfrm>
            <a:off x="9410700" y="4667250"/>
            <a:ext cx="3886200" cy="1619250"/>
          </a:xfrm>
          <a:prstGeom prst="roundRect">
            <a:avLst>
              <a:gd name="adj" fmla="val 141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63300" y="5286375"/>
            <a:ext cx="381000" cy="381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87400" y="4667250"/>
            <a:ext cx="3886200" cy="1619250"/>
          </a:xfrm>
          <a:prstGeom prst="roundRect">
            <a:avLst>
              <a:gd name="adj" fmla="val 141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240000" y="5286375"/>
            <a:ext cx="381000" cy="381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6477000"/>
            <a:ext cx="4191000" cy="1619250"/>
          </a:xfrm>
          <a:prstGeom prst="roundRect">
            <a:avLst>
              <a:gd name="adj" fmla="val 14118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DevOps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5334000" y="6477000"/>
            <a:ext cx="3886200" cy="1619250"/>
          </a:xfrm>
          <a:prstGeom prst="roundRect">
            <a:avLst>
              <a:gd name="adj" fmla="val 141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7096125"/>
            <a:ext cx="381000" cy="381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8" name="Shape 16"/>
          <p:cNvSpPr/>
          <p:nvPr/>
        </p:nvSpPr>
        <p:spPr>
          <a:xfrm>
            <a:off x="9410700" y="6477000"/>
            <a:ext cx="3886200" cy="1619250"/>
          </a:xfrm>
          <a:prstGeom prst="roundRect">
            <a:avLst>
              <a:gd name="adj" fmla="val 141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63300" y="7096125"/>
            <a:ext cx="381000" cy="381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0" name="Shape 18"/>
          <p:cNvSpPr/>
          <p:nvPr/>
        </p:nvSpPr>
        <p:spPr>
          <a:xfrm>
            <a:off x="13487400" y="6477000"/>
            <a:ext cx="3886200" cy="1619250"/>
          </a:xfrm>
          <a:prstGeom prst="roundRect">
            <a:avLst>
              <a:gd name="adj" fmla="val 141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240000" y="7096125"/>
            <a:ext cx="381000" cy="381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09575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0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1950" b="1" spc="1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14400" y="8477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Ô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được;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bạn.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1e37ab36-67c6-44c1-99c5-154748120a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TRỤC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HOSTING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905000"/>
            <a:ext cx="152400" cy="2381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1714500"/>
            <a:ext cx="15849600" cy="285750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Hosting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72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nhà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cung cấp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</a:t>
            </a:r>
            <a:r>
              <a:rPr lang="en-US" sz="72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những</a:t>
            </a:r>
            <a:r>
              <a:rPr lang="en-US" sz="72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72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nào.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914400" y="5334000"/>
            <a:ext cx="5334000" cy="3238500"/>
          </a:xfrm>
          <a:prstGeom prst="roundRect">
            <a:avLst>
              <a:gd name="adj" fmla="val 9412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56673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4770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 hệ</a:t>
            </a:r>
            <a:r>
              <a:rPr lang="en-US" sz="255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runtime.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477000" y="5334000"/>
            <a:ext cx="5334000" cy="3238500"/>
          </a:xfrm>
          <a:prstGeom prst="roundRect">
            <a:avLst>
              <a:gd name="adj" fmla="val 9412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56673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27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70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7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858000" y="64770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 cấp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39600" y="5334000"/>
            <a:ext cx="5334000" cy="3238500"/>
          </a:xfrm>
          <a:prstGeom prst="roundRect">
            <a:avLst>
              <a:gd name="adj" fmla="val 941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20600" y="566737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7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serverless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2420600" y="647700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 cấp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hành;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runtime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03/08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045bd8f5-ad29-444a-9016-174ad870e8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TRỤC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7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3524250"/>
          </a:xfrm>
          <a:prstGeom prst="roundRect">
            <a:avLst>
              <a:gd name="adj" fmla="val 864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33375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10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</a:t>
            </a:r>
            <a:r>
              <a:rPr lang="en-US" sz="2100" b="1" spc="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90650" y="40005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21336" rIns="0" bIns="-21336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Bàn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42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3524250"/>
          </a:xfrm>
          <a:prstGeom prst="roundRect">
            <a:avLst>
              <a:gd name="adj" fmla="val 8649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48850" y="333375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DEVOPS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848850" y="4000500"/>
            <a:ext cx="7048500" cy="1143000"/>
          </a:xfrm>
          <a:prstGeom prst="rect">
            <a:avLst/>
          </a:prstGeom>
          <a:noFill/>
          <a:ln/>
        </p:spPr>
        <p:txBody>
          <a:bodyPr wrap="square" lIns="0" tIns="21336" rIns="0" bIns="-21336" rtlCol="0" anchor="t"/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sẻ</a:t>
            </a:r>
            <a:r>
              <a:rPr lang="en-US" sz="42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trách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nhiệm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848850" y="5334000"/>
            <a:ext cx="70485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6858000"/>
            <a:ext cx="16459200" cy="1809750"/>
          </a:xfrm>
          <a:prstGeom prst="roundRect">
            <a:avLst>
              <a:gd name="adj" fmla="val 16842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390650" y="7143750"/>
            <a:ext cx="1562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LUÔN</a:t>
            </a:r>
            <a:r>
              <a:rPr lang="en-US" sz="210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100" b="1" spc="14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b="1" spc="1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90650" y="7715250"/>
            <a:ext cx="1562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Mã,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30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Giám</a:t>
            </a: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sát,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cố,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3754952-b127-4ac2-91e6-3779bb8167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Hosting không</a:t>
            </a:r>
            <a:r>
              <a:rPr lang="en-US" sz="7200" dirty="0" spc="-10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</a:t>
            </a:r>
            <a:r>
              <a:rPr lang="en-US" sz="72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vận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334000" cy="5619750"/>
          </a:xfrm>
          <a:prstGeom prst="roundRect">
            <a:avLst>
              <a:gd name="adj" fmla="val 5714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2900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18288" rIns="0" bIns="-18288" rtlCol="0" anchor="t"/>
          <a:lstStyle/>
          <a:p>
            <a:pPr algn="l" indent="0" marL="0">
              <a:lnSpc>
                <a:spcPts val="4032"/>
              </a:lnSpc>
              <a:buNone/>
            </a:pPr>
            <a:r>
              <a:rPr lang="en-US" sz="36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Vẫn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36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95400" y="5143500"/>
            <a:ext cx="4572000" cy="3238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cố, cảnh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báo,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mật,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cập, chi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77000" y="3048000"/>
            <a:ext cx="5334000" cy="5619750"/>
          </a:xfrm>
          <a:prstGeom prst="roundRect">
            <a:avLst>
              <a:gd name="adj" fmla="val 5714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42900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18288" rIns="0" bIns="-18288" rtlCol="0" anchor="t"/>
          <a:lstStyle/>
          <a:p>
            <a:pPr algn="l" indent="0" marL="0">
              <a:lnSpc>
                <a:spcPts val="4032"/>
              </a:lnSpc>
              <a:buNone/>
            </a:pPr>
            <a:r>
              <a:rPr lang="en-US" sz="3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Ranh</a:t>
            </a:r>
            <a:r>
              <a:rPr lang="en-US" sz="36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36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858000" y="5143500"/>
            <a:ext cx="4572000" cy="3238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39600" y="3048000"/>
            <a:ext cx="5334000" cy="5619750"/>
          </a:xfrm>
          <a:prstGeom prst="roundRect">
            <a:avLst>
              <a:gd name="adj" fmla="val 5714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20600" y="3429000"/>
            <a:ext cx="4572000" cy="1428750"/>
          </a:xfrm>
          <a:prstGeom prst="rect">
            <a:avLst/>
          </a:prstGeom>
          <a:noFill/>
          <a:ln/>
        </p:spPr>
        <p:txBody>
          <a:bodyPr wrap="square" lIns="0" tIns="18288" rIns="0" bIns="-18288" rtlCol="0" anchor="t"/>
          <a:lstStyle/>
          <a:p>
            <a:pPr algn="l" indent="0" marL="0">
              <a:lnSpc>
                <a:spcPts val="4032"/>
              </a:lnSpc>
              <a:buNone/>
            </a:pPr>
            <a:r>
              <a:rPr lang="en-US" sz="36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Mức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 không loại</a:t>
            </a:r>
            <a:r>
              <a:rPr lang="en-US" sz="36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serverless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2420600" y="5143500"/>
            <a:ext cx="4572000" cy="3238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Xét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mức.</a:t>
            </a:r>
            <a:endParaRPr lang="en-US" sz="2550" dirty="0"/>
          </a:p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Xét</a:t>
            </a:r>
            <a:r>
              <a:rPr lang="en-US" sz="25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trễ,</a:t>
            </a:r>
            <a:r>
              <a:rPr lang="en-US" sz="25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cf49e4a5-0b65-42a4-960c-fb3c49e4dda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vá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9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sở: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nhật?</a:t>
            </a:r>
            <a:endParaRPr lang="en-US" sz="6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8229600"/>
              </a:tblGrid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Trường</a:t>
                      </a:r>
                      <a:r>
                        <a:rPr lang="en-US" sz="240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r>
                        <a:rPr lang="en-US" sz="2400" b="1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(theo</a:t>
                      </a:r>
                      <a:r>
                        <a:rPr lang="en-US" sz="240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tài</a:t>
                      </a:r>
                      <a:r>
                        <a:rPr lang="en-US" sz="240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400" b="1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Lambda)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Ai</a:t>
                      </a:r>
                      <a:r>
                        <a:rPr lang="en-US" sz="240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cập</a:t>
                      </a:r>
                      <a:r>
                        <a:rPr lang="en-US" sz="2400" b="1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nhật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Container</a:t>
                      </a:r>
                      <a:r>
                        <a:rPr lang="en-US" sz="240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image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hoặc</a:t>
                      </a:r>
                      <a:r>
                        <a:rPr lang="en-US" sz="240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runtime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400" dirty="0" spc="2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dựng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Nhóm bạn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Runtime</a:t>
                      </a: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do</a:t>
                      </a:r>
                      <a:r>
                        <a:rPr lang="en-US" sz="24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Lambda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quản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lý, chế</a:t>
                      </a:r>
                      <a:r>
                        <a:rPr lang="en-US" sz="2400" dirty="0" spc="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</a:t>
                      </a:r>
                      <a:r>
                        <a:rPr lang="en-US" sz="240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Auto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Lambda</a:t>
                      </a: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áp dụng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Chế</a:t>
                      </a:r>
                      <a:r>
                        <a:rPr lang="en-US" sz="2400" dirty="0" spc="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Function</a:t>
                      </a:r>
                      <a:r>
                        <a:rPr lang="en-US" sz="240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update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hoặc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Manual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Bạn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cập</a:t>
                      </a:r>
                      <a:r>
                        <a:rPr lang="en-US" sz="240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nhật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hàm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hoặc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chọn phiên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668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Runtime</a:t>
                      </a:r>
                      <a:r>
                        <a:rPr lang="en-US" sz="2400" dirty="0" spc="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đã</a:t>
                      </a:r>
                      <a:r>
                        <a:rPr lang="en-US" sz="2400" dirty="0" spc="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ngừng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hỗ</a:t>
                      </a:r>
                      <a:r>
                        <a:rPr lang="en-US" sz="2400" dirty="0" spc="-2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trợ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Đừng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chờ</a:t>
                      </a:r>
                      <a:r>
                        <a:rPr lang="en-US" sz="2400" dirty="0" spc="-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vá:</a:t>
                      </a:r>
                      <a:r>
                        <a:rPr lang="en-US" sz="24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chuyển</a:t>
                      </a:r>
                      <a:r>
                        <a:rPr lang="en-US" sz="2400" dirty="0" spc="-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runtime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còn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hỗ</a:t>
                      </a:r>
                      <a:r>
                        <a:rPr lang="en-US" sz="2400" dirty="0" spc="-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trợ</a:t>
                      </a:r>
                      <a:endParaRPr lang="en-US" sz="1200" dirty="0"/>
                    </a:p>
                  </a:txBody>
                  <a:tcPr marL="266700" marR="266700" marT="266700" marB="2667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6dc36ead-65f2-480d-99ad-59c2137707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trách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sẻ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0477500" cy="1809750"/>
          </a:xfrm>
          <a:prstGeom prst="roundRect">
            <a:avLst>
              <a:gd name="adj" fmla="val 1473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095625"/>
            <a:ext cx="971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3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2100" b="1" spc="14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b="1" spc="11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33500" y="3667125"/>
            <a:ext cx="971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Những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0477500" cy="1809750"/>
          </a:xfrm>
          <a:prstGeom prst="roundRect">
            <a:avLst>
              <a:gd name="adj" fmla="val 14737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5095875"/>
            <a:ext cx="9715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2100" b="1" spc="14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100" b="1" spc="1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100" b="1" spc="11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33500" y="5667375"/>
            <a:ext cx="9715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30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6953250"/>
            <a:ext cx="1047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Ranh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1811000" y="2857500"/>
            <a:ext cx="5562600" cy="5810250"/>
          </a:xfrm>
          <a:prstGeom prst="roundRect">
            <a:avLst>
              <a:gd name="adj" fmla="val 5479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2230100" y="3238500"/>
            <a:ext cx="476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 NOOPS?</a:t>
            </a:r>
            <a:endParaRPr lang="en-US" sz="2100" dirty="0"/>
          </a:p>
        </p:txBody>
      </p:sp>
      <p:sp>
        <p:nvSpPr>
          <p:cNvPr id="13" name="Text richtext-1792373526592-224548907"/>
          <p:cNvSpPr/>
          <p:nvPr/>
        </p:nvSpPr>
        <p:spPr>
          <a:xfrm>
            <a:off x="12230100" y="3810000"/>
            <a:ext cx="4762500" cy="4572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nhà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 cấp.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hosting.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b5b897e1-3881-470d-be3f-5b13be41510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6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38400"/>
          <a:ext cx="13716000" cy="914400"/>
        </p:xfrm>
        <a:graphic>
          <a:graphicData uri="http://schemas.openxmlformats.org/drawingml/2006/table">
            <a:tbl>
              <a:tblPr/>
              <a:tblGrid>
                <a:gridCol w="2095500"/>
                <a:gridCol w="8382000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Viết</a:t>
                      </a:r>
                      <a:r>
                        <a:rPr lang="en-US" sz="195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</a:t>
                      </a:r>
                      <a:endParaRPr lang="en-US" sz="1200" dirty="0"/>
                    </a:p>
                  </a:txBody>
                  <a:tcPr marL="190500" marR="190500" marT="190500" marB="190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Đầy</a:t>
                      </a:r>
                      <a:r>
                        <a:rPr lang="en-US" sz="195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r>
                        <a:rPr lang="en-US" sz="1950" b="1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195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nghĩa</a:t>
                      </a:r>
                      <a:endParaRPr lang="en-US" sz="1200" dirty="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NoOps</a:t>
                      </a:r>
                      <a:endParaRPr lang="en-US" sz="1200" dirty="0"/>
                    </a:p>
                  </a:txBody>
                  <a:tcPr marL="190500" marR="190500" marT="190500" marB="190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No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Operations: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cần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nhóm</a:t>
                      </a:r>
                      <a:r>
                        <a:rPr lang="en-US" sz="195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vận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hành</a:t>
                      </a:r>
                      <a:r>
                        <a:rPr lang="en-US" sz="1950" dirty="0" spc="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riêng</a:t>
                      </a:r>
                      <a:endParaRPr lang="en-US" sz="1200" dirty="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DevOps</a:t>
                      </a:r>
                      <a:endParaRPr lang="en-US" sz="1200" dirty="0"/>
                    </a:p>
                  </a:txBody>
                  <a:tcPr marL="190500" marR="190500" marT="190500" marB="190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Development</a:t>
                      </a: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and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Operations: phát</a:t>
                      </a:r>
                      <a:r>
                        <a:rPr lang="en-US" sz="1950" dirty="0" spc="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triển</a:t>
                      </a:r>
                      <a:r>
                        <a:rPr lang="en-US" sz="195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vận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hành</a:t>
                      </a:r>
                      <a:endParaRPr lang="en-US" sz="1200" dirty="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PaaS</a:t>
                      </a:r>
                      <a:endParaRPr lang="en-US" sz="1200" dirty="0"/>
                    </a:p>
                  </a:txBody>
                  <a:tcPr marL="190500" marR="190500" marT="190500" marB="190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Platform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as a Service:</a:t>
                      </a: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nền</a:t>
                      </a:r>
                      <a:r>
                        <a:rPr lang="en-US" sz="19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tảng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như</a:t>
                      </a:r>
                      <a:r>
                        <a:rPr lang="en-US" sz="19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19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endParaRPr lang="en-US" sz="1200" dirty="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2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FaaS</a:t>
                      </a:r>
                      <a:endParaRPr lang="en-US" sz="1200" dirty="0"/>
                    </a:p>
                  </a:txBody>
                  <a:tcPr marL="190500" marR="190500" marT="190500" marB="190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Function as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 Service:</a:t>
                      </a: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hàm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như</a:t>
                      </a:r>
                      <a:r>
                        <a:rPr lang="en-US" sz="19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19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endParaRPr lang="en-US" sz="1200" dirty="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BaaS</a:t>
                      </a:r>
                      <a:endParaRPr lang="en-US" sz="1200" dirty="0"/>
                    </a:p>
                  </a:txBody>
                  <a:tcPr marL="190500" marR="190500" marT="190500" marB="190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Backend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as a Service: phần</a:t>
                      </a:r>
                      <a:r>
                        <a:rPr lang="en-US" sz="19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chủ phía</a:t>
                      </a:r>
                      <a:r>
                        <a:rPr lang="en-US" sz="19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sau</a:t>
                      </a: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như</a:t>
                      </a:r>
                      <a:r>
                        <a:rPr lang="en-US" sz="19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</a:t>
                      </a: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endParaRPr lang="en-US" sz="1200" dirty="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6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AWS</a:t>
                      </a:r>
                      <a:endParaRPr lang="en-US" sz="1200" dirty="0"/>
                    </a:p>
                  </a:txBody>
                  <a:tcPr marL="190500" marR="190500" marT="190500" marB="190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Amazon</a:t>
                      </a:r>
                      <a:r>
                        <a:rPr lang="en-US" sz="1950" dirty="0" spc="-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Web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Services:</a:t>
                      </a:r>
                      <a:r>
                        <a:rPr lang="en-US" sz="1950" dirty="0" spc="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đám</a:t>
                      </a:r>
                      <a:r>
                        <a:rPr lang="en-US" sz="195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mây</a:t>
                      </a: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 Amazon</a:t>
                      </a:r>
                      <a:endParaRPr lang="en-US" sz="1200" dirty="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1772900" y="2438400"/>
            <a:ext cx="5600700" cy="6400800"/>
          </a:xfrm>
          <a:prstGeom prst="roundRect">
            <a:avLst>
              <a:gd name="adj" fmla="val 4082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153900" y="2724150"/>
            <a:ext cx="4857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7" name="Text richtext-1792373541354-606896300"/>
          <p:cNvSpPr/>
          <p:nvPr/>
        </p:nvSpPr>
        <p:spPr>
          <a:xfrm>
            <a:off x="12153900" y="3295650"/>
            <a:ext cx="4953000" cy="5334000"/>
          </a:xfrm>
          <a:prstGeom prst="rect">
            <a:avLst/>
          </a:prstGeom>
          <a:noFill/>
          <a:ln/>
        </p:spPr>
        <p:txBody>
          <a:bodyPr wrap="square" lIns="0" tIns="4501" rIns="0" bIns="-4501" rtlCol="0" anchor="t"/>
          <a:lstStyle/>
          <a:p>
            <a:pPr algn="l" marL="257175" indent="-183736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025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0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025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025" dirty="0"/>
          </a:p>
          <a:p>
            <a:pPr algn="l" marL="257175" indent="-183736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025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AWS:</a:t>
            </a:r>
            <a:r>
              <a:rPr lang="en-US" sz="2025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r>
              <a:rPr lang="en-US" sz="2025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gì</a:t>
            </a:r>
            <a:endParaRPr lang="en-US" sz="2025" dirty="0"/>
          </a:p>
          <a:p>
            <a:pPr algn="l" marL="257175" indent="-183736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025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AWS:</a:t>
            </a:r>
            <a:r>
              <a:rPr lang="en-US" sz="2025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0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025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025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025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endParaRPr lang="en-US" sz="2025" dirty="0"/>
          </a:p>
          <a:p>
            <a:pPr algn="l" marL="257175" indent="-183736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025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AWS:</a:t>
            </a:r>
            <a:r>
              <a:rPr lang="en-US" sz="2025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runtime</a:t>
            </a:r>
            <a:r>
              <a:rPr lang="en-US" sz="20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025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Lambda</a:t>
            </a:r>
            <a:endParaRPr lang="en-US" sz="2025" dirty="0"/>
          </a:p>
          <a:p>
            <a:pPr algn="l" marL="257175" indent="-183736">
              <a:lnSpc>
                <a:spcPts val="2835"/>
              </a:lnSpc>
              <a:buSzPct val="100000"/>
              <a:buFont typeface="Arial"/>
              <a:buChar char="•"/>
            </a:pPr>
            <a:r>
              <a:rPr lang="en-US" sz="2025" dirty="0" spc="-4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AWS:</a:t>
            </a:r>
            <a:r>
              <a:rPr lang="en-US" sz="2025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025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025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025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025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runtime</a:t>
            </a:r>
            <a:endParaRPr lang="en-US" sz="2025" dirty="0"/>
          </a:p>
        </p:txBody>
      </p:sp>
      <p:sp>
        <p:nvSpPr>
          <p:cNvPr id="8" name="Shape 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9c42841d-a786-484e-b746-31db76ed0d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2026-10-19T02:21:39Z</dcterms:created>
  <dcterms:modified xsi:type="dcterms:W3CDTF">2026-10-19T02:21:39Z</dcterms:modified>
</cp:coreProperties>
</file>