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387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chạy;</a:t>
            </a:r>
            <a:r>
              <a:rPr lang="en-US" sz="2387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387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387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CIL.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chạy;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CIL.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JVM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CLR: CIL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thành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 lệnh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java;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CIL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JVM,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CLR,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CIL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2026-10-19T14:34:22Z</dcterms:created>
  <dcterms:modified xsi:type="dcterms:W3CDTF">2026-10-19T14:34:22Z</dcterms:modified>
</cp:coreProperties>
</file>