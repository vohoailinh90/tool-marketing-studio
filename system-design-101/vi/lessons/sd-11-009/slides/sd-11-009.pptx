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6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tán: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 của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nhịp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hỏng?</a:t>
            </a:r>
            <a:endParaRPr lang="en-US" sz="3000" dirty="0"/>
          </a:p>
        </p:txBody>
      </p:sp>
      <p:sp>
        <p:nvSpPr>
          <p:cNvPr id="5" name="Connector line-1792421972058-333478286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485900" cy="1809750"/>
          </a:xfrm>
          <a:custGeom>
            <a:avLst/>
            <a:gdLst/>
            <a:ahLst/>
            <a:cxnLst/>
            <a:rect l="l" t="t" r="r" b="b"/>
            <a:pathLst>
              <a:path w="1485900" h="1809750">
                <a:moveTo>
                  <a:pt x="0" y="1809750"/>
                </a:moveTo>
                <a:cubicBezTo>
                  <a:pt x="723900" y="18097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485900" cy="476250"/>
          </a:xfrm>
          <a:custGeom>
            <a:avLst/>
            <a:gdLst/>
            <a:ahLst/>
            <a:cxnLst/>
            <a:rect l="l" t="t" r="r" b="b"/>
            <a:pathLst>
              <a:path w="1485900" h="476250">
                <a:moveTo>
                  <a:pt x="0" y="476250"/>
                </a:moveTo>
                <a:cubicBezTo>
                  <a:pt x="723900" y="476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857250"/>
          </a:xfrm>
          <a:custGeom>
            <a:avLst/>
            <a:gdLst/>
            <a:ahLst/>
            <a:cxnLst/>
            <a:rect l="l" t="t" r="r" b="b"/>
            <a:pathLst>
              <a:path w="1485900" h="857250">
                <a:moveTo>
                  <a:pt x="0" y="0"/>
                </a:moveTo>
                <a:cubicBezTo>
                  <a:pt x="723900" y="0"/>
                  <a:pt x="723900" y="857250"/>
                  <a:pt x="1485900" y="857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190750"/>
          </a:xfrm>
          <a:custGeom>
            <a:avLst/>
            <a:gdLst/>
            <a:ahLst/>
            <a:cxnLst/>
            <a:rect l="l" t="t" r="r" b="b"/>
            <a:pathLst>
              <a:path w="1485900" h="2190750">
                <a:moveTo>
                  <a:pt x="0" y="0"/>
                </a:moveTo>
                <a:cubicBezTo>
                  <a:pt x="723900" y="0"/>
                  <a:pt x="723900" y="2190750"/>
                  <a:pt x="1485900" y="21907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Nhịp</a:t>
            </a: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đẩy,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19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d4edfb7-3c1f-43ee-88b4-628722fc5a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nghe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nhịp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 là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-6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ngưỡng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45147af-a4f1-4a8e-9981-3706cfa326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Nghe nhịp theo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endParaRPr lang="en-US" sz="6900" dirty="0"/>
          </a:p>
        </p:txBody>
      </p:sp>
      <p:sp>
        <p:nvSpPr>
          <p:cNvPr id="4" name="Connector line-1792421977290-627184510"/>
          <p:cNvSpPr/>
          <p:nvPr/>
        </p:nvSpPr>
        <p:spPr>
          <a:xfrm>
            <a:off x="1333500" y="4191000"/>
            <a:ext cx="15621000" cy="0"/>
          </a:xfrm>
          <a:prstGeom prst="line">
            <a:avLst/>
          </a:prstGeom>
          <a:noFill/>
          <a:ln w="571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19250" y="39052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4667250" y="39052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7715250" y="39052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10763250" y="3905250"/>
            <a:ext cx="571500" cy="571500"/>
          </a:xfrm>
          <a:prstGeom prst="ellipse">
            <a:avLst/>
          </a:prstGeom>
          <a:noFill/>
          <a:ln w="47625">
            <a:solidFill>
              <a:srgbClr val="FF6A4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811250" y="3905250"/>
            <a:ext cx="571500" cy="571500"/>
          </a:xfrm>
          <a:prstGeom prst="ellipse">
            <a:avLst/>
          </a:prstGeom>
          <a:noFill/>
          <a:ln w="47625">
            <a:solidFill>
              <a:srgbClr val="FF6A4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238250" y="47625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286250" y="47625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334250" y="47625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382250" y="47625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430250" y="47625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91500" y="3143250"/>
            <a:ext cx="7239000" cy="533400"/>
          </a:xfrm>
          <a:prstGeom prst="roundRect">
            <a:avLst>
              <a:gd name="adj" fmla="val 50000"/>
            </a:avLst>
          </a:prstGeom>
          <a:solidFill>
            <a:srgbClr val="2A241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 ngưỡng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gian: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19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905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96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Push-Based</a:t>
            </a:r>
            <a:endParaRPr lang="en-US" sz="2250" dirty="0"/>
          </a:p>
        </p:txBody>
      </p:sp>
      <p:sp>
        <p:nvSpPr>
          <p:cNvPr id="18" name="Text richtext-1792421977317-370848700"/>
          <p:cNvSpPr/>
          <p:nvPr/>
        </p:nvSpPr>
        <p:spPr>
          <a:xfrm>
            <a:off x="1295400" y="6667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"không nghe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thấy"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72600" y="59055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6096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Pull-Based</a:t>
            </a:r>
            <a:endParaRPr lang="en-US" sz="2250" dirty="0"/>
          </a:p>
        </p:txBody>
      </p:sp>
      <p:sp>
        <p:nvSpPr>
          <p:cNvPr id="21" name="Text richtext-1792421977338-99473253"/>
          <p:cNvSpPr/>
          <p:nvPr/>
        </p:nvSpPr>
        <p:spPr>
          <a:xfrm>
            <a:off x="9753600" y="6667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0d85e6e-667e-461d-abf5-e692f9bd4c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 KHỎE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 THỜI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Nhịp mang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Health</a:t>
            </a:r>
            <a:r>
              <a:rPr lang="en-US" sz="34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Check</a:t>
            </a:r>
            <a:endParaRPr lang="en-US" sz="3450" dirty="0"/>
          </a:p>
        </p:txBody>
      </p:sp>
      <p:sp>
        <p:nvSpPr>
          <p:cNvPr id="6" name="Text richtext-1792421978439-913649323"/>
          <p:cNvSpPr/>
          <p:nvPr/>
        </p:nvSpPr>
        <p:spPr>
          <a:xfrm>
            <a:off x="1295400" y="4286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"còn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chạy"</a:t>
            </a:r>
            <a:endParaRPr lang="en-US" sz="2700" dirty="0"/>
          </a:p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"còn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việc"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Timestamps</a:t>
            </a:r>
            <a:endParaRPr lang="en-US" sz="3450" dirty="0"/>
          </a:p>
        </p:txBody>
      </p:sp>
      <p:sp>
        <p:nvSpPr>
          <p:cNvPr id="9" name="Text richtext-1792421978446-250362368"/>
          <p:cNvSpPr/>
          <p:nvPr/>
        </p:nvSpPr>
        <p:spPr>
          <a:xfrm>
            <a:off x="9753600" y="4286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lộn</a:t>
            </a: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xộn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beaab20-08e2-407b-b30c-6f6b38b5d1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900" dirty="0" spc="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nhịp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611100" y="304800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550" dirty="0"/>
          </a:p>
        </p:txBody>
      </p:sp>
      <p:sp>
        <p:nvSpPr>
          <p:cNvPr id="6" name="Connector line-1792421979540-492870236"/>
          <p:cNvSpPr/>
          <p:nvPr/>
        </p:nvSpPr>
        <p:spPr>
          <a:xfrm>
            <a:off x="3295650" y="3905250"/>
            <a:ext cx="0" cy="4476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7" name="Connector line-1792421979541-595943984"/>
          <p:cNvSpPr/>
          <p:nvPr/>
        </p:nvSpPr>
        <p:spPr>
          <a:xfrm>
            <a:off x="14992350" y="3905250"/>
            <a:ext cx="0" cy="4476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Connector line-1792421979541-530708358"/>
          <p:cNvSpPr/>
          <p:nvPr/>
        </p:nvSpPr>
        <p:spPr>
          <a:xfrm>
            <a:off x="3390900" y="4953000"/>
            <a:ext cx="115062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62500" y="4476750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5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endParaRPr lang="en-US" sz="2400" dirty="0"/>
          </a:p>
        </p:txBody>
      </p:sp>
      <p:sp>
        <p:nvSpPr>
          <p:cNvPr id="10" name="Connector line-1792421979543-933438821"/>
          <p:cNvSpPr/>
          <p:nvPr/>
        </p:nvSpPr>
        <p:spPr>
          <a:xfrm flipH="1">
            <a:off x="3390900" y="6667500"/>
            <a:ext cx="11506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lgDash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62500" y="6191250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nhận: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6e26f64-e4a3-48cd-8d46-30a3b38acc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Connector line-1792422017486-855666904"/>
          <p:cNvSpPr/>
          <p:nvPr/>
        </p:nvSpPr>
        <p:spPr>
          <a:xfrm>
            <a:off x="5334000" y="4000500"/>
            <a:ext cx="1905000" cy="952500"/>
          </a:xfrm>
          <a:prstGeom prst="line">
            <a:avLst/>
          </a:prstGeom>
          <a:noFill/>
          <a:ln w="47625">
            <a:solidFill>
              <a:srgbClr val="E8472B"/>
            </a:solidFill>
            <a:prstDash val="lgDash"/>
            <a:headEnd type="none"/>
            <a:tailEnd type="triangle"/>
          </a:ln>
        </p:spPr>
      </p:sp>
      <p:sp>
        <p:nvSpPr>
          <p:cNvPr id="5" name="Connector line-1792422017486-562062468"/>
          <p:cNvSpPr/>
          <p:nvPr/>
        </p:nvSpPr>
        <p:spPr>
          <a:xfrm>
            <a:off x="5334000" y="5143500"/>
            <a:ext cx="1905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22017487-166239916"/>
          <p:cNvSpPr/>
          <p:nvPr/>
        </p:nvSpPr>
        <p:spPr>
          <a:xfrm flipV="1">
            <a:off x="5334000" y="5334000"/>
            <a:ext cx="1905000" cy="11430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4381500" cy="1143000"/>
          </a:xfrm>
          <a:prstGeom prst="roundRect">
            <a:avLst>
              <a:gd name="adj" fmla="val 23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Giám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(đường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667250"/>
            <a:ext cx="4381500" cy="952500"/>
          </a:xfrm>
          <a:prstGeom prst="roundRect">
            <a:avLst>
              <a:gd name="adj" fmla="val 28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Giám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905500"/>
            <a:ext cx="4381500" cy="952500"/>
          </a:xfrm>
          <a:prstGeom prst="roundRect">
            <a:avLst>
              <a:gd name="adj" fmla="val 28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Giám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34250" y="4095750"/>
            <a:ext cx="2286000" cy="22860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0" y="4095750"/>
            <a:ext cx="2095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Nút</a:t>
            </a:r>
            <a:r>
              <a:rPr lang="en-US" sz="33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0477500" y="3810000"/>
            <a:ext cx="68961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3" name="Text richtext-1792422017499-681018526"/>
          <p:cNvSpPr/>
          <p:nvPr/>
        </p:nvSpPr>
        <p:spPr>
          <a:xfrm>
            <a:off x="10858500" y="3810000"/>
            <a:ext cx="61341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24498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 là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73a619b-d4c3-4c43-996a-df65c46191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 NGƯỠNG</a:t>
            </a:r>
            <a:r>
              <a:rPr lang="en-US" sz="180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Ngưỡng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thấp,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750" dirty="0" spc="20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38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7239000" y="3048000"/>
            <a:ext cx="10134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37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37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37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7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7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7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37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7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r>
              <a:rPr lang="en-US" sz="37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7239000" y="5524500"/>
            <a:ext cx="10134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0" y="5524500"/>
            <a:ext cx="9372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12,5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mỗi giờ</a:t>
            </a:r>
            <a:endParaRPr lang="en-US" sz="2550" dirty="0"/>
          </a:p>
          <a:p>
            <a:pPr algn="l" indent="0" marL="0">
              <a:spcAft>
                <a:spcPts val="1050"/>
              </a:spcAft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giây: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556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giây: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lần nào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838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tự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526ce01-141e-4de2-be56-a4670c8da7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Nhịp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kẹt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34500" y="28575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7" name="Connector line-1792422019389-187425741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5433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433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96000" y="35433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9334500" y="35433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"còn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chạy",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"còn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việc"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715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Health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096000" y="57150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334500" y="57150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1ec71e5-02e0-432c-85de-72bda6fd02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457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4572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Nhịp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tim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6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7524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 chậm</a:t>
            </a:r>
            <a:r>
              <a:rPr lang="en-US" sz="24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8191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minh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846ab3e-ed09-4115-adbc-e3b3bde651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4480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243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2006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769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742950"/>
          </a:xfrm>
          <a:prstGeom prst="roundRect">
            <a:avLst>
              <a:gd name="adj" fmla="val 2820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5717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Push-Based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Heartbeat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tự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81100" y="34480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Pull-Based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Heartbeat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81100" y="43243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Heartbeat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Health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81100" y="52006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Heartbeat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Timestamps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81100" y="60769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Heartbeat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Acknowledgement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81100" y="6953250"/>
            <a:ext cx="1600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Heartbeat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Quorum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85534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d1e38ce-675d-4fd2-9c23-d19086019b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2026-10-19T15:35:35Z</dcterms:created>
  <dcterms:modified xsi:type="dcterms:W3CDTF">2026-10-19T15:35:35Z</dcterms:modified>
</cp:coreProperties>
</file>