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8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SWIFT: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nhắn thanh</a:t>
            </a:r>
            <a:r>
              <a:rPr lang="en-US" sz="81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81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81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ngân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Bank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ACK: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Bank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0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3000" dirty="0"/>
          </a:p>
        </p:txBody>
      </p:sp>
      <p:sp>
        <p:nvSpPr>
          <p:cNvPr id="5" name="Connector line-1792379305826-886475787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lưu,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572750" y="2476500"/>
            <a:ext cx="2095500" cy="2095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9" name="Text 7"/>
          <p:cNvSpPr/>
          <p:nvPr/>
        </p:nvSpPr>
        <p:spPr>
          <a:xfrm>
            <a:off x="10572750" y="3143250"/>
            <a:ext cx="209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Bank</a:t>
            </a:r>
            <a:r>
              <a:rPr lang="en-US" sz="28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0572750" y="36576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New</a:t>
            </a:r>
            <a:r>
              <a:rPr lang="en-US" sz="180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York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240000" y="2476500"/>
            <a:ext cx="2095500" cy="2095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0" y="3143250"/>
            <a:ext cx="209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Bank</a:t>
            </a:r>
            <a:r>
              <a:rPr lang="en-US" sz="28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5240000" y="36576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London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763500" y="2762250"/>
            <a:ext cx="2381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1800" b="1" dirty="0" spc="-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8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1800" dirty="0"/>
          </a:p>
        </p:txBody>
      </p:sp>
      <p:sp>
        <p:nvSpPr>
          <p:cNvPr id="15" name="Connector line-1792379305845-691334043"/>
          <p:cNvSpPr/>
          <p:nvPr/>
        </p:nvSpPr>
        <p:spPr>
          <a:xfrm>
            <a:off x="12763500" y="3333750"/>
            <a:ext cx="238125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6" name="Connector line-1792379305846-825283566"/>
          <p:cNvSpPr/>
          <p:nvPr/>
        </p:nvSpPr>
        <p:spPr>
          <a:xfrm flipH="1">
            <a:off x="12763500" y="3905250"/>
            <a:ext cx="238125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lgDash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2763500" y="4038600"/>
            <a:ext cx="2381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18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0" y="5524500"/>
            <a:ext cx="6858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100" b="1" dirty="0" spc="3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515600" y="6477000"/>
            <a:ext cx="6858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100" b="1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London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515600" y="7429500"/>
            <a:ext cx="6858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5c126ed-7101-4d22-93f7-a71a1e3d622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 mỗi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REGIONAL</a:t>
            </a:r>
            <a:r>
              <a:rPr lang="en-US" sz="2100" b="1" spc="14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PROCESSOR</a:t>
            </a:r>
            <a:endParaRPr lang="en-US" sz="2100" dirty="0"/>
          </a:p>
        </p:txBody>
      </p:sp>
      <p:sp>
        <p:nvSpPr>
          <p:cNvPr id="6" name="Text richtext-1792379307026-855481873"/>
          <p:cNvSpPr/>
          <p:nvPr/>
        </p:nvSpPr>
        <p:spPr>
          <a:xfrm>
            <a:off x="1295400" y="375285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 xử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 tin</a:t>
            </a: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7536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SLICE</a:t>
            </a:r>
            <a:r>
              <a:rPr lang="en-US" sz="2100" b="1" spc="14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PROCESSOR</a:t>
            </a:r>
            <a:endParaRPr lang="en-US" sz="2100" dirty="0"/>
          </a:p>
        </p:txBody>
      </p:sp>
      <p:sp>
        <p:nvSpPr>
          <p:cNvPr id="9" name="Text richtext-1792379307048-430498893"/>
          <p:cNvSpPr/>
          <p:nvPr/>
        </p:nvSpPr>
        <p:spPr>
          <a:xfrm>
            <a:off x="9753600" y="375285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7239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2390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Bank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(New</a:t>
            </a:r>
            <a:r>
              <a:rPr lang="en-US" sz="2700" b="1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York)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Bank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(London).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82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37a94e4-794c-4cb6-9454-4e84c3f58b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1800" b="1" spc="3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(BƯỚC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69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lại,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9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ACK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381250"/>
          </a:xfrm>
          <a:prstGeom prst="roundRect">
            <a:avLst>
              <a:gd name="adj" fmla="val 12800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1432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095500" y="3048000"/>
            <a:ext cx="6477000" cy="20002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Bank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700" b="1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Regional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Processor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2381250"/>
          </a:xfrm>
          <a:prstGeom prst="roundRect">
            <a:avLst>
              <a:gd name="adj" fmla="val 128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6450" y="31432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553700" y="3048000"/>
            <a:ext cx="6477000" cy="20002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dạng,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Slice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Processor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8001000" cy="2381250"/>
          </a:xfrm>
          <a:prstGeom prst="roundRect">
            <a:avLst>
              <a:gd name="adj" fmla="val 128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5905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095500" y="5810250"/>
            <a:ext cx="6477000" cy="20002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Slice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Processor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700" b="1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b="1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72600" y="5619750"/>
            <a:ext cx="8001000" cy="2381250"/>
          </a:xfrm>
          <a:prstGeom prst="roundRect">
            <a:avLst>
              <a:gd name="adj" fmla="val 12800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9696450" y="5905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553700" y="5810250"/>
            <a:ext cx="6477000" cy="20002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Bank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ACK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(sẽ</a:t>
            </a:r>
            <a:r>
              <a:rPr lang="en-US" sz="2700" b="1" dirty="0" spc="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gửi)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NAK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(không</a:t>
            </a:r>
            <a:r>
              <a:rPr lang="en-US" sz="2700" b="1" dirty="0" spc="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gửi)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548c7b6a-eeee-40a9-be50-12fc823cf7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1800" b="1" spc="28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LONDON</a:t>
            </a:r>
            <a:r>
              <a:rPr lang="en-US" sz="1800" b="1" spc="30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(BƯỚC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 10)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Gán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MON,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900" dirty="0" spc="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333500" y="2762250"/>
            <a:ext cx="3810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Slice</a:t>
            </a:r>
            <a:r>
              <a:rPr lang="en-US" sz="210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Processor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39000" y="2762250"/>
            <a:ext cx="3810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Regional</a:t>
            </a:r>
            <a:r>
              <a:rPr lang="en-US" sz="19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Processor</a:t>
            </a:r>
            <a:r>
              <a:rPr lang="en-US" sz="19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144500" y="2762250"/>
            <a:ext cx="3810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Slice</a:t>
            </a:r>
            <a:r>
              <a:rPr lang="en-US" sz="210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Processor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100" dirty="0"/>
          </a:p>
        </p:txBody>
      </p:sp>
      <p:sp>
        <p:nvSpPr>
          <p:cNvPr id="7" name="Connector line-1792379308786-155497858"/>
          <p:cNvSpPr/>
          <p:nvPr/>
        </p:nvSpPr>
        <p:spPr>
          <a:xfrm>
            <a:off x="3238500" y="3714750"/>
            <a:ext cx="0" cy="4857750"/>
          </a:xfrm>
          <a:prstGeom prst="line">
            <a:avLst/>
          </a:prstGeom>
          <a:noFill/>
          <a:ln w="28575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8" name="Connector line-1792379308786-125244711"/>
          <p:cNvSpPr/>
          <p:nvPr/>
        </p:nvSpPr>
        <p:spPr>
          <a:xfrm>
            <a:off x="9144000" y="3714750"/>
            <a:ext cx="0" cy="4857750"/>
          </a:xfrm>
          <a:prstGeom prst="line">
            <a:avLst/>
          </a:prstGeom>
          <a:noFill/>
          <a:ln w="28575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9" name="Connector line-1792379308786-305811081"/>
          <p:cNvSpPr/>
          <p:nvPr/>
        </p:nvSpPr>
        <p:spPr>
          <a:xfrm>
            <a:off x="15049500" y="3714750"/>
            <a:ext cx="0" cy="4857750"/>
          </a:xfrm>
          <a:prstGeom prst="line">
            <a:avLst/>
          </a:prstGeom>
          <a:noFill/>
          <a:ln w="28575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333750" y="42862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1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London</a:t>
            </a:r>
            <a:endParaRPr lang="en-US" sz="2100" dirty="0"/>
          </a:p>
        </p:txBody>
      </p:sp>
      <p:sp>
        <p:nvSpPr>
          <p:cNvPr id="11" name="Connector line-1792379308788-100700573"/>
          <p:cNvSpPr/>
          <p:nvPr/>
        </p:nvSpPr>
        <p:spPr>
          <a:xfrm>
            <a:off x="3238500" y="4857750"/>
            <a:ext cx="581025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67500" y="5429250"/>
            <a:ext cx="4953000" cy="7620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6667500" y="5429250"/>
            <a:ext cx="495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tạm, gán</a:t>
            </a:r>
            <a:r>
              <a:rPr lang="en-US" sz="19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239250" y="65722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</a:t>
            </a:r>
            <a:endParaRPr lang="en-US" sz="2100" dirty="0"/>
          </a:p>
        </p:txBody>
      </p:sp>
      <p:sp>
        <p:nvSpPr>
          <p:cNvPr id="15" name="Connector line-1792379308793-593497857"/>
          <p:cNvSpPr/>
          <p:nvPr/>
        </p:nvSpPr>
        <p:spPr>
          <a:xfrm>
            <a:off x="9144000" y="7143750"/>
            <a:ext cx="581025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239250" y="76200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lệ: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b="1" dirty="0" spc="3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100" dirty="0"/>
          </a:p>
        </p:txBody>
      </p:sp>
      <p:sp>
        <p:nvSpPr>
          <p:cNvPr id="17" name="Connector line-1792379308795-240108485"/>
          <p:cNvSpPr/>
          <p:nvPr/>
        </p:nvSpPr>
        <p:spPr>
          <a:xfrm flipH="1">
            <a:off x="9239250" y="8191500"/>
            <a:ext cx="581025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lgDash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e54b9273-a350-43e7-9953-86a74b8124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(BƯỚC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Bank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UAK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UNK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543300" cy="2667000"/>
          </a:xfrm>
          <a:prstGeom prst="roundRect">
            <a:avLst>
              <a:gd name="adj" fmla="val 11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295650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 11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752850"/>
            <a:ext cx="29337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Regional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Processor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550" b="1" dirty="0" spc="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Bank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5219700" y="3048000"/>
            <a:ext cx="3543300" cy="2667000"/>
          </a:xfrm>
          <a:prstGeom prst="roundRect">
            <a:avLst>
              <a:gd name="adj" fmla="val 11429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5543550" y="3295650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6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543550" y="3752850"/>
            <a:ext cx="29337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Bank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UAK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(đúng)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UNK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(lỗi)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0" y="3048000"/>
            <a:ext cx="3543300" cy="2667000"/>
          </a:xfrm>
          <a:prstGeom prst="roundRect">
            <a:avLst>
              <a:gd name="adj" fmla="val 11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8850" y="3295650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 14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848850" y="3752850"/>
            <a:ext cx="29337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cáo,</a:t>
            </a:r>
            <a:r>
              <a:rPr lang="en-US" sz="2550" b="1" dirty="0" spc="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Slice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Processor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550" b="1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3830300" y="3048000"/>
            <a:ext cx="3543300" cy="2667000"/>
          </a:xfrm>
          <a:prstGeom prst="roundRect">
            <a:avLst>
              <a:gd name="adj" fmla="val 11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54150" y="3295650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6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650" b="1" spc="18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154150" y="3752850"/>
            <a:ext cx="29337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Slice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Processor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550" dirty="0"/>
          </a:p>
        </p:txBody>
      </p:sp>
      <p:sp>
        <p:nvSpPr>
          <p:cNvPr id="16" name="Connector line-1792379309577-985130663"/>
          <p:cNvSpPr/>
          <p:nvPr/>
        </p:nvSpPr>
        <p:spPr>
          <a:xfrm>
            <a:off x="4533900" y="4381500"/>
            <a:ext cx="6096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79309577-47863550"/>
          <p:cNvSpPr/>
          <p:nvPr/>
        </p:nvSpPr>
        <p:spPr>
          <a:xfrm>
            <a:off x="8839200" y="4381500"/>
            <a:ext cx="6096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79309577-828894155"/>
          <p:cNvSpPr/>
          <p:nvPr/>
        </p:nvSpPr>
        <p:spPr>
          <a:xfrm>
            <a:off x="13144500" y="4381500"/>
            <a:ext cx="6096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6477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64770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8fc5044d-a555-4384-83d5-5bf4a8dca0c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SWIFT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là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314325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85900" y="2952750"/>
            <a:ext cx="15316200" cy="3143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ctr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Tin</a:t>
            </a:r>
            <a:r>
              <a:rPr lang="en-US" sz="66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chứa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6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dẫn;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r>
              <a:rPr lang="en-US" sz="6600" dirty="0" spc="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6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khác.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14400" y="6667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SWIFT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nhắn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7905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"tiền</a:t>
            </a: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thật"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9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 tài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SWIFT.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2c4fff28-f2d1-425e-b3f3-6daaed39444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9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ACK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7429500" cy="53340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6" name="Text richtext-1792379349291-678009358"/>
          <p:cNvSpPr/>
          <p:nvPr/>
        </p:nvSpPr>
        <p:spPr>
          <a:xfrm>
            <a:off x="1295400" y="3810000"/>
            <a:ext cx="6667500" cy="4000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Bank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ACK: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Bank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nào?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944100" y="2857500"/>
            <a:ext cx="7429500" cy="5334000"/>
          </a:xfrm>
          <a:prstGeom prst="roundRect">
            <a:avLst>
              <a:gd name="adj" fmla="val 5714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10325100" y="32004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9" name="Text richtext-1792379349302-180666008"/>
          <p:cNvSpPr/>
          <p:nvPr/>
        </p:nvSpPr>
        <p:spPr>
          <a:xfrm>
            <a:off x="10325100" y="3810000"/>
            <a:ext cx="6667500" cy="4000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Chưa:</a:t>
            </a:r>
            <a:r>
              <a:rPr lang="en-US" sz="27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ACK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nói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Bank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 thì chờ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UAK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UNK.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6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lỗi: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Bank B</a:t>
            </a:r>
            <a:r>
              <a:rPr lang="en-US" sz="27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UNK.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dd1ece8b-e8b7-4769-818f-4df2b68710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17</a:t>
            </a:r>
            <a:r>
              <a:rPr lang="en-US" sz="6900" dirty="0" spc="-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bước,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endParaRPr lang="en-US" sz="6900" dirty="0"/>
          </a:p>
        </p:txBody>
      </p:sp>
      <p:sp>
        <p:nvSpPr>
          <p:cNvPr id="4" name="Connector line-1792379350190-644168946"/>
          <p:cNvSpPr/>
          <p:nvPr/>
        </p:nvSpPr>
        <p:spPr>
          <a:xfrm>
            <a:off x="1524000" y="4762500"/>
            <a:ext cx="3810000" cy="0"/>
          </a:xfrm>
          <a:prstGeom prst="line">
            <a:avLst/>
          </a:prstGeom>
          <a:noFill/>
          <a:ln w="762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5" name="Connector line-1792379350190-251572893"/>
          <p:cNvSpPr/>
          <p:nvPr/>
        </p:nvSpPr>
        <p:spPr>
          <a:xfrm>
            <a:off x="5334000" y="4762500"/>
            <a:ext cx="4762500" cy="0"/>
          </a:xfrm>
          <a:prstGeom prst="line">
            <a:avLst/>
          </a:prstGeom>
          <a:noFill/>
          <a:ln w="762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6" name="Connector line-1792379350190-109204768"/>
          <p:cNvSpPr/>
          <p:nvPr/>
        </p:nvSpPr>
        <p:spPr>
          <a:xfrm>
            <a:off x="10096500" y="4762500"/>
            <a:ext cx="6667500" cy="0"/>
          </a:xfrm>
          <a:prstGeom prst="line">
            <a:avLst/>
          </a:prstGeom>
          <a:noFill/>
          <a:ln w="762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390650" y="4629150"/>
            <a:ext cx="266700" cy="266700"/>
          </a:xfrm>
          <a:prstGeom prst="ellipse">
            <a:avLst/>
          </a:prstGeom>
          <a:solidFill>
            <a:srgbClr val="FFB454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43150" y="4629150"/>
            <a:ext cx="266700" cy="266700"/>
          </a:xfrm>
          <a:prstGeom prst="ellipse">
            <a:avLst/>
          </a:prstGeom>
          <a:solidFill>
            <a:srgbClr val="FFB454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5650" y="4629150"/>
            <a:ext cx="266700" cy="266700"/>
          </a:xfrm>
          <a:prstGeom prst="ellipse">
            <a:avLst/>
          </a:prstGeom>
          <a:solidFill>
            <a:srgbClr val="FFB454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48150" y="4629150"/>
            <a:ext cx="266700" cy="266700"/>
          </a:xfrm>
          <a:prstGeom prst="ellipse">
            <a:avLst/>
          </a:prstGeom>
          <a:solidFill>
            <a:srgbClr val="FFB454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00650" y="4629150"/>
            <a:ext cx="266700" cy="266700"/>
          </a:xfrm>
          <a:prstGeom prst="ellipse">
            <a:avLst/>
          </a:prstGeom>
          <a:solidFill>
            <a:srgbClr val="FFB454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53150" y="4629150"/>
            <a:ext cx="266700" cy="266700"/>
          </a:xfrm>
          <a:prstGeom prst="ellipse">
            <a:avLst/>
          </a:prstGeom>
          <a:solidFill>
            <a:srgbClr val="3DD6A0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5650" y="4629150"/>
            <a:ext cx="266700" cy="266700"/>
          </a:xfrm>
          <a:prstGeom prst="ellipse">
            <a:avLst/>
          </a:prstGeom>
          <a:solidFill>
            <a:srgbClr val="3DD6A0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58150" y="4629150"/>
            <a:ext cx="266700" cy="266700"/>
          </a:xfrm>
          <a:prstGeom prst="ellipse">
            <a:avLst/>
          </a:prstGeom>
          <a:solidFill>
            <a:srgbClr val="3DD6A0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10650" y="4629150"/>
            <a:ext cx="266700" cy="266700"/>
          </a:xfrm>
          <a:prstGeom prst="ellipse">
            <a:avLst/>
          </a:prstGeom>
          <a:solidFill>
            <a:srgbClr val="3DD6A0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63150" y="4629150"/>
            <a:ext cx="266700" cy="266700"/>
          </a:xfrm>
          <a:prstGeom prst="ellipse">
            <a:avLst/>
          </a:prstGeom>
          <a:solidFill>
            <a:srgbClr val="3DD6A0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15650" y="4629150"/>
            <a:ext cx="266700" cy="266700"/>
          </a:xfrm>
          <a:prstGeom prst="ellipse">
            <a:avLst/>
          </a:prstGeom>
          <a:solidFill>
            <a:srgbClr val="FF6A4D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68150" y="4629150"/>
            <a:ext cx="266700" cy="266700"/>
          </a:xfrm>
          <a:prstGeom prst="ellipse">
            <a:avLst/>
          </a:prstGeom>
          <a:solidFill>
            <a:srgbClr val="FF6A4D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20650" y="4629150"/>
            <a:ext cx="266700" cy="266700"/>
          </a:xfrm>
          <a:prstGeom prst="ellipse">
            <a:avLst/>
          </a:prstGeom>
          <a:solidFill>
            <a:srgbClr val="FF6A4D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73150" y="4629150"/>
            <a:ext cx="266700" cy="266700"/>
          </a:xfrm>
          <a:prstGeom prst="ellipse">
            <a:avLst/>
          </a:prstGeom>
          <a:solidFill>
            <a:srgbClr val="FF6A4D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725650" y="4629150"/>
            <a:ext cx="266700" cy="266700"/>
          </a:xfrm>
          <a:prstGeom prst="ellipse">
            <a:avLst/>
          </a:prstGeom>
          <a:solidFill>
            <a:srgbClr val="FF6A4D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678150" y="4629150"/>
            <a:ext cx="266700" cy="266700"/>
          </a:xfrm>
          <a:prstGeom prst="ellipse">
            <a:avLst/>
          </a:prstGeom>
          <a:solidFill>
            <a:srgbClr val="FF6A4D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30650" y="4629150"/>
            <a:ext cx="266700" cy="266700"/>
          </a:xfrm>
          <a:prstGeom prst="ellipse">
            <a:avLst/>
          </a:prstGeom>
          <a:solidFill>
            <a:srgbClr val="FF6A4D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8250" y="5048250"/>
            <a:ext cx="57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190750" y="5048250"/>
            <a:ext cx="57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143250" y="5048250"/>
            <a:ext cx="57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095750" y="5048250"/>
            <a:ext cx="57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48250" y="5048250"/>
            <a:ext cx="57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000750" y="5048250"/>
            <a:ext cx="57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53250" y="5048250"/>
            <a:ext cx="57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905750" y="5048250"/>
            <a:ext cx="57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858250" y="5048250"/>
            <a:ext cx="57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810750" y="5048250"/>
            <a:ext cx="57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763250" y="5048250"/>
            <a:ext cx="57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715750" y="5048250"/>
            <a:ext cx="57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668250" y="5048250"/>
            <a:ext cx="57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620750" y="5048250"/>
            <a:ext cx="57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4573250" y="5048250"/>
            <a:ext cx="57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5525750" y="5048250"/>
            <a:ext cx="57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478250" y="5048250"/>
            <a:ext cx="57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17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3429000" y="2476500"/>
            <a:ext cx="3810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2476500"/>
            <a:ext cx="381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5: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Bank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b="1" dirty="0" spc="-1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ACK</a:t>
            </a:r>
            <a:endParaRPr lang="en-US" sz="2100" dirty="0"/>
          </a:p>
        </p:txBody>
      </p:sp>
      <p:sp>
        <p:nvSpPr>
          <p:cNvPr id="43" name="Connector line-1792379350221-483241747"/>
          <p:cNvSpPr/>
          <p:nvPr/>
        </p:nvSpPr>
        <p:spPr>
          <a:xfrm>
            <a:off x="5334000" y="3543300"/>
            <a:ext cx="0" cy="102870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11049000" y="2476500"/>
            <a:ext cx="3810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049000" y="2476500"/>
            <a:ext cx="381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1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13: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Bank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100" b="1" dirty="0" spc="-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UAK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UNK</a:t>
            </a:r>
            <a:endParaRPr lang="en-US" sz="2100" dirty="0"/>
          </a:p>
        </p:txBody>
      </p:sp>
      <p:sp>
        <p:nvSpPr>
          <p:cNvPr id="46" name="Connector line-1792379350223-213131604"/>
          <p:cNvSpPr/>
          <p:nvPr/>
        </p:nvSpPr>
        <p:spPr>
          <a:xfrm>
            <a:off x="12954000" y="3543300"/>
            <a:ext cx="0" cy="102870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47" name="Text 45"/>
          <p:cNvSpPr/>
          <p:nvPr/>
        </p:nvSpPr>
        <p:spPr>
          <a:xfrm>
            <a:off x="1524000" y="5905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 5:</a:t>
            </a:r>
            <a:r>
              <a:rPr lang="en-US" sz="22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2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250" b="1" dirty="0" spc="4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250" dirty="0"/>
          </a:p>
        </p:txBody>
      </p:sp>
      <p:sp>
        <p:nvSpPr>
          <p:cNvPr id="48" name="Text 46"/>
          <p:cNvSpPr/>
          <p:nvPr/>
        </p:nvSpPr>
        <p:spPr>
          <a:xfrm>
            <a:off x="5715000" y="5905500"/>
            <a:ext cx="438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10:</a:t>
            </a:r>
            <a:r>
              <a:rPr lang="en-US" sz="22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250" b="1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London</a:t>
            </a:r>
            <a:endParaRPr lang="en-US" sz="2250" dirty="0"/>
          </a:p>
        </p:txBody>
      </p:sp>
      <p:sp>
        <p:nvSpPr>
          <p:cNvPr id="49" name="Text 47"/>
          <p:cNvSpPr/>
          <p:nvPr/>
        </p:nvSpPr>
        <p:spPr>
          <a:xfrm>
            <a:off x="10477500" y="5905500"/>
            <a:ext cx="628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22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17:</a:t>
            </a:r>
            <a:r>
              <a:rPr lang="en-US" sz="22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2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2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250" dirty="0"/>
          </a:p>
        </p:txBody>
      </p:sp>
      <p:sp>
        <p:nvSpPr>
          <p:cNvPr id="50" name="Text 48"/>
          <p:cNvSpPr/>
          <p:nvPr/>
        </p:nvSpPr>
        <p:spPr>
          <a:xfrm>
            <a:off x="914400" y="762000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SWIFT.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 kiểm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9849564e-a507-47c6-82bd-ef075ce029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971800"/>
            <a:ext cx="1619250" cy="4381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SWIFT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1100" y="3467100"/>
            <a:ext cx="4857750" cy="8191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 tin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53340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781550"/>
            <a:ext cx="1619250" cy="4381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1100" y="5276850"/>
            <a:ext cx="4857750" cy="8191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nhận: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18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Bank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6381750"/>
            <a:ext cx="53340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6591300"/>
            <a:ext cx="1619250" cy="4381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1100" y="7086600"/>
            <a:ext cx="4857750" cy="8191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âm: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77000" y="2762250"/>
            <a:ext cx="53340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6743700" y="2971800"/>
            <a:ext cx="1619250" cy="4381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43700" y="3467100"/>
            <a:ext cx="4857750" cy="8191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8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18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8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77000" y="4572000"/>
            <a:ext cx="53340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6743700" y="4781550"/>
            <a:ext cx="1619250" cy="4381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UAK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43700" y="5276850"/>
            <a:ext cx="4857750" cy="8191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Bank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18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77000" y="6381750"/>
            <a:ext cx="53340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6743700" y="6591300"/>
            <a:ext cx="1619250" cy="4381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43700" y="7086600"/>
            <a:ext cx="4857750" cy="8191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Bank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1800" dirty="0"/>
          </a:p>
        </p:txBody>
      </p:sp>
      <p:sp>
        <p:nvSpPr>
          <p:cNvPr id="22" name="Connector line-1792379397686-597034749"/>
          <p:cNvSpPr/>
          <p:nvPr/>
        </p:nvSpPr>
        <p:spPr>
          <a:xfrm>
            <a:off x="123825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2858750" y="2762250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24" name="Text richtext-1792379397688-293262271"/>
          <p:cNvSpPr/>
          <p:nvPr/>
        </p:nvSpPr>
        <p:spPr>
          <a:xfrm>
            <a:off x="12858750" y="3333750"/>
            <a:ext cx="447675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2858750" y="6858000"/>
            <a:ext cx="447675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636a8533-b217-446e-bb1c-0e3f7d06e27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2026-10-19T03:10:14Z</dcterms:created>
  <dcterms:modified xsi:type="dcterms:W3CDTF">2026-10-19T03:10:14Z</dcterms:modified>
</cp:coreProperties>
</file>