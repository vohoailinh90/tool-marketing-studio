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4000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81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thoại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049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 nhau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hết: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lời,</a:t>
            </a:r>
            <a:r>
              <a:rPr lang="en-US" sz="30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mở?</a:t>
            </a:r>
            <a:endParaRPr lang="en-US" sz="3000" dirty="0"/>
          </a:p>
        </p:txBody>
      </p:sp>
      <p:sp>
        <p:nvSpPr>
          <p:cNvPr id="5" name="Connector line-1792370185870-667887984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đáp,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477500" y="1428750"/>
            <a:ext cx="68961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10782300" y="1733550"/>
            <a:ext cx="76200" cy="819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11144250" y="1714500"/>
            <a:ext cx="5905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1144250" y="230505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0477500" y="3143250"/>
            <a:ext cx="68961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0782300" y="3448050"/>
            <a:ext cx="76200" cy="8191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1144250" y="3429000"/>
            <a:ext cx="5905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1144250" y="401955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1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thẻ,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0477500" y="4857750"/>
            <a:ext cx="68961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0782300" y="5162550"/>
            <a:ext cx="76200" cy="8191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1144250" y="5143500"/>
            <a:ext cx="5905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1144250" y="573405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 tự chọn</a:t>
            </a: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0477500" y="6572250"/>
            <a:ext cx="68961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/>
        </p:spPr>
      </p:sp>
      <p:sp>
        <p:nvSpPr>
          <p:cNvPr id="21" name="Shape 19"/>
          <p:cNvSpPr/>
          <p:nvPr/>
        </p:nvSpPr>
        <p:spPr>
          <a:xfrm>
            <a:off x="10782300" y="6877050"/>
            <a:ext cx="76200" cy="819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2" name="Text 20"/>
          <p:cNvSpPr/>
          <p:nvPr/>
        </p:nvSpPr>
        <p:spPr>
          <a:xfrm>
            <a:off x="11144250" y="6858000"/>
            <a:ext cx="5905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11144250" y="744855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chung</a:t>
            </a:r>
            <a:r>
              <a:rPr lang="en-US" sz="210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hàm,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39c90f2-fdd0-415b-b936-5ac29f55c9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2095500"/>
            <a:ext cx="14287500" cy="2857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820"/>
              </a:lnSpc>
              <a:buNone/>
            </a:pP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84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84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tên,</a:t>
            </a:r>
            <a:r>
              <a:rPr lang="en-US" sz="8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8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r>
              <a:rPr lang="en-US" sz="84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thoại.</a:t>
            </a:r>
            <a:endParaRPr lang="en-US" sz="8400" dirty="0"/>
          </a:p>
        </p:txBody>
      </p:sp>
      <p:sp>
        <p:nvSpPr>
          <p:cNvPr id="4" name="Shape 2"/>
          <p:cNvSpPr/>
          <p:nvPr/>
        </p:nvSpPr>
        <p:spPr>
          <a:xfrm>
            <a:off x="914400" y="4762500"/>
            <a:ext cx="114300" cy="2095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0201998-863548659"/>
          <p:cNvSpPr/>
          <p:nvPr/>
        </p:nvSpPr>
        <p:spPr>
          <a:xfrm>
            <a:off x="1333500" y="4762500"/>
            <a:ext cx="12382500" cy="219075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285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 biến năm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2023.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tiêu: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 gì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14400" y="7524750"/>
            <a:ext cx="2857500" cy="7239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100" b="1" dirty="0" spc="-1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b="1" dirty="0" spc="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4000500" y="7524750"/>
            <a:ext cx="2286000" cy="7239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1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6515100" y="7524750"/>
            <a:ext cx="2286000" cy="7239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10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85607c87-7e4c-4817-b81e-8ebf79b405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1950" b="1" spc="28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28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0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REST:</a:t>
            </a:r>
            <a:r>
              <a:rPr lang="en-US" sz="720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2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3905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1371600" y="4953000"/>
            <a:ext cx="7086600" cy="914400"/>
          </a:xfrm>
          <a:prstGeom prst="roundRect">
            <a:avLst>
              <a:gd name="adj" fmla="val 20833"/>
            </a:avLst>
          </a:prstGeom>
          <a:solidFill>
            <a:srgbClr val="CFE8E2"/>
          </a:solidFill>
          <a:ln/>
        </p:spPr>
      </p:sp>
      <p:sp>
        <p:nvSpPr>
          <p:cNvPr id="8" name="Text 6"/>
          <p:cNvSpPr/>
          <p:nvPr/>
        </p:nvSpPr>
        <p:spPr>
          <a:xfrm>
            <a:off x="1676400" y="5181600"/>
            <a:ext cx="6477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700" b="1" dirty="0" spc="-1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7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371600" y="6286500"/>
            <a:ext cx="7086600" cy="1714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72600" y="30480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98298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1950" b="1" spc="22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829800" y="3905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Nói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9829800" y="4953000"/>
            <a:ext cx="2095500" cy="914400"/>
          </a:xfrm>
          <a:prstGeom prst="roundRect">
            <a:avLst>
              <a:gd name="adj" fmla="val 2083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GET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2153900" y="4953000"/>
            <a:ext cx="2095500" cy="914400"/>
          </a:xfrm>
          <a:prstGeom prst="roundRect">
            <a:avLst>
              <a:gd name="adj" fmla="val 2083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4478000" y="4953000"/>
            <a:ext cx="2095500" cy="914400"/>
          </a:xfrm>
          <a:prstGeom prst="roundRect">
            <a:avLst>
              <a:gd name="adj" fmla="val 2083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...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829800" y="6286500"/>
            <a:ext cx="7086600" cy="1714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Lấy,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tạo,</a:t>
            </a:r>
            <a:r>
              <a:rPr lang="en-US" sz="27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sửa: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HTTP.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4bdbd05c-b5e9-4b81-98ba-93b21068947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1950" b="1" spc="28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28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2/4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SOAP: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 theo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khuôn</a:t>
            </a:r>
            <a:endParaRPr lang="en-US" sz="7200" dirty="0"/>
          </a:p>
        </p:txBody>
      </p:sp>
      <p:sp>
        <p:nvSpPr>
          <p:cNvPr id="4" name="Text richtext-1792370738161-832644638"/>
          <p:cNvSpPr/>
          <p:nvPr/>
        </p:nvSpPr>
        <p:spPr>
          <a:xfrm>
            <a:off x="914400" y="4095750"/>
            <a:ext cx="6667500" cy="28575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700" dirty="0" spc="-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700" dirty="0" spc="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700" dirty="0" spc="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chặt.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27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có,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572500" y="1428750"/>
            <a:ext cx="8801100" cy="7239000"/>
          </a:xfrm>
          <a:prstGeom prst="roundRect">
            <a:avLst>
              <a:gd name="adj" fmla="val 473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29700" y="1771650"/>
            <a:ext cx="7810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b="1" spc="16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VỤ,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 CÓ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029700" y="2209800"/>
            <a:ext cx="7810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4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3048000"/>
            <a:ext cx="7658100" cy="5143500"/>
          </a:xfrm>
          <a:prstGeom prst="roundRect">
            <a:avLst>
              <a:gd name="adj" fmla="val 5185"/>
            </a:avLst>
          </a:prstGeom>
          <a:solidFill>
            <a:srgbClr val="2A1E1C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0" y="3352800"/>
            <a:ext cx="6858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KHUÔN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601200" y="3790950"/>
            <a:ext cx="6858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715500" y="4667250"/>
            <a:ext cx="6515100" cy="3048000"/>
          </a:xfrm>
          <a:prstGeom prst="roundRect">
            <a:avLst>
              <a:gd name="adj" fmla="val 6875"/>
            </a:avLst>
          </a:prstGeom>
          <a:solidFill>
            <a:srgbClr val="FF6A4D"/>
          </a:solidFill>
          <a:ln/>
        </p:spPr>
      </p:sp>
      <p:sp>
        <p:nvSpPr>
          <p:cNvPr id="12" name="Text 10"/>
          <p:cNvSpPr/>
          <p:nvPr/>
        </p:nvSpPr>
        <p:spPr>
          <a:xfrm>
            <a:off x="10172700" y="5010150"/>
            <a:ext cx="571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1950" b="1" spc="22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0172700" y="5486400"/>
            <a:ext cx="5715000" cy="1905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 liệu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bọc</a:t>
            </a:r>
            <a:r>
              <a:rPr lang="en-US" sz="3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3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3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đóng</a:t>
            </a:r>
            <a:endParaRPr lang="en-US" sz="39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d529e5f1-e3ff-48a2-a056-756ef87bda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1950" b="1" spc="28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28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3/4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GraphQL: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r>
              <a:rPr lang="en-US" sz="72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món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9050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127635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850" dirty="0"/>
          </a:p>
        </p:txBody>
      </p:sp>
      <p:sp>
        <p:nvSpPr>
          <p:cNvPr id="6" name="Connector line-1792370755629-100869954"/>
          <p:cNvSpPr/>
          <p:nvPr/>
        </p:nvSpPr>
        <p:spPr>
          <a:xfrm>
            <a:off x="3714750" y="409575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7" name="Connector line-1792370755629-106356030"/>
          <p:cNvSpPr/>
          <p:nvPr/>
        </p:nvSpPr>
        <p:spPr>
          <a:xfrm>
            <a:off x="14573250" y="409575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4191000" y="4762500"/>
            <a:ext cx="9906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5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2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5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550" b="1" dirty="0" spc="-2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1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55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550" dirty="0"/>
          </a:p>
        </p:txBody>
      </p:sp>
      <p:sp>
        <p:nvSpPr>
          <p:cNvPr id="9" name="Connector line-1792370755632-874500794"/>
          <p:cNvSpPr/>
          <p:nvPr/>
        </p:nvSpPr>
        <p:spPr>
          <a:xfrm>
            <a:off x="3810000" y="5429250"/>
            <a:ext cx="106680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191000" y="6286500"/>
            <a:ext cx="9906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đó,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550" dirty="0"/>
          </a:p>
        </p:txBody>
      </p:sp>
      <p:sp>
        <p:nvSpPr>
          <p:cNvPr id="11" name="Connector line-1792370755635-430393664"/>
          <p:cNvSpPr/>
          <p:nvPr/>
        </p:nvSpPr>
        <p:spPr>
          <a:xfrm flipH="1">
            <a:off x="3810000" y="6953250"/>
            <a:ext cx="10668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lgDash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191000" y="7620000"/>
            <a:ext cx="99060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4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40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-1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về?</a:t>
            </a:r>
            <a:r>
              <a:rPr lang="en-US" sz="240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446661c-595e-4179-a171-b85f04619f4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1950" b="1" spc="28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28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4/4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gRPC: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72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6286500" y="2952750"/>
            <a:ext cx="5715000" cy="1809750"/>
          </a:xfrm>
          <a:prstGeom prst="roundRect">
            <a:avLst>
              <a:gd name="adj" fmla="val 14737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6667500" y="3238500"/>
            <a:ext cx="4953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2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1950" b="1" spc="22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b="1" spc="225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6667500" y="3714750"/>
            <a:ext cx="4953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r>
              <a:rPr lang="en-US" sz="36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1333500" y="5905500"/>
            <a:ext cx="45720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14500" y="6191250"/>
            <a:ext cx="381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714500" y="6667500"/>
            <a:ext cx="3810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382500" y="5905500"/>
            <a:ext cx="45720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763500" y="6191250"/>
            <a:ext cx="381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spc="18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763500" y="6667500"/>
            <a:ext cx="3810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7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700" dirty="0"/>
          </a:p>
        </p:txBody>
      </p:sp>
      <p:sp>
        <p:nvSpPr>
          <p:cNvPr id="13" name="Connector line-1792370774230-113121471"/>
          <p:cNvSpPr/>
          <p:nvPr/>
        </p:nvSpPr>
        <p:spPr>
          <a:xfrm flipH="1">
            <a:off x="4381500" y="4762500"/>
            <a:ext cx="2857500" cy="1143000"/>
          </a:xfrm>
          <a:prstGeom prst="line">
            <a:avLst/>
          </a:prstGeom>
          <a:noFill/>
          <a:ln w="38100">
            <a:solidFill>
              <a:srgbClr val="B45309"/>
            </a:solidFill>
            <a:prstDash val="lgDash"/>
            <a:headEnd type="none"/>
            <a:tailEnd type="none"/>
          </a:ln>
        </p:spPr>
      </p:sp>
      <p:sp>
        <p:nvSpPr>
          <p:cNvPr id="14" name="Connector line-1792370774231-954376184"/>
          <p:cNvSpPr/>
          <p:nvPr/>
        </p:nvSpPr>
        <p:spPr>
          <a:xfrm>
            <a:off x="11049000" y="4762500"/>
            <a:ext cx="2857500" cy="1143000"/>
          </a:xfrm>
          <a:prstGeom prst="line">
            <a:avLst/>
          </a:prstGeom>
          <a:noFill/>
          <a:ln w="38100">
            <a:solidFill>
              <a:srgbClr val="B45309"/>
            </a:solidFill>
            <a:prstDash val="lgDash"/>
            <a:headEnd type="none"/>
            <a:tailEnd type="none"/>
          </a:ln>
        </p:spPr>
      </p:sp>
      <p:sp>
        <p:nvSpPr>
          <p:cNvPr id="15" name="Connector line-1792370774231-682694706"/>
          <p:cNvSpPr/>
          <p:nvPr/>
        </p:nvSpPr>
        <p:spPr>
          <a:xfrm>
            <a:off x="6096000" y="6572250"/>
            <a:ext cx="6096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70774231-776291800"/>
          <p:cNvSpPr/>
          <p:nvPr/>
        </p:nvSpPr>
        <p:spPr>
          <a:xfrm flipH="1">
            <a:off x="6096000" y="7143750"/>
            <a:ext cx="6096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858000" y="7620000"/>
            <a:ext cx="4572000" cy="7239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250" b="1" dirty="0" spc="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2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2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</a:t>
            </a:r>
            <a:r>
              <a:rPr lang="en-US" sz="22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042b864f-43a0-494c-8211-06effb19fa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1950" b="1" spc="2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6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lời?</a:t>
            </a:r>
            <a:r>
              <a:rPr lang="en-US" sz="69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mở?</a:t>
            </a:r>
            <a:endParaRPr lang="en-US" sz="6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  <a:gridCol w="548640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Kiểu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Ai</a:t>
                      </a:r>
                      <a:r>
                        <a:rPr lang="en-US" sz="2550" b="1" dirty="0" spc="-6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mở</a:t>
                      </a:r>
                      <a:r>
                        <a:rPr lang="en-US" sz="2550" b="1" dirty="0" spc="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lời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7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</a:t>
                      </a:r>
                      <a:r>
                        <a:rPr lang="en-US" sz="2550" b="1" dirty="0" spc="1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Hỏi</a:t>
                      </a:r>
                      <a:r>
                        <a:rPr lang="en-US" sz="2550" dirty="0" spc="-2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rồi</a:t>
                      </a:r>
                      <a:r>
                        <a:rPr lang="en-US" sz="25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đáp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Máy</a:t>
                      </a:r>
                      <a:r>
                        <a:rPr lang="en-US" sz="25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khách</a:t>
                      </a:r>
                      <a:r>
                        <a:rPr lang="en-US" sz="2550" dirty="0" spc="3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gửi,</a:t>
                      </a:r>
                      <a:r>
                        <a:rPr lang="en-US" sz="25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5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r>
                        <a:rPr lang="en-US" sz="25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trả</a:t>
                      </a:r>
                      <a:r>
                        <a:rPr lang="en-US" sz="25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lời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REST,</a:t>
                      </a:r>
                      <a:r>
                        <a:rPr lang="en-US" sz="25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SOAP, GraphQL,</a:t>
                      </a:r>
                      <a:r>
                        <a:rPr lang="en-US" sz="25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gRPC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Gọi</a:t>
                      </a:r>
                      <a:r>
                        <a:rPr lang="en-US" sz="25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lại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Dịch</a:t>
                      </a:r>
                      <a:r>
                        <a:rPr lang="en-US" sz="25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r>
                        <a:rPr lang="en-US" sz="25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kia</a:t>
                      </a:r>
                      <a:r>
                        <a:rPr lang="en-US" sz="25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5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25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bạn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Webhook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3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Kênh</a:t>
                      </a:r>
                      <a:r>
                        <a:rPr lang="en-US" sz="25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mở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Cả</a:t>
                      </a:r>
                      <a:r>
                        <a:rPr lang="en-US" sz="25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hai,</a:t>
                      </a:r>
                      <a:r>
                        <a:rPr lang="en-US" sz="25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bất</a:t>
                      </a:r>
                      <a:r>
                        <a:rPr lang="en-US" sz="25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cứ</a:t>
                      </a:r>
                      <a:r>
                        <a:rPr lang="en-US" sz="25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lúc</a:t>
                      </a:r>
                      <a:r>
                        <a:rPr lang="en-US" sz="25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nào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WebSocket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7239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6" name="Shape 3"/>
          <p:cNvSpPr/>
          <p:nvPr/>
        </p:nvSpPr>
        <p:spPr>
          <a:xfrm>
            <a:off x="1219200" y="7524750"/>
            <a:ext cx="76200" cy="666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7" name="Text 4"/>
          <p:cNvSpPr/>
          <p:nvPr/>
        </p:nvSpPr>
        <p:spPr>
          <a:xfrm>
            <a:off x="1600200" y="7448550"/>
            <a:ext cx="15430500" cy="857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Ranh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không</a:t>
            </a:r>
            <a:r>
              <a:rPr lang="en-US" sz="24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24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đối: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gRPC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chiều,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subscription.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bbea3d94-26ba-44f8-a7d0-f880d0b30d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15240" rIns="0" bIns="-1524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Biết</a:t>
            </a:r>
            <a:r>
              <a:rPr lang="en-US" sz="4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48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48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48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công,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liên tục. Chọn</a:t>
            </a: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48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4953000" cy="7239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 án:</a:t>
            </a:r>
            <a:r>
              <a:rPr lang="en-US" sz="24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4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400" b="1" dirty="0" spc="-2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Webhook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4953000"/>
            <a:ext cx="4762500" cy="2381250"/>
          </a:xfrm>
          <a:prstGeom prst="roundRect">
            <a:avLst>
              <a:gd name="adj" fmla="val 112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238750"/>
            <a:ext cx="4000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cổng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762750" y="4953000"/>
            <a:ext cx="4762500" cy="2381250"/>
          </a:xfrm>
          <a:prstGeom prst="roundRect">
            <a:avLst>
              <a:gd name="adj" fmla="val 112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43750" y="5238750"/>
            <a:ext cx="4000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7143750" y="600075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 ký</a:t>
            </a:r>
            <a:r>
              <a:rPr lang="en-US" sz="25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611100" y="4953000"/>
            <a:ext cx="4762500" cy="2381250"/>
          </a:xfrm>
          <a:prstGeom prst="roundRect">
            <a:avLst>
              <a:gd name="adj" fmla="val 11200"/>
            </a:avLst>
          </a:prstGeom>
          <a:solidFill>
            <a:srgbClr val="E847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92100" y="5238750"/>
            <a:ext cx="4000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12992100" y="600075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tới:</a:t>
            </a:r>
            <a:r>
              <a:rPr lang="en-US" sz="25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"đã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nhận"</a:t>
            </a:r>
            <a:endParaRPr lang="en-US" sz="2550" dirty="0"/>
          </a:p>
        </p:txBody>
      </p:sp>
      <p:sp>
        <p:nvSpPr>
          <p:cNvPr id="14" name="Connector line-1792370808083-201759247"/>
          <p:cNvSpPr/>
          <p:nvPr/>
        </p:nvSpPr>
        <p:spPr>
          <a:xfrm>
            <a:off x="5753100" y="6143625"/>
            <a:ext cx="933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70808083-927723888"/>
          <p:cNvSpPr/>
          <p:nvPr/>
        </p:nvSpPr>
        <p:spPr>
          <a:xfrm>
            <a:off x="11601450" y="6143625"/>
            <a:ext cx="933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14400" y="7905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4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4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40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4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kỳ: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4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tránh.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6ef08c18-44a7-40eb-a4a8-ea2200d89d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chọn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43250"/>
            <a:ext cx="1143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2667000" y="3143250"/>
            <a:ext cx="1428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cần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667000" y="3733800"/>
            <a:ext cx="14287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kiện: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24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Webhook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WebSocket.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46672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4953000"/>
            <a:ext cx="1143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2667000" y="4953000"/>
            <a:ext cx="1428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ai?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667000" y="5543550"/>
            <a:ext cx="14287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400" dirty="0" spc="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 hàm: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gRPC.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477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6762750"/>
            <a:ext cx="1143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2667000" y="6762750"/>
            <a:ext cx="1428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667000" y="7353300"/>
            <a:ext cx="14287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SOAP: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4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4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4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838200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efddcff-92ee-4a69-886e-59f8438a74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2438400"/>
            <a:ext cx="5334000" cy="2152650"/>
          </a:xfrm>
          <a:prstGeom prst="roundRect">
            <a:avLst>
              <a:gd name="adj" fmla="val 10619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6477000" y="2438400"/>
            <a:ext cx="5334000" cy="2152650"/>
          </a:xfrm>
          <a:prstGeom prst="roundRect">
            <a:avLst>
              <a:gd name="adj" fmla="val 10619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039600" y="2438400"/>
            <a:ext cx="5334000" cy="2152650"/>
          </a:xfrm>
          <a:prstGeom prst="roundRect">
            <a:avLst>
              <a:gd name="adj" fmla="val 10619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4819650"/>
            <a:ext cx="5334000" cy="2152650"/>
          </a:xfrm>
          <a:prstGeom prst="roundRect">
            <a:avLst>
              <a:gd name="adj" fmla="val 10619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6477000" y="4819650"/>
            <a:ext cx="5334000" cy="2152650"/>
          </a:xfrm>
          <a:prstGeom prst="roundRect">
            <a:avLst>
              <a:gd name="adj" fmla="val 10619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12039600" y="4819650"/>
            <a:ext cx="5334000" cy="2152650"/>
          </a:xfrm>
          <a:prstGeom prst="roundRect">
            <a:avLst>
              <a:gd name="adj" fmla="val 10619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2667000"/>
            <a:ext cx="4762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1257300" y="329565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57300" y="3657600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819900" y="2667000"/>
            <a:ext cx="4762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6819900" y="329565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REpresentational</a:t>
            </a: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819900" y="3657600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382500" y="2667000"/>
            <a:ext cx="4762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12382500" y="329565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2382500" y="3657600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57300" y="5048250"/>
            <a:ext cx="4762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4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257300" y="56769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Simple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257300" y="6038850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1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thẻ,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chặt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19900" y="5048250"/>
            <a:ext cx="4762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QL</a:t>
            </a:r>
            <a:endParaRPr lang="en-US" sz="3900" dirty="0"/>
          </a:p>
        </p:txBody>
      </p:sp>
      <p:sp>
        <p:nvSpPr>
          <p:cNvPr id="23" name="Text 21"/>
          <p:cNvSpPr/>
          <p:nvPr/>
        </p:nvSpPr>
        <p:spPr>
          <a:xfrm>
            <a:off x="6819900" y="56769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Query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6819900" y="6038850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vấn,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2382500" y="5048250"/>
            <a:ext cx="4762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</a:t>
            </a:r>
            <a:endParaRPr lang="en-US" sz="3900" dirty="0"/>
          </a:p>
        </p:txBody>
      </p:sp>
      <p:sp>
        <p:nvSpPr>
          <p:cNvPr id="26" name="Text 24"/>
          <p:cNvSpPr/>
          <p:nvPr/>
        </p:nvSpPr>
        <p:spPr>
          <a:xfrm>
            <a:off x="12382500" y="56769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gRPC</a:t>
            </a:r>
            <a:r>
              <a:rPr lang="en-US" sz="16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Procedure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Calls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2382500" y="6038850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 tục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4400" y="74485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914400" y="78676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914400" y="842010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3dbb3c9a-16c9-4847-a8e3-7ba0bcd5733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2026-10-19T04:36:08Z</dcterms:created>
  <dcterms:modified xsi:type="dcterms:W3CDTF">2026-10-19T04:36:08Z</dcterms:modified>
</cp:coreProperties>
</file>