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9525000" cy="37338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ChatGPT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hoạt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Hai</a:t>
            </a:r>
            <a:r>
              <a:rPr lang="en-US" sz="31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</a:t>
            </a:r>
            <a:r>
              <a:rPr lang="en-US" sz="31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nhau,</a:t>
            </a:r>
            <a:endParaRPr lang="en-US" sz="3150" dirty="0"/>
          </a:p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ở</a:t>
            </a:r>
            <a:r>
              <a:rPr lang="en-US" sz="31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 thời</a:t>
            </a:r>
            <a:r>
              <a:rPr lang="en-US" sz="3150" dirty="0" spc="1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điểm.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76200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4287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4287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6002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Tiền huấn</a:t>
            </a:r>
            <a:r>
              <a:rPr lang="en-US" sz="33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luyện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277600" y="21717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2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2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858500" y="31813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1813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3528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Tinh chỉnh</a:t>
            </a:r>
            <a:r>
              <a:rPr lang="en-US" sz="33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3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giám</a:t>
            </a:r>
            <a:r>
              <a:rPr lang="en-US" sz="33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1277600" y="39243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33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3300" dirty="0" spc="-2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thưởng</a:t>
            </a:r>
            <a:r>
              <a:rPr lang="en-US" sz="3300" dirty="0" spc="-3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RL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1277600" y="56769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858500" y="6686550"/>
            <a:ext cx="6515100" cy="1562100"/>
          </a:xfrm>
          <a:prstGeom prst="roundRect">
            <a:avLst>
              <a:gd name="adj" fmla="val 12195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686550"/>
            <a:ext cx="114300" cy="1562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858000"/>
            <a:ext cx="5905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3300" dirty="0" spc="-1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3300" dirty="0" spc="-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300" dirty="0" spc="-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1277600" y="7429500"/>
            <a:ext cx="5905500" cy="7239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6e51db9-9ade-4413-8159-ccb517a4ea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78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718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9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54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4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4292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29718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5400" dirty="0" spc="2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5400" dirty="0" spc="-1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753600" y="44767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753600" y="5429250"/>
            <a:ext cx="7239000" cy="7239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255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 nhau,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33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33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điểm.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Text 2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e1f77ff-7bed-42df-9bcc-e31a96f2e8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TỔNG</a:t>
            </a:r>
            <a:r>
              <a:rPr lang="en-US" sz="1950" spc="217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1950" spc="216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SÁU</a:t>
            </a:r>
            <a:r>
              <a:rPr lang="en-US" sz="1950" spc="226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7800" dirty="0" spc="-8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bước,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5527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3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</a:t>
            </a:r>
            <a:r>
              <a:rPr lang="en-US" sz="1950" spc="149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43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HUẤN</a:t>
            </a:r>
            <a:r>
              <a:rPr lang="en-US" sz="1950" spc="157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LUYỆN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2971800"/>
            <a:ext cx="52197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9718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143250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27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27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27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huấn</a:t>
            </a:r>
            <a:r>
              <a:rPr lang="en-US" sz="27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luyện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57300" y="3733800"/>
            <a:ext cx="466725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10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34150" y="2971800"/>
            <a:ext cx="52197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6534150" y="29718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6877050" y="3143250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 ·</a:t>
            </a:r>
            <a:r>
              <a:rPr lang="en-US" sz="27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Tinh chỉnh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77050" y="3733800"/>
            <a:ext cx="466725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mẫu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153900" y="2971800"/>
            <a:ext cx="52197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53900" y="29718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143250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 · Mô</a:t>
            </a:r>
            <a:r>
              <a:rPr lang="en-US" sz="27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2700" dirty="0" spc="-1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thưởng,</a:t>
            </a:r>
            <a:r>
              <a:rPr lang="en-US" sz="27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RL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496800" y="3733800"/>
            <a:ext cx="466725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 của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48958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49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 ·</a:t>
            </a:r>
            <a:r>
              <a:rPr lang="en-US" sz="1950" spc="148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1950" spc="147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1950" spc="172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1950" spc="136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PROMPT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5314950"/>
            <a:ext cx="52197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53149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257300" y="5486400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27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27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2700" dirty="0" spc="-1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257300" y="6076950"/>
            <a:ext cx="466725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534150" y="5314950"/>
            <a:ext cx="52197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23" name="Shape 21"/>
          <p:cNvSpPr/>
          <p:nvPr/>
        </p:nvSpPr>
        <p:spPr>
          <a:xfrm>
            <a:off x="6534150" y="53149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4" name="Text 22"/>
          <p:cNvSpPr/>
          <p:nvPr/>
        </p:nvSpPr>
        <p:spPr>
          <a:xfrm>
            <a:off x="6877050" y="5486400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 ·</a:t>
            </a:r>
            <a:r>
              <a:rPr lang="en-US" sz="27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27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2700" dirty="0" spc="-1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877050" y="6076950"/>
            <a:ext cx="466725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Lặp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2153900" y="5314950"/>
            <a:ext cx="52197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2153900" y="53149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8" name="Text 26"/>
          <p:cNvSpPr/>
          <p:nvPr/>
        </p:nvSpPr>
        <p:spPr>
          <a:xfrm>
            <a:off x="12496800" y="5486400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r>
              <a:rPr lang="en-US" sz="27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2700" dirty="0" spc="-2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2700" dirty="0" spc="-1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12496800" y="6076950"/>
            <a:ext cx="466725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100" dirty="0"/>
          </a:p>
        </p:txBody>
      </p:sp>
      <p:sp>
        <p:nvSpPr>
          <p:cNvPr id="30" name="Connector line-1792289337424-501157725"/>
          <p:cNvSpPr/>
          <p:nvPr/>
        </p:nvSpPr>
        <p:spPr>
          <a:xfrm>
            <a:off x="6153150" y="3781425"/>
            <a:ext cx="3619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31" name="Connector line-1792289337425-516315008"/>
          <p:cNvSpPr/>
          <p:nvPr/>
        </p:nvSpPr>
        <p:spPr>
          <a:xfrm>
            <a:off x="11772900" y="3781425"/>
            <a:ext cx="3619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32" name="Connector line-1792289337425-27610184"/>
          <p:cNvSpPr/>
          <p:nvPr/>
        </p:nvSpPr>
        <p:spPr>
          <a:xfrm>
            <a:off x="6153150" y="6124575"/>
            <a:ext cx="3619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33" name="Connector line-1792289337425-938012415"/>
          <p:cNvSpPr/>
          <p:nvPr/>
        </p:nvSpPr>
        <p:spPr>
          <a:xfrm>
            <a:off x="11772900" y="6124575"/>
            <a:ext cx="3619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3EEE3"/>
          </a:solidFill>
          <a:ln/>
        </p:spPr>
      </p:sp>
      <p:sp>
        <p:nvSpPr>
          <p:cNvPr id="35" name="Text 33"/>
          <p:cNvSpPr/>
          <p:nvPr/>
        </p:nvSpPr>
        <p:spPr>
          <a:xfrm>
            <a:off x="1295400" y="75819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33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3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bạn</a:t>
            </a:r>
            <a:r>
              <a:rPr lang="en-US" sz="33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3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prompt.</a:t>
            </a:r>
            <a:endParaRPr lang="en-US" sz="3300" dirty="0"/>
          </a:p>
        </p:txBody>
      </p:sp>
      <p:sp>
        <p:nvSpPr>
          <p:cNvPr id="36" name="Shape 3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8" name="Shape 3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0" name="Shape 3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1" name="Shape 3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2" name="Shape 4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3" name="Shape 4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4" name="Shape 4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5" name="Shape 4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46" name="Text 44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a1c0bdaa-6b31-4911-944f-038b31ed41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1950" spc="22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 ·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TIỀN</a:t>
            </a:r>
            <a:r>
              <a:rPr lang="en-US" sz="1950" spc="218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HUẤN</a:t>
            </a:r>
            <a:r>
              <a:rPr lang="en-US" sz="1950" spc="232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LUYỆN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Dự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đoán</a:t>
            </a:r>
            <a:r>
              <a:rPr lang="en-US" sz="78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r>
              <a:rPr lang="en-US" sz="78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4953000" cy="4476750"/>
          </a:xfrm>
          <a:prstGeom prst="roundRect">
            <a:avLst>
              <a:gd name="adj" fmla="val 5106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191000"/>
            <a:ext cx="4191000" cy="18097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ctr" indent="0" marL="0">
              <a:lnSpc>
                <a:spcPts val="4620"/>
              </a:lnSpc>
              <a:buNone/>
            </a:pPr>
            <a:r>
              <a:rPr lang="en-US" sz="4200" dirty="0" spc="-5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Lượng</a:t>
            </a:r>
            <a:r>
              <a:rPr lang="en-US" sz="4200" dirty="0" spc="-3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văn</a:t>
            </a:r>
            <a:r>
              <a:rPr lang="en-US" sz="42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4200" dirty="0"/>
          </a:p>
          <a:p>
            <a:pPr algn="ctr" indent="0" marL="0">
              <a:lnSpc>
                <a:spcPts val="4620"/>
              </a:lnSpc>
              <a:buNone/>
            </a:pPr>
            <a:r>
              <a:rPr lang="en-US" sz="4200" dirty="0" spc="-2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rất</a:t>
            </a:r>
            <a:r>
              <a:rPr lang="en-US" sz="4200" dirty="0" spc="-2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endParaRPr lang="en-US" sz="4200" dirty="0"/>
          </a:p>
        </p:txBody>
      </p:sp>
      <p:sp>
        <p:nvSpPr>
          <p:cNvPr id="6" name="Connector line-1792289384202-952083181"/>
          <p:cNvSpPr/>
          <p:nvPr/>
        </p:nvSpPr>
        <p:spPr>
          <a:xfrm>
            <a:off x="5962650" y="5000625"/>
            <a:ext cx="762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19900" y="2762250"/>
            <a:ext cx="4572000" cy="4476750"/>
          </a:xfrm>
          <a:prstGeom prst="roundRect">
            <a:avLst>
              <a:gd name="adj" fmla="val 5106"/>
            </a:avLst>
          </a:prstGeom>
          <a:solidFill>
            <a:srgbClr val="1F3FD1"/>
          </a:solidFill>
          <a:ln/>
        </p:spPr>
      </p:sp>
      <p:sp>
        <p:nvSpPr>
          <p:cNvPr id="8" name="Text 6"/>
          <p:cNvSpPr/>
          <p:nvPr/>
        </p:nvSpPr>
        <p:spPr>
          <a:xfrm>
            <a:off x="7010400" y="3810000"/>
            <a:ext cx="4191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54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200900" y="4953000"/>
            <a:ext cx="3810000" cy="1333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ctr" indent="0" marL="0">
              <a:lnSpc>
                <a:spcPts val="3510"/>
              </a:lnSpc>
              <a:buNone/>
            </a:pP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học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endParaRPr lang="en-US" sz="2700" dirty="0"/>
          </a:p>
          <a:p>
            <a:pPr algn="ctr" indent="0" marL="0">
              <a:lnSpc>
                <a:spcPts val="3510"/>
              </a:lnSpc>
              <a:buNone/>
            </a:pPr>
            <a:r>
              <a:rPr lang="en-US" sz="270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token</a:t>
            </a:r>
            <a:r>
              <a:rPr lang="en-US" sz="2700" dirty="0" spc="-3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endParaRPr lang="en-US" sz="2700" dirty="0"/>
          </a:p>
        </p:txBody>
      </p:sp>
      <p:sp>
        <p:nvSpPr>
          <p:cNvPr id="10" name="Connector line-1792289384207-969822656"/>
          <p:cNvSpPr/>
          <p:nvPr/>
        </p:nvSpPr>
        <p:spPr>
          <a:xfrm>
            <a:off x="11487150" y="5000625"/>
            <a:ext cx="762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344400" y="2762250"/>
            <a:ext cx="5029200" cy="4476750"/>
          </a:xfrm>
          <a:prstGeom prst="roundRect">
            <a:avLst>
              <a:gd name="adj" fmla="val 510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25400" y="3028950"/>
            <a:ext cx="426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3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SAU</a:t>
            </a:r>
            <a:r>
              <a:rPr lang="en-US" sz="1950" spc="151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1950" spc="10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725400" y="3657600"/>
            <a:ext cx="4267200" cy="161925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33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văn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33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 tốt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2725400" y="5810250"/>
            <a:ext cx="4267200" cy="7239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1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b="1" dirty="0" spc="-1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 thêm hai</a:t>
            </a:r>
            <a:r>
              <a:rPr lang="en-US" sz="33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theo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cầu.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Text 25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521c286-86ed-45a5-b01c-942b55b023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Dạy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8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6700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819400"/>
            <a:ext cx="152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30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0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Tinh</a:t>
            </a: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30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giám sát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95400" y="3543300"/>
            <a:ext cx="6667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2400" dirty="0"/>
          </a:p>
        </p:txBody>
      </p:sp>
      <p:sp>
        <p:nvSpPr>
          <p:cNvPr id="8" name="Connector line-1792289385247-959546615"/>
          <p:cNvSpPr/>
          <p:nvPr/>
        </p:nvSpPr>
        <p:spPr>
          <a:xfrm>
            <a:off x="8058150" y="3905250"/>
            <a:ext cx="76200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915400" y="3543300"/>
            <a:ext cx="6667500" cy="7239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chước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2190750"/>
          </a:xfrm>
          <a:prstGeom prst="roundRect">
            <a:avLst>
              <a:gd name="adj" fmla="val 8696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705350"/>
            <a:ext cx="95250" cy="2190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4857750"/>
            <a:ext cx="152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30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0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30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3000" dirty="0" spc="-2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thưởng</a:t>
            </a:r>
            <a:r>
              <a:rPr lang="en-US" sz="3000" dirty="0" spc="-3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0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30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r>
              <a:rPr lang="en-US" sz="3000" dirty="0" spc="-3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cường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95400" y="5619750"/>
            <a:ext cx="352425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19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950" dirty="0"/>
          </a:p>
        </p:txBody>
      </p:sp>
      <p:sp>
        <p:nvSpPr>
          <p:cNvPr id="14" name="Connector line-1792289385254-168709883"/>
          <p:cNvSpPr/>
          <p:nvPr/>
        </p:nvSpPr>
        <p:spPr>
          <a:xfrm>
            <a:off x="4914900" y="6076950"/>
            <a:ext cx="55245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562600" y="5619750"/>
            <a:ext cx="352425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Huấn</a:t>
            </a: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endParaRPr lang="en-US" sz="1950" dirty="0"/>
          </a:p>
        </p:txBody>
      </p:sp>
      <p:sp>
        <p:nvSpPr>
          <p:cNvPr id="16" name="Connector line-1792289385256-295465647"/>
          <p:cNvSpPr/>
          <p:nvPr/>
        </p:nvSpPr>
        <p:spPr>
          <a:xfrm>
            <a:off x="9182100" y="6076950"/>
            <a:ext cx="55245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829800" y="5619750"/>
            <a:ext cx="352425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19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cường</a:t>
            </a:r>
            <a:endParaRPr lang="en-US" sz="1950" dirty="0"/>
          </a:p>
        </p:txBody>
      </p:sp>
      <p:sp>
        <p:nvSpPr>
          <p:cNvPr id="18" name="Connector line-1792289385259-147500780"/>
          <p:cNvSpPr/>
          <p:nvPr/>
        </p:nvSpPr>
        <p:spPr>
          <a:xfrm>
            <a:off x="13449300" y="6076950"/>
            <a:ext cx="55245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4097000" y="5619750"/>
            <a:ext cx="2895600" cy="914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7334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3EEE3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48665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33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33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33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người.</a:t>
            </a:r>
            <a:endParaRPr lang="en-US" sz="330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35189cad-db4a-459c-aa26-8856d9dd74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BƯỚC</a:t>
            </a:r>
            <a:r>
              <a:rPr lang="en-US" sz="1950" spc="222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4,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5,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9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8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4953000" cy="3143250"/>
          </a:xfrm>
          <a:prstGeom prst="roundRect">
            <a:avLst>
              <a:gd name="adj" fmla="val 7273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67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419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36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95400" y="4724400"/>
            <a:ext cx="41910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 token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667500" y="2762250"/>
            <a:ext cx="4953000" cy="3143250"/>
          </a:xfrm>
          <a:prstGeom prst="roundRect">
            <a:avLst>
              <a:gd name="adj" fmla="val 7273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7048500" y="3067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048500" y="3905250"/>
            <a:ext cx="419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Sinh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36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048500" y="4724400"/>
            <a:ext cx="41910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4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4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420600" y="2762250"/>
            <a:ext cx="4953000" cy="3143250"/>
          </a:xfrm>
          <a:prstGeom prst="roundRect">
            <a:avLst>
              <a:gd name="adj" fmla="val 7273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0" y="306705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801600" y="3905250"/>
            <a:ext cx="419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36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2801600" y="4724400"/>
            <a:ext cx="41910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 trả lời</a:t>
            </a:r>
            <a:endParaRPr lang="en-US" sz="2400" dirty="0"/>
          </a:p>
        </p:txBody>
      </p:sp>
      <p:sp>
        <p:nvSpPr>
          <p:cNvPr id="16" name="Connector line-1792289386131-520334459"/>
          <p:cNvSpPr/>
          <p:nvPr/>
        </p:nvSpPr>
        <p:spPr>
          <a:xfrm>
            <a:off x="5962650" y="4333875"/>
            <a:ext cx="6096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289386131-348200221"/>
          <p:cNvSpPr/>
          <p:nvPr/>
        </p:nvSpPr>
        <p:spPr>
          <a:xfrm>
            <a:off x="11715750" y="4333875"/>
            <a:ext cx="6096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289386132-749475764"/>
          <p:cNvSpPr/>
          <p:nvPr/>
        </p:nvSpPr>
        <p:spPr>
          <a:xfrm>
            <a:off x="9144000" y="5905500"/>
            <a:ext cx="0" cy="38100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7048500" y="6286500"/>
            <a:ext cx="4191000" cy="6858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Lặp</a:t>
            </a:r>
            <a:r>
              <a:rPr lang="en-US" sz="24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b="1" dirty="0" spc="-2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33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33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r>
              <a:rPr lang="en-US" sz="33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3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tiếp,</a:t>
            </a:r>
            <a:r>
              <a:rPr lang="en-US" sz="33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3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xong.</a:t>
            </a:r>
            <a:endParaRPr lang="en-US" sz="330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a896376b-c943-4cc9-bb47-9cf542af65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Hợp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78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3143250" cy="533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1950" b="1" spc="12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13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6" name="Text richtext-1792289457594-287999778"/>
          <p:cNvSpPr/>
          <p:nvPr/>
        </p:nvSpPr>
        <p:spPr>
          <a:xfrm>
            <a:off x="1295400" y="3905250"/>
            <a:ext cx="7239000" cy="3143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Mô</a:t>
            </a:r>
            <a:r>
              <a:rPr lang="en-US" sz="28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 sinh</a:t>
            </a:r>
            <a:r>
              <a:rPr lang="en-US" sz="28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văn</a:t>
            </a:r>
            <a:r>
              <a:rPr lang="en-US" sz="28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8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8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vẻ</a:t>
            </a:r>
            <a:r>
              <a:rPr lang="en-US" sz="28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</a:t>
            </a:r>
            <a:r>
              <a:rPr lang="en-US" sz="28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lý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8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8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850" dirty="0" spc="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28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câu</a:t>
            </a:r>
            <a:r>
              <a:rPr lang="en-US" sz="28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8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 sự thật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8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8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</a:t>
            </a:r>
            <a:r>
              <a:rPr lang="en-US" sz="28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sai</a:t>
            </a:r>
            <a:r>
              <a:rPr lang="en-US" sz="28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</a:t>
            </a:r>
            <a:r>
              <a:rPr lang="en-US" sz="28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8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8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9753600" y="3086100"/>
            <a:ext cx="314325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1950" b="1" spc="14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154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950" dirty="0"/>
          </a:p>
        </p:txBody>
      </p:sp>
      <p:sp>
        <p:nvSpPr>
          <p:cNvPr id="9" name="Text richtext-1792289457619-940006968"/>
          <p:cNvSpPr/>
          <p:nvPr/>
        </p:nvSpPr>
        <p:spPr>
          <a:xfrm>
            <a:off x="9753600" y="3905250"/>
            <a:ext cx="7239000" cy="3143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 sơ</a:t>
            </a:r>
            <a:r>
              <a:rPr lang="en-US" sz="28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</a:t>
            </a:r>
            <a:r>
              <a:rPr lang="en-US" sz="28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vẽ</a:t>
            </a:r>
            <a:r>
              <a:rPr lang="en-US" sz="28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28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duyệt</a:t>
            </a:r>
            <a:r>
              <a:rPr lang="en-US" sz="28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quanh ChatGPT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OpenAI không</a:t>
            </a:r>
            <a:r>
              <a:rPr lang="en-US" sz="28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8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</a:t>
            </a:r>
            <a:r>
              <a:rPr lang="en-US" sz="28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đầy</a:t>
            </a:r>
            <a:r>
              <a:rPr lang="en-US" sz="28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đủ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Hình</a:t>
            </a:r>
            <a:r>
              <a:rPr lang="en-US" sz="28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này</a:t>
            </a:r>
            <a:r>
              <a:rPr lang="en-US" sz="28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8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vẽ</a:t>
            </a:r>
            <a:r>
              <a:rPr lang="en-US" sz="28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</a:t>
            </a:r>
            <a:r>
              <a:rPr lang="en-US" sz="28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28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</a:t>
            </a:r>
            <a:r>
              <a:rPr lang="en-US" sz="28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chế đã xác nhận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r>
              <a:rPr lang="en-US" sz="3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33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</a:t>
            </a: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đầy</a:t>
            </a: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đủ.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Text 2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8d7d059-242a-40ec-b77d-4e7d28d8cc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14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771900"/>
            <a:ext cx="5334000" cy="457200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Sau</a:t>
            </a:r>
            <a:r>
              <a:rPr lang="en-US" sz="31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tiền</a:t>
            </a:r>
            <a:r>
              <a:rPr lang="en-US" sz="31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huấn</a:t>
            </a:r>
            <a:r>
              <a:rPr lang="en-US" sz="31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luyện,</a:t>
            </a:r>
            <a:r>
              <a:rPr lang="en-US" sz="31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31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315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31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31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3150" dirty="0" spc="-2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yêu</a:t>
            </a:r>
            <a:r>
              <a:rPr lang="en-US" sz="31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31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tốt.</a:t>
            </a:r>
            <a:r>
              <a:rPr lang="en-US" sz="31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r>
              <a:rPr lang="en-US" sz="31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r>
              <a:rPr lang="en-US" sz="31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31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31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31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</a:t>
            </a:r>
            <a:r>
              <a:rPr lang="en-US" sz="31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khắc</a:t>
            </a:r>
            <a:r>
              <a:rPr lang="en-US" sz="31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phục</a:t>
            </a:r>
            <a:r>
              <a:rPr lang="en-US" sz="3150" dirty="0" spc="2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31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đó?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32004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150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001000" y="4191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8877300" y="4057650"/>
            <a:ext cx="811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 chỉnh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877300" y="4629150"/>
            <a:ext cx="811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2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-2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001000" y="62865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8877300" y="6153150"/>
            <a:ext cx="811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3: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77300" y="6724650"/>
            <a:ext cx="8115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2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250" dirty="0" spc="2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2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2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250" dirty="0" spc="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cường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5b9db8e-32c5-4e48-9f8d-c2e512e40e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InstructGPT</a:t>
            </a:r>
            <a:r>
              <a:rPr lang="en-US" sz="78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ChatGPT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86100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23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INSTRUCTGPT</a:t>
            </a:r>
            <a:endParaRPr lang="en-US" sz="1950" dirty="0"/>
          </a:p>
        </p:txBody>
      </p:sp>
      <p:sp>
        <p:nvSpPr>
          <p:cNvPr id="6" name="Text richtext-1792289459453-983570970"/>
          <p:cNvSpPr/>
          <p:nvPr/>
        </p:nvSpPr>
        <p:spPr>
          <a:xfrm>
            <a:off x="12954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Tinh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chỉnh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minh họa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3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Xếp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hạng</a:t>
            </a:r>
            <a:r>
              <a:rPr lang="en-US" sz="27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r>
              <a:rPr lang="en-US" sz="27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ra,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huấn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luyện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 thưởng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8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Tối</a:t>
            </a:r>
            <a:r>
              <a:rPr lang="en-US" sz="2700" dirty="0" spc="3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ưu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 học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tăng cường PPO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086100"/>
            <a:ext cx="34290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63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1950" b="1" spc="15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950" b="1" spc="12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b="1" spc="113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1950" dirty="0"/>
          </a:p>
        </p:txBody>
      </p:sp>
      <p:sp>
        <p:nvSpPr>
          <p:cNvPr id="9" name="Text richtext-1792289459461-521705757"/>
          <p:cNvSpPr/>
          <p:nvPr/>
        </p:nvSpPr>
        <p:spPr>
          <a:xfrm>
            <a:off x="68580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Người</a:t>
            </a:r>
            <a:r>
              <a:rPr lang="en-US" sz="27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đánh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</a:t>
            </a:r>
            <a:r>
              <a:rPr lang="en-US" sz="270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ưa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 hình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1,3 tỷ tham số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Đã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tinh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chỉnh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 cách này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Hơn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GPT-3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175 tỷ tham số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2762250"/>
            <a:ext cx="5334000" cy="4476750"/>
          </a:xfrm>
          <a:prstGeom prst="roundRect">
            <a:avLst>
              <a:gd name="adj" fmla="val 510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20600" y="3086100"/>
            <a:ext cx="2286000" cy="533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04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CHATGPT</a:t>
            </a:r>
            <a:endParaRPr lang="en-US" sz="1950" dirty="0"/>
          </a:p>
        </p:txBody>
      </p:sp>
      <p:sp>
        <p:nvSpPr>
          <p:cNvPr id="12" name="Text richtext-1792289459468-582510420"/>
          <p:cNvSpPr/>
          <p:nvPr/>
        </p:nvSpPr>
        <p:spPr>
          <a:xfrm>
            <a:off x="12420600" y="3905250"/>
            <a:ext cx="4572000" cy="3143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OpenAI:</a:t>
            </a:r>
            <a:r>
              <a:rPr lang="en-US" sz="27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phương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pháp</a:t>
            </a:r>
            <a:r>
              <a:rPr lang="en-US" sz="27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tương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InstructGPT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Bắt</a:t>
            </a:r>
            <a:r>
              <a:rPr lang="en-US" sz="27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 hình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dòng GPT-3.5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Chi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tiết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bố đủ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772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7334" rIns="0" bIns="-7334" rtlCol="0" anchor="ctr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3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suy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33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kiến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3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tại.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Text 23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b0f6c2a-b5ed-4084-9c4c-4f019979b5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3943350" cy="3048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6670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81100" y="3486150"/>
            <a:ext cx="3429000" cy="20193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8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Reinforcement</a:t>
            </a:r>
            <a:r>
              <a:rPr lang="en-US" sz="1800" dirty="0" spc="-8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Learning</a:t>
            </a:r>
            <a:endParaRPr lang="en-US" sz="18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cường</a:t>
            </a:r>
            <a:endParaRPr lang="en-US" sz="180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nhiều</a:t>
            </a:r>
            <a:r>
              <a:rPr lang="en-US" sz="19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cách,</a:t>
            </a:r>
            <a:r>
              <a:rPr lang="en-US" sz="1950" dirty="0" spc="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thưởng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làm</a:t>
            </a:r>
            <a:r>
              <a:rPr lang="en-US" sz="1950" dirty="0" spc="-1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86350" y="2552700"/>
            <a:ext cx="3943350" cy="3048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5353050" y="26670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PPO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353050" y="3486150"/>
            <a:ext cx="3429000" cy="20193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4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Proximal Policy</a:t>
            </a:r>
            <a:r>
              <a:rPr lang="en-US" sz="1800" dirty="0" spc="-3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Optimization</a:t>
            </a:r>
            <a:endParaRPr lang="en-US" sz="18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 toán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 cường</a:t>
            </a:r>
            <a:endParaRPr lang="en-US" sz="180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dirty="0" spc="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</a:t>
            </a: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1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950" dirty="0" spc="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58300" y="2552700"/>
            <a:ext cx="3943350" cy="3048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26670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GPT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525000" y="3486150"/>
            <a:ext cx="3429000" cy="20193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-1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Generative Pretrained</a:t>
            </a:r>
            <a:r>
              <a:rPr lang="en-US" sz="1800" dirty="0" spc="-17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Transformer</a:t>
            </a:r>
            <a:endParaRPr lang="en-US" sz="18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 ngữ</a:t>
            </a:r>
            <a:endParaRPr lang="en-US" sz="180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Huấn</a:t>
            </a:r>
            <a:r>
              <a:rPr lang="en-US" sz="19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1950" dirty="0" spc="-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950" dirty="0" spc="-1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3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430250" y="2552700"/>
            <a:ext cx="3943350" cy="3048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696950" y="2667000"/>
            <a:ext cx="342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3696950" y="3486150"/>
            <a:ext cx="3429000" cy="20193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 spc="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Artificial</a:t>
            </a:r>
            <a:r>
              <a:rPr lang="en-US" sz="1800" dirty="0" spc="-7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Intelligence</a:t>
            </a:r>
            <a:endParaRPr lang="en-US" sz="18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180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950" dirty="0" spc="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dirty="0" spc="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 thông minh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5829300"/>
            <a:ext cx="16459200" cy="304800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198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1" kern="0" dirty="0">
                <a:solidFill>
                  <a:srgbClr val="A3A09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753600" y="60198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</a:t>
            </a:r>
            <a:endParaRPr lang="en-US" sz="1950" dirty="0"/>
          </a:p>
        </p:txBody>
      </p:sp>
      <p:sp>
        <p:nvSpPr>
          <p:cNvPr id="19" name="Text richtext-1792289460333-743277880"/>
          <p:cNvSpPr/>
          <p:nvPr/>
        </p:nvSpPr>
        <p:spPr>
          <a:xfrm>
            <a:off x="1295400" y="6572250"/>
            <a:ext cx="15697200" cy="2190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ByteByteGo: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2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InstructGPT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(arXiv):</a:t>
            </a:r>
            <a:r>
              <a:rPr lang="en-US" sz="22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trang</a:t>
            </a:r>
            <a:r>
              <a:rPr lang="en-US" sz="22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mở</a:t>
            </a:r>
            <a:r>
              <a:rPr lang="en-US" sz="22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được;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2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trích đoạn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PPO: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2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2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tóm</a:t>
            </a:r>
            <a:r>
              <a:rPr lang="en-US" sz="22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tắt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cấp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OpenAI,</a:t>
            </a:r>
            <a:r>
              <a:rPr lang="en-US" sz="22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Introducing ChatGPT: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2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trích đoạn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tìm</a:t>
            </a:r>
            <a:r>
              <a:rPr lang="en-US" sz="22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kiếm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C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Text 28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3A09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08774a87-6218-4746-b90e-be8c9f3bb0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2026-10-18T06:48:40Z</dcterms:created>
  <dcterms:modified xsi:type="dcterms:W3CDTF">2026-10-18T06:48:40Z</dcterms:modified>
</cp:coreProperties>
</file>