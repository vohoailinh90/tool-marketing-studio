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6667500" cy="24955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SQL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47625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143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ctr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 từng lệnh,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14400" y="57150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ctr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-5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34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4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450" dirty="0" spc="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3450" dirty="0" spc="-1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345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sao.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14400" y="710565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9913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77240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65810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843915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83248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049000" y="1047750"/>
            <a:ext cx="5715000" cy="5715000"/>
          </a:xfrm>
          <a:prstGeom prst="rect">
            <a:avLst/>
          </a:prstGeom>
          <a:noFill/>
          <a:ln/>
        </p:spPr>
        <p:txBody>
          <a:bodyPr wrap="square" lIns="0" tIns="379984" rIns="0" bIns="-379984" rtlCol="0" anchor="ctr"/>
          <a:lstStyle/>
          <a:p>
            <a:pPr algn="ctr" indent="0" marL="0">
              <a:lnSpc>
                <a:spcPts val="37400"/>
              </a:lnSpc>
              <a:buNone/>
            </a:pPr>
            <a:r>
              <a:rPr lang="en-US" sz="374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7400" dirty="0"/>
          </a:p>
        </p:txBody>
      </p:sp>
      <p:sp>
        <p:nvSpPr>
          <p:cNvPr id="14" name="Text 12"/>
          <p:cNvSpPr/>
          <p:nvPr/>
        </p:nvSpPr>
        <p:spPr>
          <a:xfrm>
            <a:off x="11049000" y="6572250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phép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10477500" y="7810500"/>
            <a:ext cx="68580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1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r>
              <a:rPr lang="en-US" sz="2100" dirty="0" spc="-1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21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3.45.1,</a:t>
            </a:r>
            <a:r>
              <a:rPr lang="en-US" sz="210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</a:t>
            </a:r>
            <a:r>
              <a:rPr lang="en-US" sz="2100" dirty="0" spc="-1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faee3453-2584-4afd-a77d-a44f5cc335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</a:t>
            </a:r>
            <a:r>
              <a:rPr lang="en-US" sz="1950" spc="22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 VIỆC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LÀM, KHÔNG</a:t>
            </a:r>
            <a:r>
              <a:rPr lang="en-US" sz="1950" spc="22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950" spc="20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1950" spc="20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dạy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30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30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30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30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làm.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1645920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238500"/>
            <a:ext cx="1905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DDL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3429000" y="3238500"/>
            <a:ext cx="136207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Tạo,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152900"/>
            <a:ext cx="16459200" cy="838200"/>
          </a:xfrm>
          <a:prstGeom prst="roundRect">
            <a:avLst>
              <a:gd name="adj" fmla="val 20455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52900"/>
            <a:ext cx="1905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DQL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3429000" y="4152900"/>
            <a:ext cx="136207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5067300"/>
            <a:ext cx="1645920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5067300"/>
            <a:ext cx="1905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DML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3429000" y="5067300"/>
            <a:ext cx="136207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Thêm,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5981700"/>
            <a:ext cx="16459200" cy="838200"/>
          </a:xfrm>
          <a:prstGeom prst="roundRect">
            <a:avLst>
              <a:gd name="adj" fmla="val 20455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5981700"/>
            <a:ext cx="1905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DCL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3429000" y="5981700"/>
            <a:ext cx="136207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hồi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6896100"/>
            <a:ext cx="1645920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6896100"/>
            <a:ext cx="1905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TCL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3429000" y="6896100"/>
            <a:ext cx="136207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80581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3D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80581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805815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9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đủ: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SELECT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…</a:t>
            </a:r>
            <a:r>
              <a:rPr lang="en-US" sz="24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INTO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mới,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SELECT</a:t>
            </a: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nextval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Text 31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2fcb733-a1d6-4309-8803-6b02094a13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10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1950" spc="16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 KHÔNG?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BEGIN,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ROLLBACK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1428750" y="2495550"/>
            <a:ext cx="22860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49555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7429500" y="2495550"/>
            <a:ext cx="3048000" cy="6096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7429500" y="249555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PostgreSQL</a:t>
            </a:r>
            <a:endParaRPr lang="en-US" sz="2250" dirty="0"/>
          </a:p>
        </p:txBody>
      </p:sp>
      <p:sp>
        <p:nvSpPr>
          <p:cNvPr id="8" name="Connector line-1792305097421-557008981"/>
          <p:cNvSpPr/>
          <p:nvPr/>
        </p:nvSpPr>
        <p:spPr>
          <a:xfrm>
            <a:off x="2571750" y="3181350"/>
            <a:ext cx="0" cy="462915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9" name="Connector line-1792305097421-831065641"/>
          <p:cNvSpPr/>
          <p:nvPr/>
        </p:nvSpPr>
        <p:spPr>
          <a:xfrm>
            <a:off x="8953500" y="3181350"/>
            <a:ext cx="0" cy="462915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0" name="Connector line-1792305097422-961091121"/>
          <p:cNvSpPr/>
          <p:nvPr/>
        </p:nvSpPr>
        <p:spPr>
          <a:xfrm>
            <a:off x="2571750" y="3905250"/>
            <a:ext cx="63055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86050" y="34480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BEGIN</a:t>
            </a:r>
            <a:endParaRPr lang="en-US" sz="2100" dirty="0"/>
          </a:p>
        </p:txBody>
      </p:sp>
      <p:sp>
        <p:nvSpPr>
          <p:cNvPr id="12" name="Connector line-1792305097425-598745110"/>
          <p:cNvSpPr/>
          <p:nvPr/>
        </p:nvSpPr>
        <p:spPr>
          <a:xfrm>
            <a:off x="2571750" y="4762500"/>
            <a:ext cx="63055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686050" y="42481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8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r>
              <a:rPr lang="en-US" sz="1908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bảng,</a:t>
            </a:r>
            <a:r>
              <a:rPr lang="en-US" sz="1908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1908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cột,</a:t>
            </a:r>
            <a:r>
              <a:rPr lang="en-US" sz="1908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1908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bảng,</a:t>
            </a:r>
            <a:r>
              <a:rPr lang="en-US" sz="1908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TRUNCATE,</a:t>
            </a:r>
            <a:r>
              <a:rPr lang="en-US" sz="1908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GRANT</a:t>
            </a:r>
            <a:endParaRPr lang="en-US" sz="1908" dirty="0"/>
          </a:p>
        </p:txBody>
      </p:sp>
      <p:sp>
        <p:nvSpPr>
          <p:cNvPr id="14" name="Connector line-1792305097433-378619819"/>
          <p:cNvSpPr/>
          <p:nvPr/>
        </p:nvSpPr>
        <p:spPr>
          <a:xfrm>
            <a:off x="2571750" y="5619750"/>
            <a:ext cx="63055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686050" y="51054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SELECT nextval('ord_seq') → 1</a:t>
            </a:r>
            <a:endParaRPr lang="en-US" sz="1950" dirty="0"/>
          </a:p>
        </p:txBody>
      </p:sp>
      <p:sp>
        <p:nvSpPr>
          <p:cNvPr id="16" name="Connector line-1792305097439-264120006"/>
          <p:cNvSpPr/>
          <p:nvPr/>
        </p:nvSpPr>
        <p:spPr>
          <a:xfrm>
            <a:off x="2571750" y="6477000"/>
            <a:ext cx="63055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686050" y="596265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ROLLBACK</a:t>
            </a:r>
            <a:endParaRPr lang="en-US" sz="2100" dirty="0"/>
          </a:p>
        </p:txBody>
      </p:sp>
      <p:sp>
        <p:nvSpPr>
          <p:cNvPr id="18" name="Connector line-1792305097441-277541488"/>
          <p:cNvSpPr/>
          <p:nvPr/>
        </p:nvSpPr>
        <p:spPr>
          <a:xfrm>
            <a:off x="2571750" y="7334250"/>
            <a:ext cx="63055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686050" y="68199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SELECT nextval('ord_seq') → 2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8096250"/>
            <a:ext cx="9620250" cy="952500"/>
          </a:xfrm>
          <a:prstGeom prst="roundRect">
            <a:avLst>
              <a:gd name="adj" fmla="val 22000"/>
            </a:avLst>
          </a:prstGeom>
          <a:solidFill>
            <a:srgbClr val="DDE3FA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8096250"/>
            <a:ext cx="9001125" cy="9525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SQLite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 DDL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thử.</a:t>
            </a:r>
            <a:r>
              <a:rPr lang="en-US" sz="22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Đừng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2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vậy.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239500" y="2495550"/>
            <a:ext cx="6134100" cy="6553200"/>
          </a:xfrm>
          <a:prstGeom prst="roundRect">
            <a:avLst>
              <a:gd name="adj" fmla="val 4348"/>
            </a:avLst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11620500" y="28003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1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 ROLLBACK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620500" y="3752850"/>
            <a:ext cx="133350" cy="1333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925300" y="3524250"/>
            <a:ext cx="5143500" cy="1238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còn,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orders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1620500" y="5467350"/>
            <a:ext cx="133350" cy="1333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925300" y="5238750"/>
            <a:ext cx="5143500" cy="1238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1620500" y="71818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Text 27"/>
          <p:cNvSpPr/>
          <p:nvPr/>
        </p:nvSpPr>
        <p:spPr>
          <a:xfrm>
            <a:off x="11925300" y="6953250"/>
            <a:ext cx="5143500" cy="1238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550" dirty="0" spc="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</a:t>
            </a:r>
            <a:r>
              <a:rPr lang="en-US" sz="255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55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tác:</a:t>
            </a:r>
            <a:r>
              <a:rPr lang="en-US" sz="2550" dirty="0" spc="-2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55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1,</a:t>
            </a:r>
            <a:r>
              <a:rPr lang="en-US" sz="2550" dirty="0" spc="-1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 ra 2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Text 38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b3e3fa98-46f0-45cd-80f3-b76d036907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hệ,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hai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dirty="0" spc="-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8001000" cy="4286250"/>
          </a:xfrm>
          <a:prstGeom prst="roundRect">
            <a:avLst>
              <a:gd name="adj" fmla="val 622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238500"/>
            <a:ext cx="95250" cy="428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5052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3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1295400" y="462915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44005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3.45.1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95400" y="548640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52578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3.13.16,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95400" y="6629400"/>
            <a:ext cx="133350" cy="1333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64008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72600" y="3238500"/>
            <a:ext cx="8001000" cy="4286250"/>
          </a:xfrm>
          <a:prstGeom prst="roundRect">
            <a:avLst>
              <a:gd name="adj" fmla="val 6222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3238500"/>
            <a:ext cx="95250" cy="428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9753600" y="35052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9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9753600" y="46291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44005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MySQL,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Oracle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753600" y="548640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5257800"/>
            <a:ext cx="7048500" cy="857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chúng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753600" y="662940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64008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Hãy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14400" y="7867650"/>
            <a:ext cx="16459200" cy="1181100"/>
          </a:xfrm>
          <a:prstGeom prst="roundRect">
            <a:avLst>
              <a:gd name="adj" fmla="val 19355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7867650"/>
            <a:ext cx="95250" cy="1181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333500" y="7867650"/>
            <a:ext cx="15716250" cy="11811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5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 cũng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 nhau</a:t>
            </a: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sách.</a:t>
            </a:r>
            <a:r>
              <a:rPr lang="en-US" sz="255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Đừng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nhãn,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hãy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 lệnh làm gì.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Text 34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8439c699-f251-4d96-a844-9ff411b78a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spc="209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SELECT</a:t>
            </a:r>
            <a:r>
              <a:rPr lang="en-US" sz="1950" spc="228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…</a:t>
            </a:r>
            <a:r>
              <a:rPr lang="en-US" sz="1950" spc="210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FOR</a:t>
            </a:r>
            <a:r>
              <a:rPr lang="en-US" sz="1950" spc="188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UPDATE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78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</a:t>
            </a:r>
            <a:r>
              <a:rPr lang="en-US" sz="78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30480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362450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972050"/>
            <a:ext cx="304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dirty="0" spc="-4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950" dirty="0" spc="-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1950" dirty="0" spc="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195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334000" y="3810000"/>
            <a:ext cx="3048000" cy="952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0" y="3810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28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id</a:t>
            </a:r>
            <a:r>
              <a:rPr lang="en-US" sz="28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=</a:t>
            </a:r>
            <a:r>
              <a:rPr lang="en-US" sz="28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5334000" y="6667500"/>
            <a:ext cx="30480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0" y="66675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28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id</a:t>
            </a:r>
            <a:r>
              <a:rPr lang="en-US" sz="28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=</a:t>
            </a:r>
            <a:r>
              <a:rPr lang="en-US" sz="28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2850" dirty="0"/>
          </a:p>
        </p:txBody>
      </p:sp>
      <p:sp>
        <p:nvSpPr>
          <p:cNvPr id="11" name="Connector line-1792305148643-308646945"/>
          <p:cNvSpPr/>
          <p:nvPr/>
        </p:nvSpPr>
        <p:spPr>
          <a:xfrm flipV="1">
            <a:off x="4038600" y="4381500"/>
            <a:ext cx="1219200" cy="2857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905250" y="40386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0" y="2857500"/>
            <a:ext cx="6896100" cy="10477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20400" y="2990850"/>
            <a:ext cx="628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B:</a:t>
            </a:r>
            <a:r>
              <a:rPr lang="en-US" sz="24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820400" y="340995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100" dirty="0" spc="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100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0" y="4095750"/>
            <a:ext cx="6896100" cy="1238250"/>
          </a:xfrm>
          <a:prstGeom prst="roundRect">
            <a:avLst>
              <a:gd name="adj" fmla="val 16923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20400" y="4248150"/>
            <a:ext cx="628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B:</a:t>
            </a:r>
            <a:r>
              <a:rPr lang="en-US" sz="2400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UPDATE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820400" y="470535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phải chờ</a:t>
            </a:r>
            <a:r>
              <a:rPr lang="en-US" sz="210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100" dirty="0" spc="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100" dirty="0" spc="-4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nhả</a:t>
            </a:r>
            <a:r>
              <a:rPr lang="en-US" sz="2100" dirty="0" spc="-5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477500" y="6667500"/>
            <a:ext cx="6896100" cy="10477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20400" y="6800850"/>
            <a:ext cx="6286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B:</a:t>
            </a:r>
            <a:r>
              <a:rPr lang="en-US" sz="2400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UPDATE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 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820400" y="721995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100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100" dirty="0"/>
          </a:p>
        </p:txBody>
      </p:sp>
      <p:sp>
        <p:nvSpPr>
          <p:cNvPr id="22" name="Connector line-1792305148659-979993848"/>
          <p:cNvSpPr/>
          <p:nvPr/>
        </p:nvSpPr>
        <p:spPr>
          <a:xfrm flipV="1">
            <a:off x="8458200" y="3429000"/>
            <a:ext cx="1943100" cy="6667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305148659-737539523"/>
          <p:cNvSpPr/>
          <p:nvPr/>
        </p:nvSpPr>
        <p:spPr>
          <a:xfrm>
            <a:off x="8458200" y="4476750"/>
            <a:ext cx="1943100" cy="238125"/>
          </a:xfrm>
          <a:prstGeom prst="line">
            <a:avLst/>
          </a:prstGeom>
          <a:noFill/>
          <a:ln w="6667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4" name="Connector line-1792305148659-683192838"/>
          <p:cNvSpPr/>
          <p:nvPr/>
        </p:nvSpPr>
        <p:spPr>
          <a:xfrm>
            <a:off x="8458200" y="7143750"/>
            <a:ext cx="1943100" cy="47625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" y="8096250"/>
            <a:ext cx="16459200" cy="952500"/>
          </a:xfrm>
          <a:prstGeom prst="roundRect">
            <a:avLst>
              <a:gd name="adj" fmla="val 22000"/>
            </a:avLst>
          </a:prstGeom>
          <a:solidFill>
            <a:srgbClr val="F8D9D0"/>
          </a:solidFill>
          <a:ln/>
        </p:spPr>
      </p:sp>
      <p:sp>
        <p:nvSpPr>
          <p:cNvPr id="26" name="Text 24"/>
          <p:cNvSpPr/>
          <p:nvPr/>
        </p:nvSpPr>
        <p:spPr>
          <a:xfrm>
            <a:off x="1295400" y="8172450"/>
            <a:ext cx="1571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Với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lock_timeout 500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mili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 khóa.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95400" y="8629650"/>
            <a:ext cx="1571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Text 36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c4c8813a-8d67-400a-9578-e7e8515774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MỤC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1950" spc="19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1950" spc="19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8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đáp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án,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chạy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SQLite,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200.000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3000" dirty="0" spc="-1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000" dirty="0" spc="-3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40,</a:t>
            </a:r>
            <a:r>
              <a:rPr lang="en-US" sz="3000" dirty="0" spc="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-1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29000" y="314325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223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</a:t>
            </a:r>
            <a:r>
              <a:rPr lang="en-US" sz="2100" spc="197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0" y="314325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226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2100" spc="225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100" spc="217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100" spc="223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BÌNH,</a:t>
            </a:r>
            <a:r>
              <a:rPr lang="en-US" sz="2100" spc="225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</a:t>
            </a:r>
            <a:r>
              <a:rPr lang="en-US" sz="2100" spc="224" kern="0" dirty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638550"/>
            <a:ext cx="2286000" cy="21907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5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endParaRPr lang="en-US" sz="30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3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29000" y="3638550"/>
            <a:ext cx="6858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3638550"/>
            <a:ext cx="95250" cy="219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3810000" y="39624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SCAN</a:t>
            </a:r>
            <a:r>
              <a:rPr lang="en-US" sz="37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3810000" y="476250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240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515600" y="3638550"/>
            <a:ext cx="6858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0" y="3638550"/>
            <a:ext cx="95250" cy="219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0896600" y="39624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khoảng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</a:t>
            </a:r>
            <a:r>
              <a:rPr lang="en-US" sz="33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mili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896600" y="476250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 bình,</a:t>
            </a:r>
            <a:r>
              <a:rPr lang="en-US" sz="2400" dirty="0" spc="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6057900"/>
            <a:ext cx="2286000" cy="21907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429000" y="6057900"/>
            <a:ext cx="6858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6057900"/>
            <a:ext cx="95250" cy="219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3810000" y="630555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SEARCH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USING</a:t>
            </a:r>
            <a:r>
              <a:rPr lang="en-US" sz="24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COVERING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 idx_k</a:t>
            </a: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(k=?)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810000" y="7524750"/>
            <a:ext cx="609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chỉ</a:t>
            </a: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515600" y="6057900"/>
            <a:ext cx="6858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0" y="6057900"/>
            <a:ext cx="95250" cy="2190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3" name="Text 21"/>
          <p:cNvSpPr/>
          <p:nvPr/>
        </p:nvSpPr>
        <p:spPr>
          <a:xfrm>
            <a:off x="10896600" y="62865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dưới</a:t>
            </a:r>
            <a:r>
              <a:rPr lang="en-US" sz="3300" dirty="0" spc="-3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0,02</a:t>
            </a: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mili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0896600" y="70485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0,005;</a:t>
            </a:r>
            <a:r>
              <a:rPr lang="en-US" sz="1800" dirty="0" spc="-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0,016.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8477250"/>
            <a:ext cx="164592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8477250"/>
            <a:ext cx="95250" cy="666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500" y="847725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22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máy,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 tốc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chung.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Text 36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ed74fe28-089b-4147-8f2c-e56979d635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1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11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 KHÔNG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1950" spc="228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1950" spc="21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spc="20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Quên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commit(),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</a:t>
            </a: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sqlite3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1432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2850" dirty="0" spc="-1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28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commit()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3695700"/>
            <a:ext cx="48006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86715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INSERT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8250" y="4476750"/>
            <a:ext cx="419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250" dirty="0"/>
          </a:p>
        </p:txBody>
      </p:sp>
      <p:sp>
        <p:nvSpPr>
          <p:cNvPr id="9" name="Connector line-1792305209101-503859126"/>
          <p:cNvSpPr/>
          <p:nvPr/>
        </p:nvSpPr>
        <p:spPr>
          <a:xfrm>
            <a:off x="5791200" y="4410075"/>
            <a:ext cx="8763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43700" y="3695700"/>
            <a:ext cx="48006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7550" y="386715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Đóng</a:t>
            </a:r>
            <a:r>
              <a:rPr lang="en-US" sz="30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67550" y="4476750"/>
            <a:ext cx="419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commit()</a:t>
            </a:r>
            <a:endParaRPr lang="en-US" sz="2250" dirty="0"/>
          </a:p>
        </p:txBody>
      </p:sp>
      <p:sp>
        <p:nvSpPr>
          <p:cNvPr id="13" name="Connector line-1792305209104-472269993"/>
          <p:cNvSpPr/>
          <p:nvPr/>
        </p:nvSpPr>
        <p:spPr>
          <a:xfrm>
            <a:off x="11620500" y="4410075"/>
            <a:ext cx="8763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573000" y="3695700"/>
            <a:ext cx="4800600" cy="1428750"/>
          </a:xfrm>
          <a:prstGeom prst="roundRect">
            <a:avLst>
              <a:gd name="adj" fmla="val 1600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96850" y="3848100"/>
            <a:ext cx="419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bảng,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896850" y="424815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r>
              <a:rPr lang="en-US" sz="45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914400" y="54673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2850" dirty="0" spc="-1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285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commit()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6019800"/>
            <a:ext cx="48006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8250" y="619125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INSERT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38250" y="6800850"/>
            <a:ext cx="419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250" dirty="0"/>
          </a:p>
        </p:txBody>
      </p:sp>
      <p:sp>
        <p:nvSpPr>
          <p:cNvPr id="21" name="Connector line-1792305209112-805697536"/>
          <p:cNvSpPr/>
          <p:nvPr/>
        </p:nvSpPr>
        <p:spPr>
          <a:xfrm>
            <a:off x="5791200" y="6734175"/>
            <a:ext cx="8763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43700" y="6019800"/>
            <a:ext cx="4800600" cy="142875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7550" y="6191250"/>
            <a:ext cx="419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commit()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067550" y="6800850"/>
            <a:ext cx="419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250" dirty="0"/>
          </a:p>
        </p:txBody>
      </p:sp>
      <p:sp>
        <p:nvSpPr>
          <p:cNvPr id="25" name="Connector line-1792305209116-520100462"/>
          <p:cNvSpPr/>
          <p:nvPr/>
        </p:nvSpPr>
        <p:spPr>
          <a:xfrm>
            <a:off x="11620500" y="6734175"/>
            <a:ext cx="8763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2573000" y="6019800"/>
            <a:ext cx="4800600" cy="142875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96850" y="6172200"/>
            <a:ext cx="419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bảng,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2896850" y="657225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5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4500" dirty="0"/>
          </a:p>
        </p:txBody>
      </p:sp>
      <p:sp>
        <p:nvSpPr>
          <p:cNvPr id="29" name="Shape 27"/>
          <p:cNvSpPr/>
          <p:nvPr/>
        </p:nvSpPr>
        <p:spPr>
          <a:xfrm>
            <a:off x="914400" y="7905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79057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1333500" y="790575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Đây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 dễ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mới.</a:t>
            </a:r>
            <a:endParaRPr lang="en-US" sz="285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Text 40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e6623789-9d78-413c-aabc-166769088a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THANG</a:t>
            </a:r>
            <a:r>
              <a:rPr lang="en-US" sz="1950" spc="221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181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Thang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</a:t>
            </a:r>
            <a:r>
              <a:rPr lang="en-US" sz="78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của</a:t>
            </a:r>
            <a:r>
              <a:rPr lang="en-US" sz="3000" dirty="0" spc="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300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3000" dirty="0" spc="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000" dirty="0" spc="-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14325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181100" y="3276600"/>
            <a:ext cx="571500" cy="571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32766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057400" y="3143250"/>
            <a:ext cx="990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SELECT,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WHERE, ORDER</a:t>
            </a:r>
            <a:r>
              <a:rPr lang="en-US" sz="2700" dirty="0" spc="-4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2668250" y="3295650"/>
            <a:ext cx="4476750" cy="533400"/>
          </a:xfrm>
          <a:prstGeom prst="roundRect">
            <a:avLst>
              <a:gd name="adj" fmla="val 50000"/>
            </a:avLst>
          </a:prstGeom>
          <a:solidFill>
            <a:srgbClr val="2A3270"/>
          </a:solidFill>
          <a:ln/>
        </p:spPr>
      </p:sp>
      <p:sp>
        <p:nvSpPr>
          <p:cNvPr id="10" name="Text 8"/>
          <p:cNvSpPr/>
          <p:nvPr/>
        </p:nvSpPr>
        <p:spPr>
          <a:xfrm>
            <a:off x="12668250" y="329565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9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195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195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407670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1100" y="4210050"/>
            <a:ext cx="571500" cy="571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42100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057400" y="4076700"/>
            <a:ext cx="990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GROUP</a:t>
            </a:r>
            <a:r>
              <a:rPr lang="en-US" sz="2700" dirty="0" spc="-4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2668250" y="4229100"/>
            <a:ext cx="4476750" cy="533400"/>
          </a:xfrm>
          <a:prstGeom prst="roundRect">
            <a:avLst>
              <a:gd name="adj" fmla="val 50000"/>
            </a:avLst>
          </a:prstGeom>
          <a:solidFill>
            <a:srgbClr val="2A3270"/>
          </a:solidFill>
          <a:ln/>
        </p:spPr>
      </p:sp>
      <p:sp>
        <p:nvSpPr>
          <p:cNvPr id="16" name="Text 14"/>
          <p:cNvSpPr/>
          <p:nvPr/>
        </p:nvSpPr>
        <p:spPr>
          <a:xfrm>
            <a:off x="12668250" y="422910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9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195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195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501015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1100" y="5143500"/>
            <a:ext cx="571500" cy="571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" y="51435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2057400" y="5010150"/>
            <a:ext cx="990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JOIN,</a:t>
            </a:r>
            <a:r>
              <a:rPr lang="en-US" sz="2700" dirty="0" spc="-3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LEFT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JOIN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12668250" y="5162550"/>
            <a:ext cx="4476750" cy="533400"/>
          </a:xfrm>
          <a:prstGeom prst="roundRect">
            <a:avLst>
              <a:gd name="adj" fmla="val 50000"/>
            </a:avLst>
          </a:prstGeom>
          <a:solidFill>
            <a:srgbClr val="2A3270"/>
          </a:solidFill>
          <a:ln/>
        </p:spPr>
      </p:sp>
      <p:sp>
        <p:nvSpPr>
          <p:cNvPr id="22" name="Text 20"/>
          <p:cNvSpPr/>
          <p:nvPr/>
        </p:nvSpPr>
        <p:spPr>
          <a:xfrm>
            <a:off x="12668250" y="516255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9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195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195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594360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1100" y="6076950"/>
            <a:ext cx="571500" cy="571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60769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2057400" y="5943600"/>
            <a:ext cx="990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Hàm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cửa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sổ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12668250" y="6096000"/>
            <a:ext cx="4476750" cy="533400"/>
          </a:xfrm>
          <a:prstGeom prst="roundRect">
            <a:avLst>
              <a:gd name="adj" fmla="val 50000"/>
            </a:avLst>
          </a:prstGeom>
          <a:solidFill>
            <a:srgbClr val="2A3270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8250" y="609600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9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195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195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687705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1100" y="7010400"/>
            <a:ext cx="571500" cy="571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1" name="Text 29"/>
          <p:cNvSpPr/>
          <p:nvPr/>
        </p:nvSpPr>
        <p:spPr>
          <a:xfrm>
            <a:off x="1181100" y="70104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2057400" y="6877050"/>
            <a:ext cx="1047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INSERT,</a:t>
            </a:r>
            <a:r>
              <a:rPr lang="en-US" sz="2700" dirty="0" spc="-4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UPDATE,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DELETE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dịch,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ROLLBACK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12668250" y="7029450"/>
            <a:ext cx="4476750" cy="533400"/>
          </a:xfrm>
          <a:prstGeom prst="roundRect">
            <a:avLst>
              <a:gd name="adj" fmla="val 50000"/>
            </a:avLst>
          </a:prstGeom>
          <a:solidFill>
            <a:srgbClr val="5A4320"/>
          </a:solidFill>
          <a:ln/>
        </p:spPr>
      </p:sp>
      <p:sp>
        <p:nvSpPr>
          <p:cNvPr id="34" name="Text 32"/>
          <p:cNvSpPr/>
          <p:nvPr/>
        </p:nvSpPr>
        <p:spPr>
          <a:xfrm>
            <a:off x="12668250" y="702945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19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1950" dirty="0" spc="-1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backend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14400" y="7810500"/>
            <a:ext cx="164592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36" name="Shape 34"/>
          <p:cNvSpPr/>
          <p:nvPr/>
        </p:nvSpPr>
        <p:spPr>
          <a:xfrm>
            <a:off x="1181100" y="7943850"/>
            <a:ext cx="571500" cy="571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7" name="Text 35"/>
          <p:cNvSpPr/>
          <p:nvPr/>
        </p:nvSpPr>
        <p:spPr>
          <a:xfrm>
            <a:off x="1181100" y="79438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2057400" y="7810500"/>
            <a:ext cx="10477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8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bảng,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ràng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buộc, chỉ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-3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</a:t>
            </a:r>
            <a:endParaRPr lang="en-US" sz="2700" dirty="0"/>
          </a:p>
        </p:txBody>
      </p:sp>
      <p:sp>
        <p:nvSpPr>
          <p:cNvPr id="39" name="Shape 37"/>
          <p:cNvSpPr/>
          <p:nvPr/>
        </p:nvSpPr>
        <p:spPr>
          <a:xfrm>
            <a:off x="12668250" y="7962900"/>
            <a:ext cx="4476750" cy="533400"/>
          </a:xfrm>
          <a:prstGeom prst="roundRect">
            <a:avLst>
              <a:gd name="adj" fmla="val 50000"/>
            </a:avLst>
          </a:prstGeom>
          <a:solidFill>
            <a:srgbClr val="5A4320"/>
          </a:solidFill>
          <a:ln/>
        </p:spPr>
      </p:sp>
      <p:sp>
        <p:nvSpPr>
          <p:cNvPr id="40" name="Text 38"/>
          <p:cNvSpPr/>
          <p:nvPr/>
        </p:nvSpPr>
        <p:spPr>
          <a:xfrm>
            <a:off x="12668250" y="7962900"/>
            <a:ext cx="4476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19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1950" dirty="0" spc="-1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backend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3" name="Shape 4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4" name="Shape 4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5" name="Shape 4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6" name="Shape 4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7" name="Shape 4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8" name="Shape 4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0" name="Shape 4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1" name="Text 49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d3b16fd8-d471-4900-bee1-24c00eaac4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95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9715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11430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95400" y="152400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bọc</a:t>
            </a:r>
            <a:r>
              <a:rPr lang="en-US" sz="2850" dirty="0" spc="-7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ALTER</a:t>
            </a:r>
            <a:r>
              <a:rPr lang="en-US" sz="2850" dirty="0" spc="-4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TABLE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…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ADD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COLUMN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BEGIN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…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ROLLBACK,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PostgreSQL.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95400" y="20764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không,</a:t>
            </a:r>
            <a:r>
              <a:rPr lang="en-US" sz="31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1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323850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238500"/>
            <a:ext cx="5257800" cy="76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58140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Phép thử</a:t>
            </a:r>
            <a:r>
              <a:rPr lang="en-US" sz="315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1238250" y="4800600"/>
            <a:ext cx="133350" cy="1333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543050" y="457200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 (1)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38250" y="6038850"/>
            <a:ext cx="133350" cy="1333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543050" y="581025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ROLLBACK: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 (0)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6515100" y="323850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4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5100" y="3238500"/>
            <a:ext cx="52578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6838950" y="358140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1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315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6838950" y="4800600"/>
            <a:ext cx="133350" cy="1333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7143750" y="4572000"/>
            <a:ext cx="428625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DDL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115800" y="3238500"/>
            <a:ext cx="5257800" cy="3810000"/>
          </a:xfrm>
          <a:prstGeom prst="roundRect">
            <a:avLst>
              <a:gd name="adj" fmla="val 7000"/>
            </a:avLst>
          </a:prstGeom>
          <a:solidFill>
            <a:srgbClr val="14161C"/>
          </a:solidFill>
          <a:ln/>
        </p:spPr>
      </p:sp>
      <p:sp>
        <p:nvSpPr>
          <p:cNvPr id="20" name="Shape 18"/>
          <p:cNvSpPr/>
          <p:nvPr/>
        </p:nvSpPr>
        <p:spPr>
          <a:xfrm>
            <a:off x="12115800" y="3238500"/>
            <a:ext cx="5257800" cy="76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12439650" y="358140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Ngoài</a:t>
            </a:r>
            <a:r>
              <a:rPr lang="en-US" sz="31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31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endParaRPr lang="en-US" sz="3150" dirty="0"/>
          </a:p>
        </p:txBody>
      </p:sp>
      <p:sp>
        <p:nvSpPr>
          <p:cNvPr id="22" name="Shape 20"/>
          <p:cNvSpPr/>
          <p:nvPr/>
        </p:nvSpPr>
        <p:spPr>
          <a:xfrm>
            <a:off x="12439650" y="480060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Text 21"/>
          <p:cNvSpPr/>
          <p:nvPr/>
        </p:nvSpPr>
        <p:spPr>
          <a:xfrm>
            <a:off x="12744450" y="4572000"/>
            <a:ext cx="428625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dịch,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14400" y="7429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3DFB8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7429500"/>
            <a:ext cx="952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1333500" y="7429500"/>
            <a:ext cx="15716250" cy="1333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Với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thật,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hãy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sao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trước.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Text 35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5edbf3a6-66c2-4a65-a414-b02bb4efee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21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8115300" cy="914400"/>
          </a:xfrm>
          <a:prstGeom prst="roundRect">
            <a:avLst>
              <a:gd name="adj" fmla="val 1875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9555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62250" y="25908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6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6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762250" y="29146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505200"/>
            <a:ext cx="8115300" cy="914400"/>
          </a:xfrm>
          <a:prstGeom prst="roundRect">
            <a:avLst>
              <a:gd name="adj" fmla="val 1875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5052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DDL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62250" y="36004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165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Definition</a:t>
            </a:r>
            <a:r>
              <a:rPr lang="en-US" sz="16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762250" y="392430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514850"/>
            <a:ext cx="8115300" cy="914400"/>
          </a:xfrm>
          <a:prstGeom prst="roundRect">
            <a:avLst>
              <a:gd name="adj" fmla="val 1875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1485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DQL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62250" y="46101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16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6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762250" y="49339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524500"/>
            <a:ext cx="8115300" cy="914400"/>
          </a:xfrm>
          <a:prstGeom prst="roundRect">
            <a:avLst>
              <a:gd name="adj" fmla="val 1875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5245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DML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762250" y="56197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165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Manipulation</a:t>
            </a:r>
            <a:r>
              <a:rPr lang="en-US" sz="165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762250" y="594360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thêm,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258300" y="2495550"/>
            <a:ext cx="8115300" cy="914400"/>
          </a:xfrm>
          <a:prstGeom prst="roundRect">
            <a:avLst>
              <a:gd name="adj" fmla="val 1875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9486900" y="249555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DCL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1106150" y="25908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165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106150" y="29146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258300" y="3505200"/>
            <a:ext cx="8115300" cy="914400"/>
          </a:xfrm>
          <a:prstGeom prst="roundRect">
            <a:avLst>
              <a:gd name="adj" fmla="val 1875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486900" y="35052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TCL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1106150" y="36004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Transaction</a:t>
            </a:r>
            <a:r>
              <a:rPr lang="en-US" sz="165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106150" y="392430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58300" y="4514850"/>
            <a:ext cx="8115300" cy="914400"/>
          </a:xfrm>
          <a:prstGeom prst="roundRect">
            <a:avLst>
              <a:gd name="adj" fmla="val 1875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486900" y="451485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ISO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1106150" y="46101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International</a:t>
            </a:r>
            <a:r>
              <a:rPr lang="en-US" sz="16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Organization</a:t>
            </a:r>
            <a:r>
              <a:rPr lang="en-US" sz="165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Standardization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106150" y="49339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IEC duy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258300" y="5524500"/>
            <a:ext cx="8115300" cy="914400"/>
          </a:xfrm>
          <a:prstGeom prst="roundRect">
            <a:avLst>
              <a:gd name="adj" fmla="val 18750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9486900" y="55245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IEC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1106150" y="56197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International</a:t>
            </a:r>
            <a:r>
              <a:rPr lang="en-US" sz="165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Electrotechnical</a:t>
            </a:r>
            <a:r>
              <a:rPr lang="en-US" sz="16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Commission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106150" y="594360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14400" y="6762750"/>
            <a:ext cx="8572500" cy="2381250"/>
          </a:xfrm>
          <a:prstGeom prst="roundRect">
            <a:avLst>
              <a:gd name="adj" fmla="val 9600"/>
            </a:avLst>
          </a:prstGeom>
          <a:solidFill>
            <a:srgbClr val="F3EEE3"/>
          </a:solidFill>
          <a:ln/>
        </p:spPr>
      </p:sp>
      <p:sp>
        <p:nvSpPr>
          <p:cNvPr id="37" name="Text 35"/>
          <p:cNvSpPr/>
          <p:nvPr/>
        </p:nvSpPr>
        <p:spPr>
          <a:xfrm>
            <a:off x="1238250" y="69342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80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38250" y="7315200"/>
            <a:ext cx="809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(năm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lệnh)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38250" y="7677150"/>
            <a:ext cx="809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18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</a:t>
            </a:r>
            <a:r>
              <a:rPr lang="en-US" sz="18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INTO,</a:t>
            </a:r>
            <a:r>
              <a:rPr lang="en-US" sz="18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r>
              <a:rPr lang="en-US" sz="18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Conformance,</a:t>
            </a:r>
            <a:r>
              <a:rPr lang="en-US" sz="18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CREATE</a:t>
            </a:r>
            <a:r>
              <a:rPr lang="en-US" sz="18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SEQUENCE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38250" y="8039100"/>
            <a:ext cx="809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PostgreSQL:</a:t>
            </a:r>
            <a:r>
              <a:rPr lang="en-US" sz="18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8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Definition,</a:t>
            </a:r>
            <a:r>
              <a:rPr lang="en-US" sz="18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18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Manipulation,</a:t>
            </a:r>
            <a:r>
              <a:rPr lang="en-US" sz="18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Queries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38250" y="8458200"/>
            <a:ext cx="809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715500" y="6762750"/>
            <a:ext cx="76581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43" name="Shape 41"/>
          <p:cNvSpPr/>
          <p:nvPr/>
        </p:nvSpPr>
        <p:spPr>
          <a:xfrm>
            <a:off x="9715500" y="67627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4" name="Text 42"/>
          <p:cNvSpPr/>
          <p:nvPr/>
        </p:nvSpPr>
        <p:spPr>
          <a:xfrm>
            <a:off x="10134600" y="69723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 theo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18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8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134600" y="74295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</a:t>
            </a: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máy.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134600" y="78867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Oracle,</a:t>
            </a:r>
            <a:r>
              <a:rPr lang="en-US" sz="18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MySQL,</a:t>
            </a:r>
            <a:r>
              <a:rPr lang="en-US" sz="18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Server,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134600" y="82486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8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0" name="Shape 4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1" name="Shape 4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2" name="Shape 5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3" name="Shape 5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4" name="Shape 5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5" name="Shape 5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6" name="Shape 5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7" name="Shape 5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8" name="Text 56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e7947e4a-11c5-497f-8094-6b20fcf854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2026-10-19T00:43:57Z</dcterms:created>
  <dcterms:modified xsi:type="dcterms:W3CDTF">2026-10-19T00:43:57Z</dcterms:modified>
</cp:coreProperties>
</file>