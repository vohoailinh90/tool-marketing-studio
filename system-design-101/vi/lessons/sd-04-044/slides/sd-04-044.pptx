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ACID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31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31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3815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sd-04-044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33337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20400" y="1619250"/>
            <a:ext cx="276225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10820400" y="3810000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4039850" y="914400"/>
            <a:ext cx="33337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82750" y="1619250"/>
            <a:ext cx="276225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14382750" y="3810000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33337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20400" y="5276850"/>
            <a:ext cx="276225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</a:t>
            </a:r>
            <a:endParaRPr lang="en-US" sz="10500" dirty="0"/>
          </a:p>
        </p:txBody>
      </p:sp>
      <p:sp>
        <p:nvSpPr>
          <p:cNvPr id="15" name="Text 13"/>
          <p:cNvSpPr/>
          <p:nvPr/>
        </p:nvSpPr>
        <p:spPr>
          <a:xfrm>
            <a:off x="10820400" y="7848600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039850" y="4953000"/>
            <a:ext cx="333375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82750" y="5276850"/>
            <a:ext cx="276225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10500" dirty="0"/>
          </a:p>
        </p:txBody>
      </p:sp>
      <p:sp>
        <p:nvSpPr>
          <p:cNvPr id="18" name="Text 16"/>
          <p:cNvSpPr/>
          <p:nvPr/>
        </p:nvSpPr>
        <p:spPr>
          <a:xfrm>
            <a:off x="14382750" y="7848600"/>
            <a:ext cx="2762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947156f-5b8d-4752-8f88-00aadf3a0f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57500"/>
            <a:ext cx="15240000" cy="1333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thử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914400" y="4953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334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59055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tài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372600" y="4953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3600" y="5334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ACCOUNTS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59055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check: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&gt;=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95400" y="752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cả lúc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753600" y="752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e73085c-f5d3-48b9-b049-ce5917c9b5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19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trọn,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5943600"/>
          </a:xfrm>
          <a:prstGeom prst="roundRect">
            <a:avLst>
              <a:gd name="adj" fmla="val 448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 TỪ</a:t>
            </a:r>
            <a:r>
              <a:rPr lang="en-US" sz="1800" b="1" spc="1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(CÓ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5400" y="3619500"/>
            <a:ext cx="156972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38481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76400" y="426720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295400" y="5238750"/>
            <a:ext cx="15697200" cy="142875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676400" y="54673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76400" y="5886450"/>
            <a:ext cx="1485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95400" y="6858000"/>
            <a:ext cx="15697200" cy="1619250"/>
          </a:xfrm>
          <a:prstGeom prst="roundRect">
            <a:avLst>
              <a:gd name="adj" fmla="val 11765"/>
            </a:avLst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676400" y="70866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D6DC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D6DC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76400" y="7505700"/>
            <a:ext cx="148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hủy:</a:t>
            </a:r>
            <a:r>
              <a:rPr lang="en-US" sz="42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42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677112b-7944-4675-ad4e-0a82d446fa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C,</a:t>
            </a:r>
            <a:r>
              <a:rPr lang="en-US" sz="1950" b="1" spc="18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b="1" spc="21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524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new</a:t>
            </a:r>
            <a:r>
              <a:rPr lang="en-US" sz="2400" dirty="0" spc="-3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row</a:t>
            </a:r>
            <a:r>
              <a:rPr lang="en-US" sz="2400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violates</a:t>
            </a:r>
            <a:r>
              <a:rPr lang="en-US" sz="2400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r>
              <a:rPr lang="en-US" sz="2400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constraint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9149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CƠ</a:t>
            </a:r>
            <a:r>
              <a:rPr lang="en-US" sz="1800" b="1" spc="23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54864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95400" y="6667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72600" y="4572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53600" y="49149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2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53600" y="54864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biết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753600" y="6667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382500" y="3524250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C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3bfa326-7b69-451f-80e5-fd38a43bcc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I,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4572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286500" y="306705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 ĐỌC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b="1" spc="15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0" y="3067050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950" b="1" spc="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810000"/>
            <a:ext cx="164592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095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Read</a:t>
            </a:r>
            <a:r>
              <a:rPr lang="en-US" sz="3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committed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95400" y="48577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86500" y="40957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r>
              <a:rPr lang="en-US" sz="3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286500" y="485775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0" y="409575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80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1430000" y="48577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400" y="6381750"/>
            <a:ext cx="164592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6667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Repeatable</a:t>
            </a:r>
            <a:r>
              <a:rPr lang="en-US" sz="39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95400" y="74295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86500" y="66675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r>
              <a:rPr lang="en-US" sz="3900" dirty="0" spc="-1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6286500" y="74295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lại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430000" y="66675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39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1430000" y="742950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hủy,</a:t>
            </a:r>
            <a:r>
              <a:rPr lang="en-US" sz="22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f07fbce-d603-4b7d-ae41-d16ce3e411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D,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1950" b="1" spc="2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mất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914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2.000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1800" b="1" spc="21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b="1" spc="13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NGỘT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38500"/>
            <a:ext cx="9525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2.000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3000" b="1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048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pg_ctl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stop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-m</a:t>
            </a:r>
            <a:r>
              <a:rPr lang="en-US" sz="24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immediate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53750" y="2857500"/>
            <a:ext cx="641985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334750" y="32004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SYNCHRONOUS_COMMIT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34750" y="37147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Chốt</a:t>
            </a:r>
            <a:r>
              <a:rPr lang="en-US" sz="24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5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4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334750" y="48577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CÒN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334750" y="5295900"/>
            <a:ext cx="571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1.928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1.974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1.946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334750" y="657225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454b384-2e87-4a62-9bfd-fcd0bb5c56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Lời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1623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 nhất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053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6482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hủy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1341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đĩa;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phân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2771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866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ngột,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88f2846-70e9-4a51-98d2-8e06f8e8cf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Bấm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 thật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100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00750" y="3619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858000" y="28194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31051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39000" y="3619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944350" y="3619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2801600" y="2819400"/>
            <a:ext cx="4572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82600" y="31051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180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b="1" spc="1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82600" y="3619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sau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791200"/>
            <a:ext cx="16459200" cy="2971800"/>
          </a:xfrm>
          <a:prstGeom prst="roundRect">
            <a:avLst>
              <a:gd name="adj" fmla="val 8974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0960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5400" y="6572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tự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trừ: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95400" y="72390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55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...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95400" y="7905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44939ce-3e28-40f3-a637-7aca0c23dc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lab044;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5441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424815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16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650" b="1" spc="1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b="1" spc="14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5048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r>
              <a:rPr lang="en-US" sz="48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477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05400" y="3810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9250" y="424815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429250" y="5048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4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29250" y="6477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committed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repeatable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3810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0250" y="424815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16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20250" y="5048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620250" y="6477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Repeatable</a:t>
            </a: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 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87400" y="3810000"/>
            <a:ext cx="3886200" cy="4381500"/>
          </a:xfrm>
          <a:prstGeom prst="roundRect">
            <a:avLst>
              <a:gd name="adj" fmla="val 6863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811250" y="4248150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r>
              <a:rPr lang="en-US" sz="1650" b="1" spc="17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811250" y="5048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2.000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811250" y="647700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1.928,</a:t>
            </a:r>
            <a:r>
              <a:rPr lang="en-US" sz="21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1.974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1.946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c4d394d-de31-43c1-b06b-c4b155d122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5814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005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2197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287655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ACID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10000" y="29527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Atomicity, Consistency,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Isolation,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Durability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239500" y="29527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tử,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 lập,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1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36957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10000" y="37719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Consistency,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Availability,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39500" y="377190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" y="451485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10000" y="45910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239500" y="45910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5400" y="53340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10000" y="54102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Write-Ahead</a:t>
            </a:r>
            <a:r>
              <a:rPr lang="en-US" sz="21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239500" y="541020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6286500"/>
            <a:ext cx="81153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5722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400" y="704850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258300" y="6286500"/>
            <a:ext cx="81153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300" y="65722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39300" y="704850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Concurrency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639300" y="754380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Reliability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 the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Write-Ahead</a:t>
            </a:r>
            <a:r>
              <a:rPr lang="en-US" sz="22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639300" y="8039100"/>
            <a:ext cx="7353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pg_ctl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66480395-a57f-4659-a687-73e5e2fe00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2026-10-19T02:19:21Z</dcterms:created>
  <dcterms:modified xsi:type="dcterms:W3CDTF">2026-10-19T02:19:21Z</dcterms:modified>
</cp:coreProperties>
</file>