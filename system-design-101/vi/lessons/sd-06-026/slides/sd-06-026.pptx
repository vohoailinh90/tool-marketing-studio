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7434" rIns="0" bIns="-47434" rtlCol="0" anchor="t"/>
          <a:lstStyle/>
          <a:p>
            <a:pPr algn="l" indent="0" marL="0">
              <a:lnSpc>
                <a:spcPts val="8223"/>
              </a:lnSpc>
              <a:buNone/>
            </a:pP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47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7475" dirty="0" spc="-10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747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475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đệm:</a:t>
            </a: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475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đọc,</a:t>
            </a: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ghi,</a:t>
            </a:r>
            <a:r>
              <a:rPr lang="en-US" sz="7475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47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475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475" dirty="0"/>
          </a:p>
        </p:txBody>
      </p:sp>
      <p:sp>
        <p:nvSpPr>
          <p:cNvPr id="4" name="Text 2"/>
          <p:cNvSpPr/>
          <p:nvPr/>
        </p:nvSpPr>
        <p:spPr>
          <a:xfrm>
            <a:off x="952500" y="333375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447675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857500" y="4476750"/>
            <a:ext cx="72390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0" y="4476750"/>
            <a:ext cx="70485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Read-through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53340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57500" y="5334000"/>
            <a:ext cx="47625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Write-through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10500" y="5334000"/>
            <a:ext cx="47625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Write-behind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763500" y="533400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Write-around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68580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Cache-aside: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34500" y="68580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Write-around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2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809625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34500" y="809625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Write-behind:</a:t>
            </a:r>
            <a:r>
              <a:rPr lang="en-US" sz="225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de4347f-989c-4145-ae17-cc2e13ee06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72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SQLite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3619500"/>
            <a:ext cx="4381500" cy="2476500"/>
          </a:xfrm>
          <a:prstGeom prst="roundRect">
            <a:avLst>
              <a:gd name="adj" fmla="val 923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Ứng</a:t>
            </a:r>
            <a:r>
              <a:rPr lang="en-US" sz="30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53250" y="3619500"/>
            <a:ext cx="4381500" cy="2476500"/>
          </a:xfrm>
          <a:prstGeom prst="roundRect">
            <a:avLst>
              <a:gd name="adj" fmla="val 9231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Redis:</a:t>
            </a:r>
            <a:r>
              <a:rPr lang="en-US" sz="30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54000" y="3619500"/>
            <a:ext cx="4381500" cy="2476500"/>
          </a:xfrm>
          <a:prstGeom prst="roundRect">
            <a:avLst>
              <a:gd name="adj" fmla="val 923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SQLite: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30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endParaRPr lang="en-US" sz="3000" dirty="0"/>
          </a:p>
        </p:txBody>
      </p:sp>
      <p:sp>
        <p:nvSpPr>
          <p:cNvPr id="6" name="Connector line-1792459289791-286751960"/>
          <p:cNvSpPr/>
          <p:nvPr/>
        </p:nvSpPr>
        <p:spPr>
          <a:xfrm>
            <a:off x="5334000" y="4857750"/>
            <a:ext cx="1619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9289793-819628607"/>
          <p:cNvSpPr/>
          <p:nvPr/>
        </p:nvSpPr>
        <p:spPr>
          <a:xfrm>
            <a:off x="11334750" y="4857750"/>
            <a:ext cx="1619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2bb3de1-3844-4214-b941-46926f4ccb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Cache-aside:</a:t>
            </a:r>
            <a:r>
              <a:rPr lang="en-US" sz="75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tốt,</a:t>
            </a:r>
            <a:r>
              <a:rPr lang="en-US" sz="7500" dirty="0" spc="-8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5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500" dirty="0" spc="-3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xấu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100</a:t>
            </a: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5" name="Text richtext-1792459292800-521740057"/>
          <p:cNvSpPr/>
          <p:nvPr/>
        </p:nvSpPr>
        <p:spPr>
          <a:xfrm>
            <a:off x="1333500" y="3714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chỉ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 tự</a:t>
            </a:r>
            <a:r>
              <a:rPr lang="en-US" sz="300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xấu</a:t>
            </a:r>
            <a:endParaRPr lang="en-US" sz="3000" dirty="0"/>
          </a:p>
        </p:txBody>
      </p:sp>
      <p:sp>
        <p:nvSpPr>
          <p:cNvPr id="8" name="Text richtext-1792459292821-608357130"/>
          <p:cNvSpPr/>
          <p:nvPr/>
        </p:nvSpPr>
        <p:spPr>
          <a:xfrm>
            <a:off x="9906000" y="3714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hụt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120,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bd070cd-dce9-4fd0-b490-65aac0acb1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0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Write-around</a:t>
            </a:r>
            <a:r>
              <a:rPr lang="en-US" sz="6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 quên</a:t>
            </a:r>
            <a:r>
              <a:rPr lang="en-US" sz="6600" dirty="0" spc="-9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6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57250" y="1809750"/>
            <a:ext cx="3238500" cy="609600"/>
          </a:xfrm>
          <a:prstGeom prst="roundRect">
            <a:avLst>
              <a:gd name="adj" fmla="val 21875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238750" y="1809750"/>
            <a:ext cx="3238500" cy="609600"/>
          </a:xfrm>
          <a:prstGeom prst="roundRect">
            <a:avLst>
              <a:gd name="adj" fmla="val 21875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20250" y="1809750"/>
            <a:ext cx="3238500" cy="609600"/>
          </a:xfrm>
          <a:prstGeom prst="roundRect">
            <a:avLst>
              <a:gd name="adj" fmla="val 2187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620750" y="1809750"/>
            <a:ext cx="3238500" cy="609600"/>
          </a:xfrm>
          <a:prstGeom prst="roundRect">
            <a:avLst>
              <a:gd name="adj" fmla="val 21875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7" name="Connector line-1792459293882-657534248"/>
          <p:cNvSpPr/>
          <p:nvPr/>
        </p:nvSpPr>
        <p:spPr>
          <a:xfrm>
            <a:off x="2476500" y="2419350"/>
            <a:ext cx="0" cy="5010150"/>
          </a:xfrm>
          <a:prstGeom prst="line">
            <a:avLst/>
          </a:prstGeom>
          <a:noFill/>
          <a:ln w="28575">
            <a:solidFill>
              <a:srgbClr val="4A4E5E"/>
            </a:solidFill>
            <a:prstDash val="lgDash"/>
            <a:headEnd type="none"/>
            <a:tailEnd type="none"/>
          </a:ln>
        </p:spPr>
      </p:sp>
      <p:sp>
        <p:nvSpPr>
          <p:cNvPr id="8" name="Connector line-1792459293882-432724414"/>
          <p:cNvSpPr/>
          <p:nvPr/>
        </p:nvSpPr>
        <p:spPr>
          <a:xfrm>
            <a:off x="6858000" y="2419350"/>
            <a:ext cx="0" cy="5010150"/>
          </a:xfrm>
          <a:prstGeom prst="line">
            <a:avLst/>
          </a:prstGeom>
          <a:noFill/>
          <a:ln w="28575">
            <a:solidFill>
              <a:srgbClr val="4A4E5E"/>
            </a:solidFill>
            <a:prstDash val="lgDash"/>
            <a:headEnd type="none"/>
            <a:tailEnd type="none"/>
          </a:ln>
        </p:spPr>
      </p:sp>
      <p:sp>
        <p:nvSpPr>
          <p:cNvPr id="9" name="Connector line-1792459293883-804055576"/>
          <p:cNvSpPr/>
          <p:nvPr/>
        </p:nvSpPr>
        <p:spPr>
          <a:xfrm>
            <a:off x="11239500" y="2419350"/>
            <a:ext cx="0" cy="5010150"/>
          </a:xfrm>
          <a:prstGeom prst="line">
            <a:avLst/>
          </a:prstGeom>
          <a:noFill/>
          <a:ln w="28575">
            <a:solidFill>
              <a:srgbClr val="4A4E5E"/>
            </a:solidFill>
            <a:prstDash val="lgDash"/>
            <a:headEnd type="none"/>
            <a:tailEnd type="none"/>
          </a:ln>
        </p:spPr>
      </p:sp>
      <p:sp>
        <p:nvSpPr>
          <p:cNvPr id="10" name="Connector line-1792459293883-533636590"/>
          <p:cNvSpPr/>
          <p:nvPr/>
        </p:nvSpPr>
        <p:spPr>
          <a:xfrm>
            <a:off x="15240000" y="2419350"/>
            <a:ext cx="0" cy="5010150"/>
          </a:xfrm>
          <a:prstGeom prst="line">
            <a:avLst/>
          </a:prstGeom>
          <a:noFill/>
          <a:ln w="28575">
            <a:solidFill>
              <a:srgbClr val="4A4E5E"/>
            </a:solidFill>
            <a:prstDash val="lgDash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2762250" y="27622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thành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130</a:t>
            </a:r>
            <a:endParaRPr lang="en-US" sz="2100" dirty="0"/>
          </a:p>
        </p:txBody>
      </p:sp>
      <p:sp>
        <p:nvSpPr>
          <p:cNvPr id="12" name="Connector line-1792459293887-426982856"/>
          <p:cNvSpPr/>
          <p:nvPr/>
        </p:nvSpPr>
        <p:spPr>
          <a:xfrm>
            <a:off x="2476500" y="3333750"/>
            <a:ext cx="43815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9144000" y="3810000"/>
            <a:ext cx="4191000" cy="104775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2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1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25250" y="53340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100" dirty="0"/>
          </a:p>
        </p:txBody>
      </p:sp>
      <p:sp>
        <p:nvSpPr>
          <p:cNvPr id="15" name="Connector line-1792459293892-435109435"/>
          <p:cNvSpPr/>
          <p:nvPr/>
        </p:nvSpPr>
        <p:spPr>
          <a:xfrm flipH="1">
            <a:off x="11239500" y="5905500"/>
            <a:ext cx="40005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1525250" y="619125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endParaRPr lang="en-US" sz="2100" dirty="0"/>
          </a:p>
        </p:txBody>
      </p:sp>
      <p:sp>
        <p:nvSpPr>
          <p:cNvPr id="17" name="Connector line-1792459293894-427862369"/>
          <p:cNvSpPr/>
          <p:nvPr/>
        </p:nvSpPr>
        <p:spPr>
          <a:xfrm>
            <a:off x="11239500" y="6762750"/>
            <a:ext cx="40005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952500" y="7905750"/>
            <a:ext cx="163830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27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27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7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27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7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130 mà</a:t>
            </a:r>
            <a:r>
              <a:rPr lang="en-US" sz="27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270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vẫn</a:t>
            </a:r>
            <a:r>
              <a:rPr lang="en-US" sz="27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trả</a:t>
            </a:r>
            <a:r>
              <a:rPr lang="en-US" sz="27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120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b362f51-eaab-444b-8989-b51b9b8689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7500" dirty="0" spc="-6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5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82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776</a:t>
            </a:r>
            <a:r>
              <a:rPr lang="en-US" sz="8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333500" y="47625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write-through: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(synchronous=FULL)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0" dirty="0" spc="4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382</a:t>
            </a:r>
            <a:r>
              <a:rPr lang="en-US" sz="82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9906000" y="47625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write-behind: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ghi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790575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2d2afb1-cb02-4027-a1b6-ef6ee4584e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Write-behind:</a:t>
            </a:r>
            <a:r>
              <a:rPr lang="en-US" sz="75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7500" dirty="0" spc="-1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sập,</a:t>
            </a:r>
            <a:r>
              <a:rPr lang="en-US" sz="75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7500" dirty="0"/>
          </a:p>
        </p:txBody>
      </p:sp>
      <p:sp>
        <p:nvSpPr>
          <p:cNvPr id="3" name="Connector line-1792459295755-329159020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714500" y="361950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0" y="361950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28625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 lần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34000" y="428625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Giết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SIGKILL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15500" y="428625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2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rỗng,</a:t>
            </a: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097000" y="428625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7429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</a:t>
            </a:r>
            <a:r>
              <a:rPr lang="en-US" sz="33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100</a:t>
            </a:r>
            <a:r>
              <a:rPr lang="en-US" sz="33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33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33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đã</a:t>
            </a:r>
            <a:r>
              <a:rPr lang="en-US" sz="33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34e6b2b-9d66-4a0c-8659-30ceb28b6b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718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476500"/>
            <a:ext cx="1447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luôn khớp.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572000"/>
            <a:ext cx="16383000" cy="2095500"/>
          </a:xfrm>
          <a:prstGeom prst="roundRect">
            <a:avLst>
              <a:gd name="adj" fmla="val 9091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2578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4667250"/>
            <a:ext cx="1447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quán;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6953250"/>
            <a:ext cx="16383000" cy="2095500"/>
          </a:xfrm>
          <a:prstGeom prst="roundRect">
            <a:avLst>
              <a:gd name="adj" fmla="val 9091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76390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7048500"/>
            <a:ext cx="1447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Write-behind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db0c4aa-01e1-4b75-aeea-44a8aa7148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6900" dirty="0" spc="-10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5143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0955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Giá:</a:t>
            </a:r>
            <a:r>
              <a:rPr lang="en-US" sz="25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38250" y="276225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381750" y="1905000"/>
            <a:ext cx="1095375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67500" y="209550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Giá: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vì</a:t>
            </a:r>
            <a:r>
              <a:rPr lang="en-US" sz="25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endParaRPr lang="en-US" sz="2550" dirty="0"/>
          </a:p>
        </p:txBody>
      </p:sp>
      <p:sp>
        <p:nvSpPr>
          <p:cNvPr id="8" name="Text richtext-1792459297626-754338213"/>
          <p:cNvSpPr/>
          <p:nvPr/>
        </p:nvSpPr>
        <p:spPr>
          <a:xfrm>
            <a:off x="6667500" y="2762250"/>
            <a:ext cx="10382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334000"/>
            <a:ext cx="51435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55245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Đơn</a:t>
            </a:r>
            <a:r>
              <a:rPr lang="en-US" sz="255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hàng:</a:t>
            </a:r>
            <a:r>
              <a:rPr lang="en-US" sz="25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38250" y="619125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write-behind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381750" y="5334000"/>
            <a:ext cx="1095375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0" y="552450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Đơn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hàng: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vì</a:t>
            </a: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endParaRPr lang="en-US" sz="2550" dirty="0"/>
          </a:p>
        </p:txBody>
      </p:sp>
      <p:sp>
        <p:nvSpPr>
          <p:cNvPr id="14" name="Text richtext-1792459297637-629095118"/>
          <p:cNvSpPr/>
          <p:nvPr/>
        </p:nvSpPr>
        <p:spPr>
          <a:xfrm>
            <a:off x="6667500" y="6191250"/>
            <a:ext cx="10382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fadba3d-8e05-4c95-ba57-0425147186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7200" dirty="0" spc="-10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4259580"/>
                <a:gridCol w="12123420"/>
              </a:tblGrid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Chủ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đề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Điều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cần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biết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Hết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Giới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 tuổi</a:t>
                      </a:r>
                      <a:r>
                        <a:rPr lang="en-US" sz="225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giới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tổng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Chặn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bản cũ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25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2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2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cất,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(cách lạc quan)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Write-through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25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mới;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 lần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nơi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(1,8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0,4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Ghép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chiến</a:t>
                      </a:r>
                      <a:r>
                        <a:rPr lang="en-US" sz="2250" dirty="0" spc="1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Read-through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write-through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write-behind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(Ehcache)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5" name="Shape 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Text 1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0342f0b-e088-4619-9db5-54674bd66d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1809750"/>
            <a:ext cx="781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1952625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cấu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40005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6" name="Text richtext-1792459299437-568466217"/>
          <p:cNvSpPr/>
          <p:nvPr/>
        </p:nvSpPr>
        <p:spPr>
          <a:xfrm>
            <a:off x="952500" y="4476750"/>
            <a:ext cx="16383000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Ehcache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 Cache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Usage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 Azure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 Azure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 guidance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34bb47f-c25c-4b76-a3c5-57fc5f9c5e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2026-10-20T01:22:20Z</dcterms:created>
  <dcterms:modified xsi:type="dcterms:W3CDTF">2026-10-20T01:22:20Z</dcterms:modified>
</cp:coreProperties>
</file>