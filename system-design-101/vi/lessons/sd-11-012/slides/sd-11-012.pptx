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1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Lambda phản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 nhanh: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chờ.</a:t>
            </a:r>
            <a:endParaRPr lang="en-US" sz="3000" dirty="0"/>
          </a:p>
        </p:txBody>
      </p:sp>
      <p:sp>
        <p:nvSpPr>
          <p:cNvPr id="5" name="Connector line-1792422812647-42349619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28575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2095500"/>
                </a:moveTo>
                <a:cubicBezTo>
                  <a:pt x="723900" y="20955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191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762000"/>
                </a:moveTo>
                <a:cubicBezTo>
                  <a:pt x="723900" y="762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0"/>
                </a:moveTo>
                <a:cubicBezTo>
                  <a:pt x="723900" y="0"/>
                  <a:pt x="723900" y="762000"/>
                  <a:pt x="1485900" y="76200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0"/>
                </a:moveTo>
                <a:cubicBezTo>
                  <a:pt x="723900" y="0"/>
                  <a:pt x="723900" y="2095500"/>
                  <a:pt x="1485900" y="20955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Lambda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0" y="249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phân</a:t>
            </a: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353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68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ef67c12-3fce-4e4b-a8b3-d2f8f74558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cắt</a:t>
            </a:r>
            <a:r>
              <a:rPr lang="en-US" sz="6900" dirty="0" spc="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3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chờ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ae0175b-39c5-46c3-a422-63e34f38fc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GỌI HÀM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chờ,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bất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875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42950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43025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endParaRPr lang="en-US" sz="2250" dirty="0"/>
          </a:p>
        </p:txBody>
      </p:sp>
      <p:sp>
        <p:nvSpPr>
          <p:cNvPr id="7" name="Connector line-1792422816652-899250540"/>
          <p:cNvSpPr/>
          <p:nvPr/>
        </p:nvSpPr>
        <p:spPr>
          <a:xfrm>
            <a:off x="314325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Connector line-1792422816652-203852608"/>
          <p:cNvSpPr/>
          <p:nvPr/>
        </p:nvSpPr>
        <p:spPr>
          <a:xfrm>
            <a:off x="914400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9" name="Connector line-1792422816653-195463642"/>
          <p:cNvSpPr/>
          <p:nvPr/>
        </p:nvSpPr>
        <p:spPr>
          <a:xfrm>
            <a:off x="1514475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43250" y="4476750"/>
            <a:ext cx="11906250" cy="9144"/>
          </a:xfrm>
          <a:custGeom>
            <a:avLst/>
            <a:gdLst/>
            <a:ahLst/>
            <a:cxnLst/>
            <a:rect l="l" t="t" r="r" b="b"/>
            <a:pathLst>
              <a:path w="11906250" h="9144">
                <a:moveTo>
                  <a:pt x="0" y="0"/>
                </a:moveTo>
                <a:lnTo>
                  <a:pt x="1190625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0" y="4000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238500" y="5429250"/>
            <a:ext cx="11906250" cy="9144"/>
          </a:xfrm>
          <a:custGeom>
            <a:avLst/>
            <a:gdLst/>
            <a:ahLst/>
            <a:cxnLst/>
            <a:rect l="l" t="t" r="r" b="b"/>
            <a:pathLst>
              <a:path w="11906250" h="9144">
                <a:moveTo>
                  <a:pt x="11906250" y="0"/>
                </a:moveTo>
                <a:lnTo>
                  <a:pt x="0" y="0"/>
                </a:lnTo>
              </a:path>
            </a:pathLst>
          </a:custGeom>
          <a:ln w="47625">
            <a:solidFill>
              <a:srgbClr val="7C93FF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3810000" y="49530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2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143250" y="6477000"/>
            <a:ext cx="5905500" cy="9144"/>
          </a:xfrm>
          <a:custGeom>
            <a:avLst/>
            <a:gdLst/>
            <a:ahLst/>
            <a:cxnLst/>
            <a:rect l="l" t="t" r="r" b="b"/>
            <a:pathLst>
              <a:path w="5905500" h="9144">
                <a:moveTo>
                  <a:pt x="0" y="0"/>
                </a:moveTo>
                <a:lnTo>
                  <a:pt x="590550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60007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2100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0" y="7524750"/>
            <a:ext cx="5905500" cy="9144"/>
          </a:xfrm>
          <a:custGeom>
            <a:avLst/>
            <a:gdLst/>
            <a:ahLst/>
            <a:cxnLst/>
            <a:rect l="l" t="t" r="r" b="b"/>
            <a:pathLst>
              <a:path w="5905500" h="9144">
                <a:moveTo>
                  <a:pt x="0" y="0"/>
                </a:moveTo>
                <a:lnTo>
                  <a:pt x="590550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0250" y="7048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3d66e6b-1778-4da2-aa6d-30b0f6bbf3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rảnh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4762500"/>
            <a:ext cx="15316200" cy="1428750"/>
          </a:xfrm>
          <a:prstGeom prst="roundRect">
            <a:avLst>
              <a:gd name="adj" fmla="val 18667"/>
            </a:avLst>
          </a:prstGeom>
          <a:solidFill>
            <a:srgbClr val="EBCB92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6477000"/>
            <a:ext cx="14173200" cy="1428750"/>
          </a:xfrm>
          <a:prstGeom prst="roundRect">
            <a:avLst>
              <a:gd name="adj" fmla="val 18667"/>
            </a:avLst>
          </a:prstGeom>
          <a:solidFill>
            <a:srgbClr val="E0B76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4762500"/>
            <a:ext cx="1476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438400" y="6477000"/>
            <a:ext cx="1352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a190ffb-9ea2-4f8e-8ea8-d7efae357d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8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Firecracker: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3900" dirty="0" spc="-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Khởi</a:t>
            </a:r>
            <a:r>
              <a:rPr lang="en-US" sz="39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KVM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Linux,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4cc2c6d-f038-4aea-a072-8d79c993e5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2705" rIns="0" bIns="-52705" rtlCol="0" anchor="ctr"/>
          <a:lstStyle/>
          <a:p>
            <a:pPr algn="l" indent="0" marL="0">
              <a:lnSpc>
                <a:spcPts val="6458"/>
              </a:lnSpc>
              <a:buNone/>
            </a:pPr>
            <a:r>
              <a:rPr lang="en-US" sz="6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Nạp</a:t>
            </a:r>
            <a:r>
              <a:rPr lang="en-US" sz="6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1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nhẹ,</a:t>
            </a:r>
            <a:r>
              <a:rPr lang="en-US" sz="61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15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1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65151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6" name="Shape 4"/>
          <p:cNvSpPr/>
          <p:nvPr/>
        </p:nvSpPr>
        <p:spPr>
          <a:xfrm>
            <a:off x="121158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Chunking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954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961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0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961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968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SnapStart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4968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nguội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250" dirty="0" spc="3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5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7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17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12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250" dirty="0" spc="3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2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cho</a:t>
            </a:r>
            <a:r>
              <a:rPr lang="en-US" sz="22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250" dirty="0" spc="-8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cf4adf1-f49a-4e1a-8bb3-b0bbe2c2d7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độ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"Nhanh"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c780cbd-060c-4294-bd65-b4717efd6e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chậm,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SnapStart: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 nguội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 chờ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5245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 nhẹ</a:t>
            </a:r>
            <a:r>
              <a:rPr lang="en-US" sz="2550" dirty="0" spc="-18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3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-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13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3c7043a-f148-4604-b4c0-12101da59e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D6DCF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Giữ: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lặp: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có: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7ebb669-cc6a-4dec-a5cd-b6a4fc3009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4480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243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2006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769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5717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34480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43243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81100" y="52006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81100" y="60769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KVM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Linux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81100" y="69532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VM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85344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d0632a7-0b3a-4085-9e31-eee0f5e92d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2026-10-19T15:53:45Z</dcterms:created>
  <dcterms:modified xsi:type="dcterms:W3CDTF">2026-10-19T15:53:45Z</dcterms:modified>
</cp:coreProperties>
</file>