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71450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6000" dirty="0" spc="-1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CAP,</a:t>
            </a:r>
            <a:r>
              <a:rPr lang="en-US" sz="60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BASE,</a:t>
            </a:r>
            <a:r>
              <a:rPr lang="en-US" sz="60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SOLID,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KISS:</a:t>
            </a:r>
            <a:endParaRPr lang="en-US" sz="6000" dirty="0"/>
          </a:p>
          <a:p>
            <a:pPr algn="l" indent="0" marL="0">
              <a:lnSpc>
                <a:spcPts val="648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0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0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0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60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0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CAP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38862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5715000"/>
            <a:ext cx="3238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CAP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38250" y="70485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5105400" y="5334000"/>
            <a:ext cx="38862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29250" y="5715000"/>
            <a:ext cx="3238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7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BASE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5429250" y="70485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296400" y="5334000"/>
            <a:ext cx="38862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20250" y="5715000"/>
            <a:ext cx="3238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SOLID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9620250" y="70485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mã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3487400" y="5334000"/>
            <a:ext cx="38862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811250" y="5715000"/>
            <a:ext cx="3238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KISS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13811250" y="70485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mã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8b26259-6ffe-43cf-84c3-c515b70cb1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 hai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 sao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63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đứt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7981950" cy="4000500"/>
          </a:xfrm>
          <a:prstGeom prst="roundRect">
            <a:avLst>
              <a:gd name="adj" fmla="val 7619"/>
            </a:avLst>
          </a:prstGeom>
          <a:solidFill>
            <a:srgbClr val="FBE0DA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6195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ƯU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714375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-1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9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 ba</a:t>
            </a:r>
            <a:r>
              <a:rPr lang="en-US" sz="39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9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91650" y="3238500"/>
            <a:ext cx="7981950" cy="4000500"/>
          </a:xfrm>
          <a:prstGeom prst="roundRect">
            <a:avLst>
              <a:gd name="adj" fmla="val 761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772650" y="36195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18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72650" y="4286250"/>
            <a:ext cx="714375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-9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9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9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39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9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lượt,</a:t>
            </a:r>
            <a:endParaRPr lang="en-US" sz="3900" dirty="0"/>
          </a:p>
          <a:p>
            <a:pPr algn="l" indent="0" marL="0">
              <a:buNone/>
            </a:pPr>
            <a:r>
              <a:rPr lang="en-US" sz="39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39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 tụ.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fd05d88-ca8e-46e4-909e-4996505b9e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đảm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6762750" y="2762250"/>
            <a:ext cx="47625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6762750" y="30670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3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CAP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9115425" y="3905250"/>
            <a:ext cx="57150" cy="7620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7" name="Shape 5"/>
          <p:cNvSpPr/>
          <p:nvPr/>
        </p:nvSpPr>
        <p:spPr>
          <a:xfrm>
            <a:off x="3076575" y="4638675"/>
            <a:ext cx="12134850" cy="571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3076575" y="4667250"/>
            <a:ext cx="57150" cy="476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9115425" y="4667250"/>
            <a:ext cx="57150" cy="476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5154275" y="4667250"/>
            <a:ext cx="57150" cy="476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143500"/>
            <a:ext cx="4381500" cy="2095500"/>
          </a:xfrm>
          <a:prstGeom prst="roundRect">
            <a:avLst>
              <a:gd name="adj" fmla="val 12727"/>
            </a:avLst>
          </a:prstGeom>
          <a:solidFill>
            <a:srgbClr val="FBE0DA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0150" y="5429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Nhất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quán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200150" y="6048375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mới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953250" y="5143500"/>
            <a:ext cx="43815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0" y="5429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Sẵn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7239000" y="6048375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nhận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2992100" y="5143500"/>
            <a:ext cx="43815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277850" y="5429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Chịu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5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mảnh</a:t>
            </a: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mạng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277850" y="6048375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lỗi.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88670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b="1" dirty="0" spc="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đứt: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lời,</a:t>
            </a:r>
            <a:r>
              <a:rPr lang="en-US" sz="28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đúng?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d5a8892-fa8d-4878-8f02-de96c125c6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BASE</a:t>
            </a: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nới</a:t>
            </a:r>
            <a:r>
              <a:rPr lang="en-US" sz="72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ACID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67100"/>
            <a:ext cx="1543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676400" y="4667250"/>
            <a:ext cx="15697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95500" y="4991100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2438400" y="6191250"/>
            <a:ext cx="14935200" cy="1238250"/>
          </a:xfrm>
          <a:prstGeom prst="roundRect">
            <a:avLst>
              <a:gd name="adj" fmla="val 21538"/>
            </a:avLst>
          </a:prstGeom>
          <a:solidFill>
            <a:srgbClr val="F3EEE3"/>
          </a:solidFill>
          <a:ln/>
        </p:spPr>
      </p:sp>
      <p:sp>
        <p:nvSpPr>
          <p:cNvPr id="9" name="Text 7"/>
          <p:cNvSpPr/>
          <p:nvPr/>
        </p:nvSpPr>
        <p:spPr>
          <a:xfrm>
            <a:off x="2857500" y="6515100"/>
            <a:ext cx="14097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Nới</a:t>
            </a:r>
            <a:r>
              <a:rPr lang="en-US" sz="25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ACID:</a:t>
            </a:r>
            <a:r>
              <a:rPr lang="en-US" sz="2550" b="1" dirty="0" spc="4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25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b387973-a7aa-4574-8160-03c9dde6b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SOLID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48000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476500" y="3209925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1338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229100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476500" y="4391025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3149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5410200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476500" y="5572125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64960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8250" y="6591300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2476500" y="6753225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6771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7772400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476500" y="7934325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cbb835d7-320b-4e41-b7dc-f7be2d76c6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KISS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1619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716250" cy="3429000"/>
          </a:xfrm>
          <a:prstGeom prst="rect">
            <a:avLst/>
          </a:prstGeom>
          <a:noFill/>
          <a:ln/>
        </p:spPr>
        <p:txBody>
          <a:bodyPr wrap="square" lIns="0" tIns="86678" rIns="0" bIns="-86678" rtlCol="0" anchor="t"/>
          <a:lstStyle/>
          <a:p>
            <a:pPr algn="l" indent="0" marL="0">
              <a:lnSpc>
                <a:spcPts val="11130"/>
              </a:lnSpc>
              <a:buNone/>
            </a:pPr>
            <a:r>
              <a:rPr lang="en-US" sz="10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Hãy</a:t>
            </a:r>
            <a:r>
              <a:rPr lang="en-US" sz="10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10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105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10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giản.</a:t>
            </a:r>
            <a:endParaRPr lang="en-US" sz="105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70294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nói: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Hải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quân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Mỹ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1960.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a420a7e3-d864-4a82-9ecc-8d9fb12beb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95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2476500" y="3571875"/>
            <a:ext cx="1447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8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095875"/>
            <a:ext cx="95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2476500" y="5286375"/>
            <a:ext cx="1447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810375"/>
            <a:ext cx="95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2476500" y="7000875"/>
            <a:ext cx="1447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c942bcf-3145-4e78-b326-723bf7fd56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48863" rIns="0" bIns="-48863" rtlCol="0" anchor="t"/>
          <a:lstStyle/>
          <a:p>
            <a:pPr algn="l" indent="0" marL="0">
              <a:lnSpc>
                <a:spcPts val="5985"/>
              </a:lnSpc>
              <a:buNone/>
            </a:pPr>
            <a:r>
              <a:rPr lang="en-US" sz="57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57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vé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tâm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lạc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4762500" y="28575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277600" y="28575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3619500" cy="2190750"/>
          </a:xfrm>
          <a:prstGeom prst="roundRect">
            <a:avLst>
              <a:gd name="adj" fmla="val 12174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3905250"/>
            <a:ext cx="3048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8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Từ</a:t>
            </a:r>
            <a:r>
              <a:rPr lang="en-US" sz="27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chối</a:t>
            </a:r>
            <a:r>
              <a:rPr lang="en-US" sz="27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đặt</a:t>
            </a:r>
            <a:r>
              <a:rPr lang="en-US" sz="2700" dirty="0" spc="-2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vé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762500" y="3333750"/>
            <a:ext cx="6096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05400" y="3810000"/>
            <a:ext cx="54292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đúng,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ghế.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1277600" y="3333750"/>
            <a:ext cx="6096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20500" y="3810000"/>
            <a:ext cx="54292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nhận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3619500" cy="2190750"/>
          </a:xfrm>
          <a:prstGeom prst="roundRect">
            <a:avLst>
              <a:gd name="adj" fmla="val 12174"/>
            </a:avLst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1200150" y="6381750"/>
            <a:ext cx="3048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5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Vẫn</a:t>
            </a:r>
            <a:r>
              <a:rPr lang="en-US" sz="27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r>
              <a:rPr lang="en-US" sz="27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đặt</a:t>
            </a:r>
            <a:r>
              <a:rPr lang="en-US" sz="2700" dirty="0" spc="-2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vé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4762500" y="5810250"/>
            <a:ext cx="6096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05400" y="6286500"/>
            <a:ext cx="54292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1277600" y="5810250"/>
            <a:ext cx="6096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20500" y="6286500"/>
            <a:ext cx="54292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ghế.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88953ed6-3eb8-4b8d-8a20-e51e3baba1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 hai cấp</a:t>
            </a:r>
            <a:r>
              <a:rPr lang="en-US" sz="7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7981950" cy="3143250"/>
          </a:xfrm>
          <a:prstGeom prst="roundRect">
            <a:avLst>
              <a:gd name="adj" fmla="val 969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TRẢI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1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71437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8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CAP,</a:t>
            </a:r>
            <a:r>
              <a:rPr lang="en-US" sz="63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BASE</a:t>
            </a:r>
            <a:endParaRPr lang="en-US" sz="6300" dirty="0"/>
          </a:p>
        </p:txBody>
      </p:sp>
      <p:sp>
        <p:nvSpPr>
          <p:cNvPr id="7" name="Shape 5"/>
          <p:cNvSpPr/>
          <p:nvPr/>
        </p:nvSpPr>
        <p:spPr>
          <a:xfrm>
            <a:off x="9391650" y="3143250"/>
            <a:ext cx="7981950" cy="3143250"/>
          </a:xfrm>
          <a:prstGeom prst="roundRect">
            <a:avLst>
              <a:gd name="adj" fmla="val 969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772650" y="352425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1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1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72650" y="4191000"/>
            <a:ext cx="71437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SOLID,</a:t>
            </a:r>
            <a:r>
              <a:rPr lang="en-US" sz="6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KISS</a:t>
            </a:r>
            <a:endParaRPr lang="en-US" sz="630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FBF8F2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9532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78320ed-d477-49a7-9b53-cc4a84b664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4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3143250" y="1885950"/>
            <a:ext cx="819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14400" y="304800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BASE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3143250" y="3124200"/>
            <a:ext cx="8191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mềm,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 cuối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ACID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3143250" y="4362450"/>
            <a:ext cx="819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552450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SOLID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143250" y="5600700"/>
            <a:ext cx="8191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14400" y="67627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KISS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3143250" y="6838950"/>
            <a:ext cx="819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Hãy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2001500" y="1714500"/>
            <a:ext cx="53721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19050">
            <a:solidFill>
              <a:srgbClr val="3A3E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0" y="2038350"/>
            <a:ext cx="4667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2344400" y="2552700"/>
            <a:ext cx="4667250" cy="1809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ByteByteGo, bài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f002ee4-4f1f-4408-a420-4b64b071e7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2026-10-19T15:16:28Z</dcterms:created>
  <dcterms:modified xsi:type="dcterms:W3CDTF">2026-10-19T15:16:28Z</dcterms:modified>
</cp:coreProperties>
</file>