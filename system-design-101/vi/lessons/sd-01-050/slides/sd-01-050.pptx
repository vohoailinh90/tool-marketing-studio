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4000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049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 nhau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hết: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30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mở?</a:t>
            </a:r>
            <a:endParaRPr lang="en-US" sz="3000" dirty="0"/>
          </a:p>
        </p:txBody>
      </p:sp>
      <p:sp>
        <p:nvSpPr>
          <p:cNvPr id="5" name="Connector line-1792370185870-667887984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0" y="1428750"/>
            <a:ext cx="68961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2300" y="1733550"/>
            <a:ext cx="76200" cy="8191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1144250" y="1714500"/>
            <a:ext cx="5905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144250" y="23050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00" y="3143250"/>
            <a:ext cx="68961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82300" y="3448050"/>
            <a:ext cx="76200" cy="8191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1144250" y="3429000"/>
            <a:ext cx="5905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1144250" y="40195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thẻ,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0" y="4857750"/>
            <a:ext cx="68961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82300" y="5162550"/>
            <a:ext cx="76200" cy="8191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144250" y="5143500"/>
            <a:ext cx="5905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1144250" y="57340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tự chọn</a:t>
            </a: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0" y="6572250"/>
            <a:ext cx="68961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82300" y="6877050"/>
            <a:ext cx="76200" cy="8191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4250" y="6858000"/>
            <a:ext cx="5905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1144250" y="74485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</a:t>
            </a:r>
            <a:r>
              <a:rPr lang="en-US" sz="210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hàm,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39c90f2-fdd0-415b-b936-5ac29f55c9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95500"/>
            <a:ext cx="14287500" cy="2857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8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84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8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r>
              <a:rPr lang="en-US" sz="84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thoại.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914400" y="4762500"/>
            <a:ext cx="114300" cy="2095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0201998-863548659"/>
          <p:cNvSpPr/>
          <p:nvPr/>
        </p:nvSpPr>
        <p:spPr>
          <a:xfrm>
            <a:off x="1333500" y="4762500"/>
            <a:ext cx="12382500" cy="219075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8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 biến năm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2023.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tiêu: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gì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4400" y="752475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10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b="1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000500" y="7524750"/>
            <a:ext cx="2286000" cy="7239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15100" y="7524750"/>
            <a:ext cx="2286000" cy="7239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1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5607c87-7e4c-4817-b81e-8ebf79b405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950" b="1" spc="2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b="1" spc="28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1/4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0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REST:</a:t>
            </a:r>
            <a:r>
              <a:rPr lang="en-US" sz="72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3905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1371600" y="4953000"/>
            <a:ext cx="7086600" cy="914400"/>
          </a:xfrm>
          <a:prstGeom prst="roundRect">
            <a:avLst>
              <a:gd name="adj" fmla="val 20833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676400" y="5181600"/>
            <a:ext cx="6477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70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71600" y="6286500"/>
            <a:ext cx="7086600" cy="1714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726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1950" b="1" spc="22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9800" y="3905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9829800" y="4953000"/>
            <a:ext cx="2095500" cy="914400"/>
          </a:xfrm>
          <a:prstGeom prst="roundRect">
            <a:avLst>
              <a:gd name="adj" fmla="val 2083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153900" y="4953000"/>
            <a:ext cx="2095500" cy="914400"/>
          </a:xfrm>
          <a:prstGeom prst="roundRect">
            <a:avLst>
              <a:gd name="adj" fmla="val 2083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4478000" y="4953000"/>
            <a:ext cx="2095500" cy="914400"/>
          </a:xfrm>
          <a:prstGeom prst="roundRect">
            <a:avLst>
              <a:gd name="adj" fmla="val 2083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...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829800" y="6286500"/>
            <a:ext cx="7086600" cy="1714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Lấy,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27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sửa: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bdbd05c-b5e9-4b81-98ba-93b2106894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950" b="1" spc="28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2/4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SOAP: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 theo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khuôn</a:t>
            </a:r>
            <a:endParaRPr lang="en-US" sz="7200" dirty="0"/>
          </a:p>
        </p:txBody>
      </p:sp>
      <p:sp>
        <p:nvSpPr>
          <p:cNvPr id="4" name="Text richtext-1792370738161-832644638"/>
          <p:cNvSpPr/>
          <p:nvPr/>
        </p:nvSpPr>
        <p:spPr>
          <a:xfrm>
            <a:off x="914400" y="4095750"/>
            <a:ext cx="6667500" cy="2857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700" dirty="0" spc="-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4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</a:t>
            </a: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572500" y="1428750"/>
            <a:ext cx="8801100" cy="7239000"/>
          </a:xfrm>
          <a:prstGeom prst="roundRect">
            <a:avLst>
              <a:gd name="adj" fmla="val 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29700" y="1771650"/>
            <a:ext cx="781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spc="16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029700" y="2209800"/>
            <a:ext cx="7810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3048000"/>
            <a:ext cx="7658100" cy="5143500"/>
          </a:xfrm>
          <a:prstGeom prst="roundRect">
            <a:avLst>
              <a:gd name="adj" fmla="val 5185"/>
            </a:avLst>
          </a:prstGeom>
          <a:solidFill>
            <a:srgbClr val="2A1E1C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3352800"/>
            <a:ext cx="6858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KHUÔN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601200" y="3790950"/>
            <a:ext cx="685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715500" y="4667250"/>
            <a:ext cx="6515100" cy="3048000"/>
          </a:xfrm>
          <a:prstGeom prst="roundRect">
            <a:avLst>
              <a:gd name="adj" fmla="val 6875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0172700" y="5010150"/>
            <a:ext cx="571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195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172700" y="5486400"/>
            <a:ext cx="5715000" cy="19050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bọc</a:t>
            </a:r>
            <a:r>
              <a:rPr lang="en-US" sz="3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3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3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529e5f1-e3ff-48a2-a056-756ef87bda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950" b="1" spc="2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b="1" spc="2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3/4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GraphQL: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72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9050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27635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</p:txBody>
      </p:sp>
      <p:sp>
        <p:nvSpPr>
          <p:cNvPr id="6" name="Connector line-1792370755629-100869954"/>
          <p:cNvSpPr/>
          <p:nvPr/>
        </p:nvSpPr>
        <p:spPr>
          <a:xfrm>
            <a:off x="3714750" y="409575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7" name="Connector line-1792370755629-106356030"/>
          <p:cNvSpPr/>
          <p:nvPr/>
        </p:nvSpPr>
        <p:spPr>
          <a:xfrm>
            <a:off x="14573250" y="409575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191000" y="4762500"/>
            <a:ext cx="990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2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b="1" dirty="0" spc="-2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</p:txBody>
      </p:sp>
      <p:sp>
        <p:nvSpPr>
          <p:cNvPr id="9" name="Connector line-1792370755632-874500794"/>
          <p:cNvSpPr/>
          <p:nvPr/>
        </p:nvSpPr>
        <p:spPr>
          <a:xfrm>
            <a:off x="3810000" y="5429250"/>
            <a:ext cx="10668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191000" y="6286500"/>
            <a:ext cx="990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11" name="Connector line-1792370755635-430393664"/>
          <p:cNvSpPr/>
          <p:nvPr/>
        </p:nvSpPr>
        <p:spPr>
          <a:xfrm flipH="1">
            <a:off x="3810000" y="6953250"/>
            <a:ext cx="10668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191000" y="7620000"/>
            <a:ext cx="99060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4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về?</a:t>
            </a:r>
            <a:r>
              <a:rPr lang="en-US" sz="24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446661c-595e-4179-a171-b85f04619f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95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b="1" spc="28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4/4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gRPC: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286500" y="2952750"/>
            <a:ext cx="5715000" cy="1809750"/>
          </a:xfrm>
          <a:prstGeom prst="roundRect">
            <a:avLst>
              <a:gd name="adj" fmla="val 14737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6667500" y="3238500"/>
            <a:ext cx="4953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b="1" spc="22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67500" y="3714750"/>
            <a:ext cx="4953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r>
              <a:rPr lang="en-US" sz="36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333500" y="5905500"/>
            <a:ext cx="45720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4500" y="6191250"/>
            <a:ext cx="381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14500" y="6667500"/>
            <a:ext cx="381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382500" y="5905500"/>
            <a:ext cx="45720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63500" y="6191250"/>
            <a:ext cx="381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spc="18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763500" y="6667500"/>
            <a:ext cx="381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700" dirty="0"/>
          </a:p>
        </p:txBody>
      </p:sp>
      <p:sp>
        <p:nvSpPr>
          <p:cNvPr id="13" name="Connector line-1792370774230-113121471"/>
          <p:cNvSpPr/>
          <p:nvPr/>
        </p:nvSpPr>
        <p:spPr>
          <a:xfrm flipH="1">
            <a:off x="4381500" y="4762500"/>
            <a:ext cx="2857500" cy="1143000"/>
          </a:xfrm>
          <a:prstGeom prst="line">
            <a:avLst/>
          </a:prstGeom>
          <a:noFill/>
          <a:ln w="38100">
            <a:solidFill>
              <a:srgbClr val="B45309"/>
            </a:solidFill>
            <a:prstDash val="lgDash"/>
            <a:headEnd type="none"/>
            <a:tailEnd type="none"/>
          </a:ln>
        </p:spPr>
      </p:sp>
      <p:sp>
        <p:nvSpPr>
          <p:cNvPr id="14" name="Connector line-1792370774231-954376184"/>
          <p:cNvSpPr/>
          <p:nvPr/>
        </p:nvSpPr>
        <p:spPr>
          <a:xfrm>
            <a:off x="11049000" y="4762500"/>
            <a:ext cx="2857500" cy="1143000"/>
          </a:xfrm>
          <a:prstGeom prst="line">
            <a:avLst/>
          </a:prstGeom>
          <a:noFill/>
          <a:ln w="38100">
            <a:solidFill>
              <a:srgbClr val="B45309"/>
            </a:solidFill>
            <a:prstDash val="lgDash"/>
            <a:headEnd type="none"/>
            <a:tailEnd type="none"/>
          </a:ln>
        </p:spPr>
      </p:sp>
      <p:sp>
        <p:nvSpPr>
          <p:cNvPr id="15" name="Connector line-1792370774231-682694706"/>
          <p:cNvSpPr/>
          <p:nvPr/>
        </p:nvSpPr>
        <p:spPr>
          <a:xfrm>
            <a:off x="6096000" y="6572250"/>
            <a:ext cx="609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70774231-776291800"/>
          <p:cNvSpPr/>
          <p:nvPr/>
        </p:nvSpPr>
        <p:spPr>
          <a:xfrm flipH="1">
            <a:off x="6096000" y="7143750"/>
            <a:ext cx="609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858000" y="762000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250" b="1" dirty="0" spc="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2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</a:t>
            </a:r>
            <a:r>
              <a:rPr lang="en-US" sz="22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42b864f-43a0-494c-8211-06effb19fa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1950" b="1" spc="2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lời?</a:t>
            </a:r>
            <a:r>
              <a:rPr lang="en-US" sz="69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mở?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  <a:gridCol w="548640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Kiểu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r>
                        <a:rPr lang="en-US" sz="2550" b="1" dirty="0" spc="-6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mở</a:t>
                      </a:r>
                      <a:r>
                        <a:rPr lang="en-US" sz="255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7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550" b="1" dirty="0" spc="1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Hỏi</a:t>
                      </a:r>
                      <a:r>
                        <a:rPr lang="en-US" sz="2550" dirty="0" spc="-2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55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đáp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5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khách</a:t>
                      </a:r>
                      <a:r>
                        <a:rPr lang="en-US" sz="2550" dirty="0" spc="3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gửi,</a:t>
                      </a:r>
                      <a:r>
                        <a:rPr lang="en-US" sz="255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5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r>
                        <a:rPr lang="en-US" sz="255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5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REST,</a:t>
                      </a:r>
                      <a:r>
                        <a:rPr lang="en-US" sz="25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SOAP, GraphQL,</a:t>
                      </a:r>
                      <a:r>
                        <a:rPr lang="en-US" sz="25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gRPC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Gọi</a:t>
                      </a:r>
                      <a:r>
                        <a:rPr lang="en-US" sz="25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Dịch</a:t>
                      </a:r>
                      <a:r>
                        <a:rPr lang="en-US" sz="25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5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kia</a:t>
                      </a:r>
                      <a:r>
                        <a:rPr lang="en-US" sz="25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5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5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bạn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Webhook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Kênh</a:t>
                      </a:r>
                      <a:r>
                        <a:rPr lang="en-US" sz="25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mở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Cả</a:t>
                      </a:r>
                      <a:r>
                        <a:rPr lang="en-US" sz="25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hai,</a:t>
                      </a:r>
                      <a:r>
                        <a:rPr lang="en-US" sz="255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bất</a:t>
                      </a:r>
                      <a:r>
                        <a:rPr lang="en-US" sz="25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cứ</a:t>
                      </a:r>
                      <a:r>
                        <a:rPr lang="en-US" sz="25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lúc</a:t>
                      </a:r>
                      <a:r>
                        <a:rPr lang="en-US" sz="25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WebSocket</a:t>
                      </a:r>
                      <a:endParaRPr lang="en-US" sz="1200" dirty="0"/>
                    </a:p>
                  </a:txBody>
                  <a:tcPr marL="266700" marR="266700" marT="266700" marB="2667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6" name="Shape 3"/>
          <p:cNvSpPr/>
          <p:nvPr/>
        </p:nvSpPr>
        <p:spPr>
          <a:xfrm>
            <a:off x="1219200" y="7524750"/>
            <a:ext cx="76200" cy="666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4"/>
          <p:cNvSpPr/>
          <p:nvPr/>
        </p:nvSpPr>
        <p:spPr>
          <a:xfrm>
            <a:off x="1600200" y="7448550"/>
            <a:ext cx="154305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không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đối: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subscription.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bea3d94-26ba-44f8-a7d0-f880d0b30d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4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48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48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48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công,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 tục. Chọn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48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án: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400" b="1" dirty="0" spc="-2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Webhook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4762500" cy="2381250"/>
          </a:xfrm>
          <a:prstGeom prst="roundRect">
            <a:avLst>
              <a:gd name="adj" fmla="val 112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23875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cổng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762750" y="4953000"/>
            <a:ext cx="4762500" cy="2381250"/>
          </a:xfrm>
          <a:prstGeom prst="roundRect">
            <a:avLst>
              <a:gd name="adj" fmla="val 112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3750" y="523875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143750" y="6000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r>
              <a:rPr lang="en-US" sz="25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611100" y="4953000"/>
            <a:ext cx="4762500" cy="2381250"/>
          </a:xfrm>
          <a:prstGeom prst="roundRect">
            <a:avLst>
              <a:gd name="adj" fmla="val 112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92100" y="523875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2992100" y="6000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tới: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"đã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nhận"</a:t>
            </a:r>
            <a:endParaRPr lang="en-US" sz="2550" dirty="0"/>
          </a:p>
        </p:txBody>
      </p:sp>
      <p:sp>
        <p:nvSpPr>
          <p:cNvPr id="14" name="Connector line-1792370808083-201759247"/>
          <p:cNvSpPr/>
          <p:nvPr/>
        </p:nvSpPr>
        <p:spPr>
          <a:xfrm>
            <a:off x="5753100" y="6143625"/>
            <a:ext cx="933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70808083-927723888"/>
          <p:cNvSpPr/>
          <p:nvPr/>
        </p:nvSpPr>
        <p:spPr>
          <a:xfrm>
            <a:off x="11601450" y="6143625"/>
            <a:ext cx="933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4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kỳ: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ef08c18-44a7-40eb-a4a8-ea2200d89d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chọn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114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667000" y="3143250"/>
            <a:ext cx="1428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cần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667000" y="3733800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kiện: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Webhook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6672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953000"/>
            <a:ext cx="114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2667000" y="4953000"/>
            <a:ext cx="1428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ai?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67000" y="5543550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40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hàm: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477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762750"/>
            <a:ext cx="114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2667000" y="6762750"/>
            <a:ext cx="1428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67000" y="7353300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SOAP: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838200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efddcff-92ee-4a69-886e-59f8438a74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438400"/>
            <a:ext cx="5334000" cy="2152650"/>
          </a:xfrm>
          <a:prstGeom prst="roundRect">
            <a:avLst>
              <a:gd name="adj" fmla="val 1061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6477000" y="2438400"/>
            <a:ext cx="5334000" cy="2152650"/>
          </a:xfrm>
          <a:prstGeom prst="roundRect">
            <a:avLst>
              <a:gd name="adj" fmla="val 1061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039600" y="2438400"/>
            <a:ext cx="5334000" cy="2152650"/>
          </a:xfrm>
          <a:prstGeom prst="roundRect">
            <a:avLst>
              <a:gd name="adj" fmla="val 10619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819650"/>
            <a:ext cx="5334000" cy="2152650"/>
          </a:xfrm>
          <a:prstGeom prst="roundRect">
            <a:avLst>
              <a:gd name="adj" fmla="val 10619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0" y="4819650"/>
            <a:ext cx="5334000" cy="2152650"/>
          </a:xfrm>
          <a:prstGeom prst="roundRect">
            <a:avLst>
              <a:gd name="adj" fmla="val 10619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2039600" y="4819650"/>
            <a:ext cx="5334000" cy="2152650"/>
          </a:xfrm>
          <a:prstGeom prst="roundRect">
            <a:avLst>
              <a:gd name="adj" fmla="val 10619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2667000"/>
            <a:ext cx="4762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257300" y="329565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7300" y="36576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19900" y="2667000"/>
            <a:ext cx="4762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819900" y="329565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19900" y="36576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82500" y="2667000"/>
            <a:ext cx="4762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2382500" y="329565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382500" y="36576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57300" y="5048250"/>
            <a:ext cx="4762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257300" y="567690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Simple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57300" y="603885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thẻ,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19900" y="5048250"/>
            <a:ext cx="4762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6819900" y="567690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819900" y="603885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382500" y="5048250"/>
            <a:ext cx="4762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2382500" y="567690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382500" y="603885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 tục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74485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14400" y="78676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14400" y="842010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3dbb3c9a-16c9-4847-a8e3-7ba0bcd573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2026-10-19T02:03:20Z</dcterms:created>
  <dcterms:modified xsi:type="dcterms:W3CDTF">2026-10-19T02:03:20Z</dcterms:modified>
</cp:coreProperties>
</file>