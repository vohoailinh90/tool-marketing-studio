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toán: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Ngành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xuống.</a:t>
            </a:r>
            <a:endParaRPr lang="en-US" sz="3000" dirty="0"/>
          </a:p>
        </p:txBody>
      </p:sp>
      <p:sp>
        <p:nvSpPr>
          <p:cNvPr id="5" name="Connector line-1792381520147-754148032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0" y="2190750"/>
            <a:ext cx="5905500" cy="4953000"/>
          </a:xfrm>
          <a:prstGeom prst="rect">
            <a:avLst/>
          </a:prstGeom>
          <a:noFill/>
          <a:ln/>
        </p:spPr>
        <p:txBody>
          <a:bodyPr wrap="square" lIns="0" tIns="330190" rIns="0" bIns="-330190" rtlCol="0" anchor="ctr"/>
          <a:lstStyle/>
          <a:p>
            <a:pPr algn="ctr" indent="0" marL="0">
              <a:lnSpc>
                <a:spcPts val="32499"/>
              </a:lnSpc>
              <a:buNone/>
            </a:pPr>
            <a:r>
              <a:rPr lang="en-US" sz="32499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2499" dirty="0"/>
          </a:p>
        </p:txBody>
      </p:sp>
      <p:sp>
        <p:nvSpPr>
          <p:cNvPr id="9" name="Text 7"/>
          <p:cNvSpPr/>
          <p:nvPr/>
        </p:nvSpPr>
        <p:spPr>
          <a:xfrm>
            <a:off x="11430000" y="723900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2cbd8c69-4479-4740-9bc0-f70db5bd3e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4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e2e3161-a775-48de-b78e-2bcad09507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QUẢN</a:t>
            </a:r>
            <a:r>
              <a:rPr lang="en-US" sz="1800" b="1" spc="20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ƯƠNG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b="1" spc="21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100" b="1" spc="11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6" name="Text richtext-1792381522159-472512366"/>
          <p:cNvSpPr/>
          <p:nvPr/>
        </p:nvSpPr>
        <p:spPr>
          <a:xfrm>
            <a:off x="12954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Regulatory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authority.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1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spc="21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ƯƠNG</a:t>
            </a:r>
            <a:endParaRPr lang="en-US" sz="2100" dirty="0"/>
          </a:p>
        </p:txBody>
      </p:sp>
      <p:sp>
        <p:nvSpPr>
          <p:cNvPr id="9" name="Text richtext-1792381522179-826104579"/>
          <p:cNvSpPr/>
          <p:nvPr/>
        </p:nvSpPr>
        <p:spPr>
          <a:xfrm>
            <a:off x="97536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của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5247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ffb7ef9-9353-4925-8f5d-2cefa20708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b="1" spc="26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67500" y="285750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1522965-938222135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667500" y="34671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0863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08635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667500" y="508635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Những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Stripe.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b699e05-9958-44dc-b187-b5f61c98ca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b="1" spc="26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69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bù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b="1" spc="1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 các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BÙ</a:t>
            </a:r>
            <a:r>
              <a:rPr lang="en-US" sz="2100" b="1" spc="2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536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 các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bù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65889be-d47d-4b2a-96af-9f7284074f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26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 di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4161C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ctr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 thống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4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toán:</a:t>
            </a:r>
            <a:r>
              <a:rPr lang="en-US" sz="4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 di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572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quyết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826ec85-8cb0-405b-9b73-583048154c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 nối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524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dedd7fd-e752-45d8-9bef-54be00b328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PayPal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726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toán;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 trừ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905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baca648-9d1c-4583-9de6-54aa39b563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1526995-320837968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duy,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6beb703-8192-4aed-9689-6b3f13afbc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19087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333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Thanh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00965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71487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286250"/>
            <a:ext cx="6191250" cy="1333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 viễn thông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liên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1950" dirty="0"/>
          </a:p>
        </p:txBody>
      </p:sp>
      <p:sp>
        <p:nvSpPr>
          <p:cNvPr id="10" name="Connector line-1792381527880-195187373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2" name="Text richtext-1792381527883-558330295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efcb58f7-259d-446d-8e59-e57c3c74cd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2026-10-19T03:45:54Z</dcterms:created>
  <dcterms:modified xsi:type="dcterms:W3CDTF">2026-10-19T03:45:54Z</dcterms:modified>
</cp:coreProperties>
</file>