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620250" cy="250507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SSH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752850"/>
            <a:ext cx="952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4500" dirty="0" spc="-28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4500" dirty="0" spc="0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500" dirty="0" spc="2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500" dirty="0" spc="-34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4857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8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chồng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4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TCP.</a:t>
            </a:r>
            <a:endParaRPr lang="en-US" sz="2850" dirty="0"/>
          </a:p>
        </p:txBody>
      </p:sp>
      <p:sp>
        <p:nvSpPr>
          <p:cNvPr id="6" name="Connector line-1792338497293-995093126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6200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79248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42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14400" y="86296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hóa, nhận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248150" y="76200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248150" y="79248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4200" dirty="0" spc="-3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248150" y="86296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1900" y="76200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581900" y="79248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42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581900" y="86296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kênh,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0763250" y="2381250"/>
            <a:ext cx="66675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 w="28575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06150" y="2533650"/>
            <a:ext cx="590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1106150" y="2933700"/>
            <a:ext cx="590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650" dirty="0"/>
          </a:p>
        </p:txBody>
      </p:sp>
      <p:sp>
        <p:nvSpPr>
          <p:cNvPr id="20" name="Connector line-1792338497322-467186904"/>
          <p:cNvSpPr/>
          <p:nvPr/>
        </p:nvSpPr>
        <p:spPr>
          <a:xfrm>
            <a:off x="14097000" y="3352800"/>
            <a:ext cx="0" cy="22860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763250" y="3600450"/>
            <a:ext cx="66675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06150" y="3752850"/>
            <a:ext cx="590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2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1106150" y="4152900"/>
            <a:ext cx="590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24" name="Connector line-1792338497326-922743505"/>
          <p:cNvSpPr/>
          <p:nvPr/>
        </p:nvSpPr>
        <p:spPr>
          <a:xfrm>
            <a:off x="14097000" y="4572000"/>
            <a:ext cx="0" cy="22860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763250" y="4819650"/>
            <a:ext cx="66675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6150" y="4972050"/>
            <a:ext cx="590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1106150" y="53721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8" name="Connector line-1792338497329-572228852"/>
          <p:cNvSpPr/>
          <p:nvPr/>
        </p:nvSpPr>
        <p:spPr>
          <a:xfrm>
            <a:off x="14097000" y="5791200"/>
            <a:ext cx="0" cy="22860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763250" y="6038850"/>
            <a:ext cx="66675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106150" y="6191250"/>
            <a:ext cx="590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3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1106150" y="65913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kênh: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lệnh,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a3a474c-2092-4dcb-90e5-cbee90b32d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7622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8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7800" dirty="0"/>
          </a:p>
          <a:p>
            <a:pPr algn="l" indent="0" marL="0">
              <a:lnSpc>
                <a:spcPts val="8112"/>
              </a:lnSpc>
              <a:buNone/>
            </a:pPr>
            <a:r>
              <a:rPr lang="en-US" sz="78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từng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asyncssh,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127.0.0.1.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810250"/>
            <a:ext cx="7429500" cy="1905000"/>
          </a:xfrm>
          <a:prstGeom prst="roundRect">
            <a:avLst>
              <a:gd name="adj" fmla="val 13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960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5151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 liệu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OpenSSH.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" y="8096250"/>
            <a:ext cx="742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953500" y="952500"/>
            <a:ext cx="8420100" cy="7429500"/>
          </a:xfrm>
          <a:prstGeom prst="roundRect">
            <a:avLst>
              <a:gd name="adj" fmla="val 35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25300" y="142875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4630400" y="1600200"/>
            <a:ext cx="2571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asyncssh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2.24.1</a:t>
            </a:r>
            <a:endParaRPr lang="en-US" sz="1650" dirty="0"/>
          </a:p>
        </p:txBody>
      </p:sp>
      <p:sp>
        <p:nvSpPr>
          <p:cNvPr id="12" name="Connector line-1792338792334-541315951"/>
          <p:cNvSpPr/>
          <p:nvPr/>
        </p:nvSpPr>
        <p:spPr>
          <a:xfrm>
            <a:off x="13163550" y="2133600"/>
            <a:ext cx="0" cy="100965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3411200" y="249555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163300" y="3238500"/>
            <a:ext cx="400050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63300" y="3409950"/>
            <a:ext cx="400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163300" y="382905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16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ghi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650" dirty="0"/>
          </a:p>
        </p:txBody>
      </p:sp>
      <p:sp>
        <p:nvSpPr>
          <p:cNvPr id="17" name="Connector line-1792338792345-764355870"/>
          <p:cNvSpPr/>
          <p:nvPr/>
        </p:nvSpPr>
        <p:spPr>
          <a:xfrm>
            <a:off x="13163550" y="4381500"/>
            <a:ext cx="0" cy="100965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411200" y="474345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925300" y="54864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630400" y="5657850"/>
            <a:ext cx="2571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asyncssh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2.24.1</a:t>
            </a:r>
            <a:endParaRPr lang="en-US" sz="1650" dirty="0"/>
          </a:p>
        </p:txBody>
      </p:sp>
      <p:sp>
        <p:nvSpPr>
          <p:cNvPr id="21" name="Connector line-1792338792350-844383682"/>
          <p:cNvSpPr/>
          <p:nvPr/>
        </p:nvSpPr>
        <p:spPr>
          <a:xfrm>
            <a:off x="9334500" y="6572250"/>
            <a:ext cx="7658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334500" y="6724650"/>
            <a:ext cx="7658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65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591800" y="7124700"/>
            <a:ext cx="5143500" cy="666750"/>
          </a:xfrm>
          <a:prstGeom prst="roundRect">
            <a:avLst>
              <a:gd name="adj" fmla="val 2571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SSH-2.0-AsyncSSH_2.24.1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334500" y="7924800"/>
            <a:ext cx="7658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trơn,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cả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chiều</a:t>
            </a:r>
            <a:endParaRPr lang="en-US" sz="1650" dirty="0"/>
          </a:p>
        </p:txBody>
      </p:sp>
      <p:sp>
        <p:nvSpPr>
          <p:cNvPr id="25" name="Connector line-1792338792358-32513443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6f79c797-bc83-4db3-ad46-646ce126d9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TRUYỀN</a:t>
            </a:r>
            <a:r>
              <a:rPr lang="en-US" sz="195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8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Thương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lượng,</a:t>
            </a:r>
            <a:r>
              <a:rPr lang="en-US" sz="30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714750"/>
            <a:ext cx="7467600" cy="2952750"/>
          </a:xfrm>
          <a:prstGeom prst="roundRect">
            <a:avLst>
              <a:gd name="adj" fmla="val 8387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981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THƯƠNG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800" dirty="0"/>
          </a:p>
        </p:txBody>
      </p:sp>
      <p:sp>
        <p:nvSpPr>
          <p:cNvPr id="7" name="Text richtext-1792338952913-142120559"/>
          <p:cNvSpPr/>
          <p:nvPr/>
        </p:nvSpPr>
        <p:spPr>
          <a:xfrm>
            <a:off x="1295400" y="4400550"/>
            <a:ext cx="6705600" cy="1809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bên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250" dirty="0" spc="-6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mlkem768x25519-sha256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chacha20-poly1305@openssh.com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95400" y="62674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165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asyncssh.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914400" y="6896100"/>
            <a:ext cx="7467600" cy="1905000"/>
          </a:xfrm>
          <a:prstGeom prst="roundRect">
            <a:avLst>
              <a:gd name="adj" fmla="val 13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71247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1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b="1" spc="1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295400" y="7524750"/>
            <a:ext cx="67056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aes256-ctr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aes128-gcm@openssh.com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" y="8305800"/>
            <a:ext cx="6705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KeyExchangeFailed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100" b="1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0" y="9525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57300"/>
            <a:ext cx="742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650" b="1" spc="17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DÂY,</a:t>
            </a:r>
            <a:r>
              <a:rPr lang="en-US" sz="1650" b="1" spc="21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b="1" spc="21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25000" y="1752600"/>
            <a:ext cx="742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525000" y="2171700"/>
            <a:ext cx="4191000" cy="6096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SSH-2.0-AsyncSSH_2.24.1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906500" y="2171700"/>
            <a:ext cx="3086100" cy="6096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25000" y="29527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thương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1800" dirty="0" spc="-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19" name="Connector line-1792338952975-20010383"/>
          <p:cNvSpPr/>
          <p:nvPr/>
        </p:nvSpPr>
        <p:spPr>
          <a:xfrm>
            <a:off x="13258800" y="3543300"/>
            <a:ext cx="0" cy="7239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487400" y="37338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trao</a:t>
            </a: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-1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25000" y="4457700"/>
            <a:ext cx="742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19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6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4876800"/>
            <a:ext cx="2857500" cy="60960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7C93FF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alice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2573000" y="4876800"/>
            <a:ext cx="4419600" cy="60960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7C93FF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secret-line-93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525000" y="56197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573000" y="5619750"/>
            <a:ext cx="4419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525000" y="6096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800" dirty="0" spc="-3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trơn,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525000" y="6743700"/>
            <a:ext cx="7467600" cy="1733550"/>
          </a:xfrm>
          <a:prstGeom prst="roundRect">
            <a:avLst>
              <a:gd name="adj" fmla="val 12088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67900" y="695325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LẬT</a:t>
            </a:r>
            <a:r>
              <a:rPr lang="en-US" sz="165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867900" y="73723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MACError:</a:t>
            </a:r>
            <a:r>
              <a:rPr lang="en-US" sz="240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</a:t>
            </a:r>
            <a:r>
              <a:rPr lang="en-US" sz="24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verification</a:t>
            </a:r>
            <a:r>
              <a:rPr lang="en-US" sz="24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867900" y="79057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lỗi</a:t>
            </a:r>
            <a:r>
              <a:rPr lang="en-US" sz="18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18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1800" dirty="0"/>
          </a:p>
        </p:txBody>
      </p:sp>
      <p:sp>
        <p:nvSpPr>
          <p:cNvPr id="31" name="Connector line-1792338953004-13826649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65237511-5d38-4499-8e61-42d018e6e1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7622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800" dirty="0"/>
          </a:p>
          <a:p>
            <a:pPr algn="l" indent="0" marL="0">
              <a:lnSpc>
                <a:spcPts val="8112"/>
              </a:lnSpc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 thì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429500" cy="2571750"/>
          </a:xfrm>
          <a:prstGeom prst="roundRect">
            <a:avLst>
              <a:gd name="adj" fmla="val 963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007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26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1800" b="1" spc="21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80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7" name="Text richtext-1792339380705-914322028"/>
          <p:cNvSpPr/>
          <p:nvPr/>
        </p:nvSpPr>
        <p:spPr>
          <a:xfrm>
            <a:off x="1295400" y="6438900"/>
            <a:ext cx="6762750" cy="1619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SHA256: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bằng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base64: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8953500" y="952500"/>
            <a:ext cx="8420100" cy="7620000"/>
          </a:xfrm>
          <a:prstGeom prst="roundRect">
            <a:avLst>
              <a:gd name="adj" fmla="val 35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10750" y="13335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4382750" y="13335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1" name="Connector line-1792339380720-987080089"/>
          <p:cNvSpPr/>
          <p:nvPr/>
        </p:nvSpPr>
        <p:spPr>
          <a:xfrm>
            <a:off x="10858500" y="2038350"/>
            <a:ext cx="0" cy="4438650"/>
          </a:xfrm>
          <a:prstGeom prst="line">
            <a:avLst/>
          </a:prstGeom>
          <a:noFill/>
          <a:ln w="28575">
            <a:solidFill>
              <a:srgbClr val="CFC6B0"/>
            </a:solidFill>
            <a:prstDash val="lgDash"/>
            <a:headEnd type="none"/>
            <a:tailEnd type="none"/>
          </a:ln>
        </p:spPr>
      </p:sp>
      <p:sp>
        <p:nvSpPr>
          <p:cNvPr id="12" name="Connector line-1792339380720-414025137"/>
          <p:cNvSpPr/>
          <p:nvPr/>
        </p:nvSpPr>
        <p:spPr>
          <a:xfrm>
            <a:off x="15430500" y="2038350"/>
            <a:ext cx="0" cy="4438650"/>
          </a:xfrm>
          <a:prstGeom prst="line">
            <a:avLst/>
          </a:prstGeom>
          <a:noFill/>
          <a:ln w="28575">
            <a:solidFill>
              <a:srgbClr val="CFC6B0"/>
            </a:solidFill>
            <a:prstDash val="lgDash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1049000" y="2209800"/>
            <a:ext cx="419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1950" dirty="0" spc="-9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950" dirty="0" spc="-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ssh-ed25519</a:t>
            </a:r>
            <a:endParaRPr lang="en-US" sz="1950" dirty="0"/>
          </a:p>
        </p:txBody>
      </p:sp>
      <p:sp>
        <p:nvSpPr>
          <p:cNvPr id="14" name="Connector line-1792339380724-486120884"/>
          <p:cNvSpPr/>
          <p:nvPr/>
        </p:nvSpPr>
        <p:spPr>
          <a:xfrm flipH="1">
            <a:off x="10953750" y="2686050"/>
            <a:ext cx="447675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286875" y="3143250"/>
            <a:ext cx="3143250" cy="666750"/>
          </a:xfrm>
          <a:prstGeom prst="roundRect">
            <a:avLst>
              <a:gd name="adj" fmla="val 25714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950" dirty="0"/>
          </a:p>
        </p:txBody>
      </p:sp>
      <p:sp>
        <p:nvSpPr>
          <p:cNvPr id="16" name="Connector line-1792339380729-350104246"/>
          <p:cNvSpPr/>
          <p:nvPr/>
        </p:nvSpPr>
        <p:spPr>
          <a:xfrm>
            <a:off x="10858500" y="3886200"/>
            <a:ext cx="0" cy="4953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048750" y="4476750"/>
            <a:ext cx="3619500" cy="723900"/>
          </a:xfrm>
          <a:prstGeom prst="roundRect">
            <a:avLst>
              <a:gd name="adj" fmla="val 23684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HostKeyNotVerifiable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048750" y="5391150"/>
            <a:ext cx="3619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en-US" sz="19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195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en-US" sz="1950" b="1" dirty="0" spc="-1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95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3639800" y="3810000"/>
            <a:ext cx="3581400" cy="1809750"/>
          </a:xfrm>
          <a:prstGeom prst="roundRect">
            <a:avLst>
              <a:gd name="adj" fmla="val 10526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13830300" y="4000500"/>
            <a:ext cx="3200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9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3830300" y="4381500"/>
            <a:ext cx="323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19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9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TCP</a:t>
            </a:r>
            <a:r>
              <a:rPr lang="en-US" sz="19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3830300" y="4800600"/>
            <a:ext cx="323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9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3830300" y="5219700"/>
            <a:ext cx="3200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24" name="Connector line-1792339380748-668766825"/>
          <p:cNvSpPr/>
          <p:nvPr/>
        </p:nvSpPr>
        <p:spPr>
          <a:xfrm>
            <a:off x="9334500" y="6591300"/>
            <a:ext cx="7658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334500" y="6743700"/>
            <a:ext cx="7658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16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650" b="1" spc="24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334500" y="7162800"/>
            <a:ext cx="2095500" cy="666750"/>
          </a:xfrm>
          <a:prstGeom prst="roundRect">
            <a:avLst>
              <a:gd name="adj" fmla="val 2571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19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27" name="Connector line-1792339380752-307804820"/>
          <p:cNvSpPr/>
          <p:nvPr/>
        </p:nvSpPr>
        <p:spPr>
          <a:xfrm>
            <a:off x="11658600" y="7381875"/>
            <a:ext cx="228600" cy="2286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8" name="Connector line-1792339380752-269689232"/>
          <p:cNvSpPr/>
          <p:nvPr/>
        </p:nvSpPr>
        <p:spPr>
          <a:xfrm flipH="1">
            <a:off x="11658600" y="7381875"/>
            <a:ext cx="228600" cy="2286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2115800" y="7162800"/>
            <a:ext cx="2095500" cy="666750"/>
          </a:xfrm>
          <a:prstGeom prst="roundRect">
            <a:avLst>
              <a:gd name="adj" fmla="val 25714"/>
            </a:avLst>
          </a:prstGeom>
          <a:noFill/>
          <a:ln w="28575">
            <a:solidFill>
              <a:srgbClr val="B45309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9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950" dirty="0"/>
          </a:p>
        </p:txBody>
      </p:sp>
      <p:sp>
        <p:nvSpPr>
          <p:cNvPr id="30" name="Connector line-1792339380755-466583061"/>
          <p:cNvSpPr/>
          <p:nvPr/>
        </p:nvSpPr>
        <p:spPr>
          <a:xfrm>
            <a:off x="14287500" y="7496175"/>
            <a:ext cx="533400" cy="0"/>
          </a:xfrm>
          <a:prstGeom prst="line">
            <a:avLst/>
          </a:prstGeom>
          <a:noFill/>
          <a:ln w="38100">
            <a:solidFill>
              <a:srgbClr val="CFC6B0"/>
            </a:solidFill>
            <a:prstDash val="dash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4897100" y="7162800"/>
            <a:ext cx="2095500" cy="666750"/>
          </a:xfrm>
          <a:prstGeom prst="roundRect">
            <a:avLst>
              <a:gd name="adj" fmla="val 25714"/>
            </a:avLst>
          </a:prstGeom>
          <a:noFill/>
          <a:ln w="28575">
            <a:solidFill>
              <a:srgbClr val="0F766E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9334500" y="8020050"/>
            <a:ext cx="7658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1800" dirty="0"/>
          </a:p>
        </p:txBody>
      </p:sp>
      <p:sp>
        <p:nvSpPr>
          <p:cNvPr id="33" name="Connector line-1792339380759-73413900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a37e3ff8-410f-4bd9-a8cd-d89c299133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84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đang đăng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6766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lộ</a:t>
            </a:r>
            <a:r>
              <a:rPr lang="en-US" sz="25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334000"/>
            <a:ext cx="7467600" cy="1714500"/>
          </a:xfrm>
          <a:prstGeom prst="roundRect">
            <a:avLst>
              <a:gd name="adj" fmla="val 1444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60070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95400" y="59817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publickey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914400" y="7277100"/>
            <a:ext cx="7467600" cy="1524000"/>
          </a:xfrm>
          <a:prstGeom prst="roundRect">
            <a:avLst>
              <a:gd name="adj" fmla="val 1625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4866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4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295400" y="7867650"/>
            <a:ext cx="676275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thứ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khẩu: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0" y="952500"/>
            <a:ext cx="8229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44780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4" name="Connector line-1792363415803-595822912"/>
          <p:cNvSpPr/>
          <p:nvPr/>
        </p:nvSpPr>
        <p:spPr>
          <a:xfrm>
            <a:off x="9734550" y="1781175"/>
            <a:ext cx="85725" cy="85725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5" name="Connector line-1792363415803-354499282"/>
          <p:cNvSpPr/>
          <p:nvPr/>
        </p:nvSpPr>
        <p:spPr>
          <a:xfrm flipV="1">
            <a:off x="9820275" y="1685925"/>
            <a:ext cx="152400" cy="180975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0439400" y="12001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39400" y="1771650"/>
            <a:ext cx="2190750" cy="552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439400" y="2571750"/>
            <a:ext cx="6572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439400" y="2990850"/>
            <a:ext cx="3143250" cy="533400"/>
          </a:xfrm>
          <a:prstGeom prst="roundRect">
            <a:avLst>
              <a:gd name="adj" fmla="val 25000"/>
            </a:avLst>
          </a:prstGeom>
          <a:noFill/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Trying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public</a:t>
            </a:r>
            <a:r>
              <a:rPr lang="en-US" sz="1800" dirty="0" spc="-3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key</a:t>
            </a:r>
            <a:r>
              <a:rPr lang="en-US" sz="180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auth</a:t>
            </a:r>
            <a:endParaRPr lang="en-US" sz="1800" dirty="0"/>
          </a:p>
        </p:txBody>
      </p:sp>
      <p:sp>
        <p:nvSpPr>
          <p:cNvPr id="20" name="Connector line-1792363415815-901795364"/>
          <p:cNvSpPr/>
          <p:nvPr/>
        </p:nvSpPr>
        <p:spPr>
          <a:xfrm>
            <a:off x="13677900" y="3257550"/>
            <a:ext cx="3429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116050" y="2990850"/>
            <a:ext cx="2762250" cy="533400"/>
          </a:xfrm>
          <a:prstGeom prst="roundRect">
            <a:avLst>
              <a:gd name="adj" fmla="val 25000"/>
            </a:avLst>
          </a:prstGeom>
          <a:noFill/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Verifying</a:t>
            </a:r>
            <a:r>
              <a:rPr lang="en-US" sz="1800" dirty="0" spc="-9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request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0" y="4229100"/>
            <a:ext cx="8229600" cy="2171700"/>
          </a:xfrm>
          <a:prstGeom prst="roundRect">
            <a:avLst>
              <a:gd name="adj" fmla="val 12281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25000" y="472440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Connector line-1792363415822-285338530"/>
          <p:cNvSpPr/>
          <p:nvPr/>
        </p:nvSpPr>
        <p:spPr>
          <a:xfrm>
            <a:off x="9734550" y="4933950"/>
            <a:ext cx="228600" cy="22860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5" name="Connector line-1792363415822-930562451"/>
          <p:cNvSpPr/>
          <p:nvPr/>
        </p:nvSpPr>
        <p:spPr>
          <a:xfrm flipH="1">
            <a:off x="9734550" y="4933950"/>
            <a:ext cx="228600" cy="22860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0439400" y="44958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lệ</a:t>
            </a:r>
            <a:r>
              <a:rPr lang="en-US" sz="21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0439400" y="5048250"/>
            <a:ext cx="2857500" cy="552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PermissionDenied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0439400" y="5791200"/>
            <a:ext cx="6572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ngay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144000" y="6629400"/>
            <a:ext cx="8229600" cy="2171700"/>
          </a:xfrm>
          <a:prstGeom prst="roundRect">
            <a:avLst>
              <a:gd name="adj" fmla="val 12281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25000" y="712470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Connector line-1792363415830-52146293"/>
          <p:cNvSpPr/>
          <p:nvPr/>
        </p:nvSpPr>
        <p:spPr>
          <a:xfrm>
            <a:off x="9734550" y="7334250"/>
            <a:ext cx="228600" cy="22860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2" name="Connector line-1792363415830-64640978"/>
          <p:cNvSpPr/>
          <p:nvPr/>
        </p:nvSpPr>
        <p:spPr>
          <a:xfrm flipH="1">
            <a:off x="9734550" y="7334250"/>
            <a:ext cx="228600" cy="22860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0439400" y="68961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khẩu,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0439400" y="7448550"/>
            <a:ext cx="2857500" cy="552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PermissionDenied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0439400" y="8172450"/>
            <a:ext cx="6572250" cy="381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 không</a:t>
            </a: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6" name="Connector line-1792363415852-52584506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Shape 4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cb54ef77-0f7a-4384-85ab-b009675e58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657600"/>
            <a:ext cx="7467600" cy="3200400"/>
          </a:xfrm>
          <a:prstGeom prst="roundRect">
            <a:avLst>
              <a:gd name="adj" fmla="val 7738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905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 ĐƯỢC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650" b="1" spc="21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42672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5400" dirty="0" spc="-3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4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5400" dirty="0" spc="-3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TCP</a:t>
            </a:r>
            <a:endParaRPr lang="en-US" sz="5400" dirty="0"/>
          </a:p>
        </p:txBody>
      </p:sp>
      <p:sp>
        <p:nvSpPr>
          <p:cNvPr id="8" name="Text richtext-1792363507623-444075355"/>
          <p:cNvSpPr/>
          <p:nvPr/>
        </p:nvSpPr>
        <p:spPr>
          <a:xfrm>
            <a:off x="1295400" y="53340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đếm: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nhận: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6515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14400" y="7086600"/>
            <a:ext cx="7467600" cy="1714500"/>
          </a:xfrm>
          <a:prstGeom prst="roundRect">
            <a:avLst>
              <a:gd name="adj" fmla="val 14444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15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4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5400" y="7696200"/>
            <a:ext cx="67627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connect()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cho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việc: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8953500" y="952500"/>
            <a:ext cx="84201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34500" y="1333500"/>
            <a:ext cx="7658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534650" y="2133600"/>
            <a:ext cx="5029200" cy="3390900"/>
          </a:xfrm>
          <a:prstGeom prst="roundRect">
            <a:avLst>
              <a:gd name="adj" fmla="val 56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25150" y="2286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2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b="1" spc="2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725150" y="27051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lệnh,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18" name="Connector line-1792363507655-697280626"/>
          <p:cNvSpPr/>
          <p:nvPr/>
        </p:nvSpPr>
        <p:spPr>
          <a:xfrm>
            <a:off x="10820400" y="3219450"/>
            <a:ext cx="44577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0725150" y="36576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20" name="Connector line-1792363507657-782980758"/>
          <p:cNvSpPr/>
          <p:nvPr/>
        </p:nvSpPr>
        <p:spPr>
          <a:xfrm>
            <a:off x="10820400" y="4171950"/>
            <a:ext cx="44577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0725150" y="46101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endParaRPr lang="en-US" sz="1950" dirty="0"/>
          </a:p>
        </p:txBody>
      </p:sp>
      <p:sp>
        <p:nvSpPr>
          <p:cNvPr id="22" name="Connector line-1792363507659-149598117"/>
          <p:cNvSpPr/>
          <p:nvPr/>
        </p:nvSpPr>
        <p:spPr>
          <a:xfrm>
            <a:off x="10820400" y="5124450"/>
            <a:ext cx="44577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96400" y="2133600"/>
            <a:ext cx="1238250" cy="339090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24" name="Text 22"/>
          <p:cNvSpPr/>
          <p:nvPr/>
        </p:nvSpPr>
        <p:spPr>
          <a:xfrm>
            <a:off x="9296400" y="3505200"/>
            <a:ext cx="1238250" cy="6858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ctr" indent="0" marL="0">
              <a:lnSpc>
                <a:spcPts val="2438"/>
              </a:lnSpc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endParaRPr lang="en-US" sz="1950" dirty="0"/>
          </a:p>
          <a:p>
            <a:pPr algn="ctr" indent="0" marL="0">
              <a:lnSpc>
                <a:spcPts val="2438"/>
              </a:lnSpc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5563850" y="2133600"/>
            <a:ext cx="1428750" cy="339090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5563850" y="3505200"/>
            <a:ext cx="1428750" cy="6858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ctr" indent="0" marL="0">
              <a:lnSpc>
                <a:spcPts val="2438"/>
              </a:lnSpc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endParaRPr lang="en-US" sz="1950" dirty="0"/>
          </a:p>
          <a:p>
            <a:pPr algn="ctr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334500" y="59245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1, 2</a:t>
            </a:r>
            <a:endParaRPr lang="en-US" sz="1800" dirty="0"/>
          </a:p>
        </p:txBody>
      </p:sp>
      <p:sp>
        <p:nvSpPr>
          <p:cNvPr id="28" name="Connector line-1792363507680-220910689"/>
          <p:cNvSpPr/>
          <p:nvPr/>
        </p:nvSpPr>
        <p:spPr>
          <a:xfrm>
            <a:off x="16040100" y="5562600"/>
            <a:ext cx="0" cy="876300"/>
          </a:xfrm>
          <a:prstGeom prst="line">
            <a:avLst/>
          </a:prstGeom>
          <a:noFill/>
          <a:ln w="38100">
            <a:solidFill>
              <a:srgbClr val="6B6A66"/>
            </a:solidFill>
            <a:prstDash val="dash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5087600" y="6515100"/>
            <a:ext cx="1905000" cy="800100"/>
          </a:xfrm>
          <a:prstGeom prst="roundRect">
            <a:avLst>
              <a:gd name="adj" fmla="val 2381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12573" rIns="0" bIns="-12573" rtlCol="0" anchor="ctr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echo</a:t>
            </a:r>
            <a:endParaRPr lang="en-US" sz="1800" dirty="0"/>
          </a:p>
          <a:p>
            <a:pPr algn="ctr" indent="0" marL="0">
              <a:lnSpc>
                <a:spcPts val="2250"/>
              </a:lnSpc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cục</a:t>
            </a: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334500" y="7677150"/>
            <a:ext cx="7658100" cy="7239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đích.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SSH.</a:t>
            </a:r>
            <a:endParaRPr lang="en-US" sz="1800" dirty="0"/>
          </a:p>
        </p:txBody>
      </p:sp>
      <p:sp>
        <p:nvSpPr>
          <p:cNvPr id="31" name="Connector line-1792363507688-64070791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e4a6a347-293c-4108-9799-fd1ae144f2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4287500" cy="1428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lần thử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7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7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95700"/>
            <a:ext cx="5257800" cy="5048250"/>
          </a:xfrm>
          <a:prstGeom prst="roundRect">
            <a:avLst>
              <a:gd name="adj" fmla="val 4906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76350" y="403860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Connector line-1792363622884-442128662"/>
          <p:cNvSpPr/>
          <p:nvPr/>
        </p:nvSpPr>
        <p:spPr>
          <a:xfrm>
            <a:off x="1504950" y="4133850"/>
            <a:ext cx="432435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57300" y="44577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asyncssh</a:t>
            </a:r>
            <a:r>
              <a:rPr lang="en-US" sz="3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2.24.1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257300" y="51435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800" dirty="0"/>
          </a:p>
        </p:txBody>
      </p:sp>
      <p:sp>
        <p:nvSpPr>
          <p:cNvPr id="10" name="Text richtext-1792363622889-309151195"/>
          <p:cNvSpPr/>
          <p:nvPr/>
        </p:nvSpPr>
        <p:spPr>
          <a:xfrm>
            <a:off x="1257300" y="5715000"/>
            <a:ext cx="4667250" cy="2952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5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thư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nói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3.13, khóa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tạm,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515100" y="3695700"/>
            <a:ext cx="5257800" cy="5048250"/>
          </a:xfrm>
          <a:prstGeom prst="roundRect">
            <a:avLst>
              <a:gd name="adj" fmla="val 4906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6877050" y="403860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Connector line-1792363622895-310300388"/>
          <p:cNvSpPr/>
          <p:nvPr/>
        </p:nvSpPr>
        <p:spPr>
          <a:xfrm>
            <a:off x="7105650" y="4133850"/>
            <a:ext cx="432435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6858000" y="44577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OpenSSH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6858000" y="51435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16" name="Text richtext-1792363622899-138823479"/>
          <p:cNvSpPr/>
          <p:nvPr/>
        </p:nvSpPr>
        <p:spPr>
          <a:xfrm>
            <a:off x="6858000" y="5715000"/>
            <a:ext cx="4667250" cy="2952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ssh,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sshd,</a:t>
            </a:r>
            <a:r>
              <a:rPr lang="en-US" sz="25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ssh-keygen: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which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 đều</a:t>
            </a:r>
            <a:r>
              <a:rPr lang="en-US" sz="25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 asyncssh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2115800" y="3695700"/>
            <a:ext cx="5257800" cy="5048250"/>
          </a:xfrm>
          <a:prstGeom prst="roundRect">
            <a:avLst>
              <a:gd name="adj" fmla="val 49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2477750" y="403860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Connector line-1792363622904-399935830"/>
          <p:cNvSpPr/>
          <p:nvPr/>
        </p:nvSpPr>
        <p:spPr>
          <a:xfrm>
            <a:off x="12706350" y="4133850"/>
            <a:ext cx="432435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12458700" y="44577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12458700" y="51435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những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22" name="Text richtext-1792363622908-345288695"/>
          <p:cNvSpPr/>
          <p:nvPr/>
        </p:nvSpPr>
        <p:spPr>
          <a:xfrm>
            <a:off x="12458700" y="5715000"/>
            <a:ext cx="4667250" cy="2952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 4251 đến 4254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Forward secrecy,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 dữ liệu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5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</p:txBody>
      </p:sp>
      <p:sp>
        <p:nvSpPr>
          <p:cNvPr id="23" name="Connector line-1792363622912-47442739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62b642e4-be8d-4304-a716-599c6adc33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2476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7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7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chuyện</a:t>
            </a:r>
            <a:r>
              <a:rPr lang="en-US" sz="75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076700"/>
            <a:ext cx="8572500" cy="4686300"/>
          </a:xfrm>
          <a:prstGeom prst="roundRect">
            <a:avLst>
              <a:gd name="adj" fmla="val 569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343400"/>
            <a:ext cx="8001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6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known_hosts=None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2943225" y="48387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chacha20-poly1305@openssh.com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5029200"/>
            <a:ext cx="1714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800" dirty="0"/>
          </a:p>
        </p:txBody>
      </p:sp>
      <p:sp>
        <p:nvSpPr>
          <p:cNvPr id="8" name="Connector line-1792366408094-967728658"/>
          <p:cNvSpPr/>
          <p:nvPr/>
        </p:nvSpPr>
        <p:spPr>
          <a:xfrm>
            <a:off x="3028950" y="5334000"/>
            <a:ext cx="38290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6896100" y="5029200"/>
            <a:ext cx="2247900" cy="6096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581025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Vẫn</a:t>
            </a:r>
            <a:r>
              <a:rPr lang="en-US" sz="21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nối,</a:t>
            </a:r>
            <a:r>
              <a:rPr lang="en-US" sz="21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endParaRPr lang="en-US" sz="2100" dirty="0"/>
          </a:p>
        </p:txBody>
      </p:sp>
      <p:sp>
        <p:nvSpPr>
          <p:cNvPr id="11" name="Connector line-1792366408101-611407563"/>
          <p:cNvSpPr/>
          <p:nvPr/>
        </p:nvSpPr>
        <p:spPr>
          <a:xfrm>
            <a:off x="1295400" y="6400800"/>
            <a:ext cx="78105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95400" y="6610350"/>
            <a:ext cx="8001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1650" b="1" spc="21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b="1" spc="2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NGUỒN</a:t>
            </a:r>
            <a:r>
              <a:rPr lang="en-US" sz="1650" b="1" spc="21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16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238500" y="710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95400" y="7296150"/>
            <a:ext cx="1714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800" dirty="0"/>
          </a:p>
        </p:txBody>
      </p:sp>
      <p:sp>
        <p:nvSpPr>
          <p:cNvPr id="15" name="Connector line-1792366408108-64098970"/>
          <p:cNvSpPr/>
          <p:nvPr/>
        </p:nvSpPr>
        <p:spPr>
          <a:xfrm>
            <a:off x="3028950" y="7600950"/>
            <a:ext cx="38290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896100" y="7296150"/>
            <a:ext cx="22479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95400" y="809625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1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1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r>
              <a:rPr lang="en-US" sz="21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906000" y="4076700"/>
            <a:ext cx="74676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8900" y="430530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ASYNCSSH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0248900" y="470535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tắt: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dễ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tấn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7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xen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giữa.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9906000" y="6115050"/>
            <a:ext cx="7467600" cy="2647950"/>
          </a:xfrm>
          <a:prstGeom prst="roundRect">
            <a:avLst>
              <a:gd name="adj" fmla="val 10072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8900" y="636270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ssh.1</a:t>
            </a: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OPENSSH</a:t>
            </a:r>
            <a:endParaRPr lang="en-US" sz="1650" dirty="0"/>
          </a:p>
        </p:txBody>
      </p:sp>
      <p:sp>
        <p:nvSpPr>
          <p:cNvPr id="23" name="Text richtext-1792366408120-383169425"/>
          <p:cNvSpPr/>
          <p:nvPr/>
        </p:nvSpPr>
        <p:spPr>
          <a:xfrm>
            <a:off x="10248900" y="6781800"/>
            <a:ext cx="6953250" cy="1809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đi: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400" dirty="0"/>
          </a:p>
        </p:txBody>
      </p:sp>
      <p:sp>
        <p:nvSpPr>
          <p:cNvPr id="24" name="Connector line-1792366408129-63098855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1a2387e3-f6d5-4fb4-a85e-224f6a73d0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19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382000" cy="1428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38200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biết.</a:t>
            </a:r>
            <a:r>
              <a:rPr lang="en-US" sz="2550" dirty="0" spc="3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5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lớp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tải,</a:t>
            </a: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82296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8250" y="4991100"/>
            <a:ext cx="2952750" cy="1238250"/>
          </a:xfrm>
          <a:prstGeom prst="roundRect">
            <a:avLst>
              <a:gd name="adj" fmla="val 15385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518160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38250" y="5600700"/>
            <a:ext cx="2952750" cy="4953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ctr" indent="0" marL="0">
              <a:lnSpc>
                <a:spcPts val="2063"/>
              </a:lnSpc>
              <a:buNone/>
            </a:pPr>
            <a:r>
              <a:rPr lang="en-US" sz="165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65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1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650" dirty="0"/>
          </a:p>
        </p:txBody>
      </p:sp>
      <p:sp>
        <p:nvSpPr>
          <p:cNvPr id="9" name="Connector line-1792368444789-490515313"/>
          <p:cNvSpPr/>
          <p:nvPr/>
        </p:nvSpPr>
        <p:spPr>
          <a:xfrm>
            <a:off x="4629150" y="5457825"/>
            <a:ext cx="266700" cy="26670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0" name="Connector line-1792368444790-536818668"/>
          <p:cNvSpPr/>
          <p:nvPr/>
        </p:nvSpPr>
        <p:spPr>
          <a:xfrm flipH="1">
            <a:off x="4629150" y="5457825"/>
            <a:ext cx="266700" cy="26670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4191000" y="5886450"/>
            <a:ext cx="114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2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334000" y="4991100"/>
            <a:ext cx="2952750" cy="1238250"/>
          </a:xfrm>
          <a:prstGeom prst="roundRect">
            <a:avLst>
              <a:gd name="adj" fmla="val 15385"/>
            </a:avLst>
          </a:prstGeom>
          <a:noFill/>
          <a:ln w="28575">
            <a:solidFill>
              <a:srgbClr val="B45309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5334000" y="518160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250" b="1" dirty="0" spc="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5467350" y="5600700"/>
            <a:ext cx="2686050" cy="5334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ctr" indent="0" marL="0">
              <a:lnSpc>
                <a:spcPts val="2063"/>
              </a:lnSpc>
              <a:buNone/>
            </a:pPr>
            <a:r>
              <a:rPr lang="en-US" sz="1650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650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tin</a:t>
            </a:r>
            <a:r>
              <a:rPr lang="en-US" sz="1650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endParaRPr lang="en-US" sz="1650" dirty="0"/>
          </a:p>
          <a:p>
            <a:pPr algn="ctr" indent="0" marL="0">
              <a:lnSpc>
                <a:spcPts val="2063"/>
              </a:lnSpc>
              <a:buNone/>
            </a:pPr>
            <a:r>
              <a:rPr lang="en-US" sz="1650" dirty="0" spc="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1650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 kia</a:t>
            </a:r>
            <a:endParaRPr lang="en-US" sz="1650" dirty="0"/>
          </a:p>
        </p:txBody>
      </p:sp>
      <p:sp>
        <p:nvSpPr>
          <p:cNvPr id="15" name="Connector line-1792368444803-252035682"/>
          <p:cNvSpPr/>
          <p:nvPr/>
        </p:nvSpPr>
        <p:spPr>
          <a:xfrm>
            <a:off x="6810375" y="6324600"/>
            <a:ext cx="0" cy="571500"/>
          </a:xfrm>
          <a:prstGeom prst="line">
            <a:avLst/>
          </a:prstGeom>
          <a:noFill/>
          <a:ln w="38100">
            <a:solidFill>
              <a:srgbClr val="6B6A66"/>
            </a:solidFill>
            <a:prstDash val="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000625" y="6991350"/>
            <a:ext cx="3619500" cy="666750"/>
          </a:xfrm>
          <a:prstGeom prst="roundRect">
            <a:avLst>
              <a:gd name="adj" fmla="val 25714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18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 tới</a:t>
            </a:r>
            <a:r>
              <a:rPr lang="en-US" sz="180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8250" y="6572250"/>
            <a:ext cx="3048000" cy="12382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715500" y="952500"/>
            <a:ext cx="7658100" cy="7810500"/>
          </a:xfrm>
          <a:prstGeom prst="roundRect">
            <a:avLst>
              <a:gd name="adj" fmla="val 3483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77450" y="1314450"/>
            <a:ext cx="609600" cy="6096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0" name="Connector line-1792368444813-445444270"/>
          <p:cNvSpPr/>
          <p:nvPr/>
        </p:nvSpPr>
        <p:spPr>
          <a:xfrm>
            <a:off x="10248900" y="1628775"/>
            <a:ext cx="85725" cy="9525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1" name="Connector line-1792368444814-715187304"/>
          <p:cNvSpPr/>
          <p:nvPr/>
        </p:nvSpPr>
        <p:spPr>
          <a:xfrm flipV="1">
            <a:off x="10334625" y="1514475"/>
            <a:ext cx="180975" cy="20955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0096500" y="215265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096500" y="2533650"/>
            <a:ext cx="6953250" cy="2857500"/>
          </a:xfrm>
          <a:prstGeom prst="rect">
            <a:avLst/>
          </a:prstGeom>
          <a:noFill/>
          <a:ln/>
        </p:spPr>
        <p:txBody>
          <a:bodyPr wrap="square" lIns="0" tIns="46291" rIns="0" bIns="-46291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en-US" sz="5400" dirty="0" spc="-4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5400" dirty="0" spc="-4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54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4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5400" dirty="0" spc="-3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endParaRPr lang="en-US" sz="5400" dirty="0"/>
          </a:p>
          <a:p>
            <a:pPr algn="l" indent="0" marL="0">
              <a:lnSpc>
                <a:spcPts val="5670"/>
              </a:lnSpc>
              <a:buNone/>
            </a:pPr>
            <a:r>
              <a:rPr lang="en-US" sz="54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 tin</a:t>
            </a:r>
            <a:r>
              <a:rPr lang="en-US" sz="54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5400" dirty="0" spc="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5400" dirty="0"/>
          </a:p>
          <a:p>
            <a:pPr algn="l" indent="0" marL="0">
              <a:lnSpc>
                <a:spcPts val="5670"/>
              </a:lnSpc>
              <a:buNone/>
            </a:pPr>
            <a:r>
              <a:rPr lang="en-US" sz="540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54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kia</a:t>
            </a:r>
            <a:endParaRPr lang="en-US" sz="5400" dirty="0"/>
          </a:p>
        </p:txBody>
      </p:sp>
      <p:sp>
        <p:nvSpPr>
          <p:cNvPr id="24" name="Text richtext-1792368444819-653984032"/>
          <p:cNvSpPr/>
          <p:nvPr/>
        </p:nvSpPr>
        <p:spPr>
          <a:xfrm>
            <a:off x="10096500" y="5391150"/>
            <a:ext cx="695325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 đường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 nhận trước</a:t>
            </a:r>
            <a:endParaRPr lang="en-US" sz="2550" dirty="0"/>
          </a:p>
        </p:txBody>
      </p:sp>
      <p:sp>
        <p:nvSpPr>
          <p:cNvPr id="25" name="Connector line-1792368444823-64896964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fa22e4a2-9be2-4967-9274-2a48303db3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333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5257800" cy="2019300"/>
          </a:xfrm>
          <a:prstGeom prst="roundRect">
            <a:avLst>
              <a:gd name="adj" fmla="val 11321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0765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6" name="Connector line-1792368518331-956843466"/>
          <p:cNvSpPr/>
          <p:nvPr/>
        </p:nvSpPr>
        <p:spPr>
          <a:xfrm>
            <a:off x="1419225" y="3162300"/>
            <a:ext cx="44100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19200" y="3333750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SSH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219200" y="4000500"/>
            <a:ext cx="466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SHell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219200" y="43434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15100" y="2819400"/>
            <a:ext cx="5257800" cy="2019300"/>
          </a:xfrm>
          <a:prstGeom prst="roundRect">
            <a:avLst>
              <a:gd name="adj" fmla="val 11321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6810375" y="30765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2" name="Connector line-1792368518340-748353800"/>
          <p:cNvSpPr/>
          <p:nvPr/>
        </p:nvSpPr>
        <p:spPr>
          <a:xfrm>
            <a:off x="7019925" y="3162300"/>
            <a:ext cx="44100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819900" y="3333750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6819900" y="4000500"/>
            <a:ext cx="466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819900" y="43434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115800" y="2819400"/>
            <a:ext cx="5257800" cy="2019300"/>
          </a:xfrm>
          <a:prstGeom prst="roundRect">
            <a:avLst>
              <a:gd name="adj" fmla="val 11321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2411075" y="30765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Connector line-1792368518347-765771209"/>
          <p:cNvSpPr/>
          <p:nvPr/>
        </p:nvSpPr>
        <p:spPr>
          <a:xfrm>
            <a:off x="12620625" y="3162300"/>
            <a:ext cx="44100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420600" y="3333750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MAC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2420600" y="4000500"/>
            <a:ext cx="466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420600" y="43434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Giúp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4991100"/>
            <a:ext cx="5257800" cy="2019300"/>
          </a:xfrm>
          <a:prstGeom prst="roundRect">
            <a:avLst>
              <a:gd name="adj" fmla="val 11321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9675" y="5248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4" name="Connector line-1792368518354-765432444"/>
          <p:cNvSpPr/>
          <p:nvPr/>
        </p:nvSpPr>
        <p:spPr>
          <a:xfrm>
            <a:off x="1419225" y="5334000"/>
            <a:ext cx="44100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219200" y="5505450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219200" y="6172200"/>
            <a:ext cx="466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19200" y="65151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515100" y="4991100"/>
            <a:ext cx="5257800" cy="2019300"/>
          </a:xfrm>
          <a:prstGeom prst="roundRect">
            <a:avLst>
              <a:gd name="adj" fmla="val 11321"/>
            </a:avLst>
          </a:prstGeom>
          <a:solidFill>
            <a:srgbClr val="1E21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810375" y="5248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0" name="Connector line-1792368518361-664329907"/>
          <p:cNvSpPr/>
          <p:nvPr/>
        </p:nvSpPr>
        <p:spPr>
          <a:xfrm>
            <a:off x="7019925" y="5334000"/>
            <a:ext cx="44100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819900" y="5505450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3900" dirty="0"/>
          </a:p>
        </p:txBody>
      </p:sp>
      <p:sp>
        <p:nvSpPr>
          <p:cNvPr id="32" name="Text 30"/>
          <p:cNvSpPr/>
          <p:nvPr/>
        </p:nvSpPr>
        <p:spPr>
          <a:xfrm>
            <a:off x="6819900" y="6172200"/>
            <a:ext cx="466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6819900" y="65151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Loạt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2115800" y="4991100"/>
            <a:ext cx="5257800" cy="2019300"/>
          </a:xfrm>
          <a:prstGeom prst="roundRect">
            <a:avLst>
              <a:gd name="adj" fmla="val 11321"/>
            </a:avLst>
          </a:prstGeom>
          <a:solidFill>
            <a:srgbClr val="1E212B"/>
          </a:solidFill>
          <a:ln/>
        </p:spPr>
      </p:sp>
      <p:sp>
        <p:nvSpPr>
          <p:cNvPr id="35" name="Shape 33"/>
          <p:cNvSpPr/>
          <p:nvPr/>
        </p:nvSpPr>
        <p:spPr>
          <a:xfrm>
            <a:off x="12411075" y="5248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6" name="Connector line-1792368518366-576510608"/>
          <p:cNvSpPr/>
          <p:nvPr/>
        </p:nvSpPr>
        <p:spPr>
          <a:xfrm>
            <a:off x="12620625" y="5334000"/>
            <a:ext cx="44100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2420600" y="5505450"/>
            <a:ext cx="466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IETF</a:t>
            </a:r>
            <a:endParaRPr lang="en-US" sz="3900" dirty="0"/>
          </a:p>
        </p:txBody>
      </p:sp>
      <p:sp>
        <p:nvSpPr>
          <p:cNvPr id="38" name="Text 36"/>
          <p:cNvSpPr/>
          <p:nvPr/>
        </p:nvSpPr>
        <p:spPr>
          <a:xfrm>
            <a:off x="12420600" y="6172200"/>
            <a:ext cx="466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Engineering</a:t>
            </a:r>
            <a:r>
              <a:rPr lang="en-US" sz="165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Task</a:t>
            </a:r>
            <a:r>
              <a:rPr lang="en-US" sz="1650" dirty="0" spc="-2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Force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2420600" y="65151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14400" y="73152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14400" y="76771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OpenSSH: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ssh.1,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sshd.8,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sshd_config.5, ssh_config.5,</a:t>
            </a:r>
            <a:r>
              <a:rPr lang="en-US" sz="21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AsyncSSH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2.24.1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914400" y="85534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43" name="Connector line-1792368518380-8661830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df535e8d-02ba-423f-ab57-aa96600d96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2026-10-19T00:21:03Z</dcterms:created>
  <dcterms:modified xsi:type="dcterms:W3CDTF">2026-10-19T00:21:03Z</dcterms:modified>
</cp:coreProperties>
</file>