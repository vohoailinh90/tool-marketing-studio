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81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lĩnh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hay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C++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C++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8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5" name="Connector line-1792338272104-979236941"/>
          <p:cNvSpPr/>
          <p:nvPr/>
        </p:nvSpPr>
        <p:spPr>
          <a:xfrm>
            <a:off x="914400" y="7096125"/>
            <a:ext cx="8953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239000"/>
            <a:ext cx="2857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914400" y="84772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lĩnh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962400" y="7239000"/>
            <a:ext cx="2857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3962400" y="84772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010400" y="7239000"/>
            <a:ext cx="2857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7010400" y="847725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Guidelines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668000" y="914400"/>
            <a:ext cx="6705600" cy="2781300"/>
          </a:xfrm>
          <a:prstGeom prst="roundRect">
            <a:avLst>
              <a:gd name="adj" fmla="val 9589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0" y="1257300"/>
            <a:ext cx="95250" cy="2095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4750" y="12954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4750" y="1695450"/>
            <a:ext cx="5810250" cy="10287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334750" y="281940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 ·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0" y="3981450"/>
            <a:ext cx="6705600" cy="2247900"/>
          </a:xfrm>
          <a:prstGeom prst="roundRect">
            <a:avLst>
              <a:gd name="adj" fmla="val 11864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0" y="432435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11334750" y="43624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334750" y="47625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334750" y="541020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game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·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68000" y="6515100"/>
            <a:ext cx="6705600" cy="2247900"/>
          </a:xfrm>
          <a:prstGeom prst="roundRect">
            <a:avLst>
              <a:gd name="adj" fmla="val 11864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0" y="6858000"/>
            <a:ext cx="9525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1334750" y="68961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334750" y="7296150"/>
            <a:ext cx="5810250" cy="5334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30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334750" y="79438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6c5e640-d494-4fc3-bd9e-60bbbc4a44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C++</a:t>
            </a:r>
            <a:r>
              <a:rPr lang="en-US" sz="75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1714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C++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quản lý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nơi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nào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5730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0" y="1790700"/>
            <a:ext cx="7467600" cy="2019300"/>
          </a:xfrm>
          <a:prstGeom prst="roundRect">
            <a:avLst>
              <a:gd name="adj" fmla="val 11321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0193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4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b="1" dirty="0" spc="2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829800" y="276225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553950" y="276225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9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992350" y="276225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0" y="4038600"/>
            <a:ext cx="7467600" cy="2019300"/>
          </a:xfrm>
          <a:prstGeom prst="roundRect">
            <a:avLst>
              <a:gd name="adj" fmla="val 11321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42672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829800" y="501015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Game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315700" y="501015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944600" y="501015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0" y="6286500"/>
            <a:ext cx="7467600" cy="2019300"/>
          </a:xfrm>
          <a:prstGeom prst="roundRect">
            <a:avLst>
              <a:gd name="adj" fmla="val 11321"/>
            </a:avLst>
          </a:prstGeom>
          <a:solidFill>
            <a:srgbClr val="F3DFB8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65151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40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4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29800" y="7258050"/>
            <a:ext cx="2667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649200" y="7258050"/>
            <a:ext cx="3048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chính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0ade8c1-f41a-40a2-b227-04398866b6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4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Gần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7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300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30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30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4005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7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7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giải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7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nghĩa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0" y="12954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600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706100" y="15621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706100" y="215265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tính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0" y="37338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403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706100" y="40005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525000" y="61722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6477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706100" y="64389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0706100" y="702945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tục,</a:t>
            </a:r>
            <a:r>
              <a:rPr lang="en-US" sz="22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706100" y="4591050"/>
            <a:ext cx="61341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2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514eae3-e068-4e11-ba79-5fa907e05f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8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30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4005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dùng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của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dùng.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5000" y="12954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52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53700" y="15049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Game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829800" y="21717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hình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829800" y="2743200"/>
            <a:ext cx="20002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9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982450" y="2743200"/>
            <a:ext cx="20002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0" y="37338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39624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553700" y="39433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829800" y="46101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829800" y="5181600"/>
            <a:ext cx="28575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</a:t>
            </a:r>
            <a:r>
              <a:rPr lang="en-US" sz="19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839700" y="5181600"/>
            <a:ext cx="26670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9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0" y="61722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9829800" y="64008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553700" y="63817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9829800" y="70485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829800" y="7620000"/>
            <a:ext cx="32385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220700" y="7620000"/>
            <a:ext cx="32385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a5394d7a-3d3b-402a-b4df-d653c311f9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lĩnh</a:t>
            </a:r>
            <a:r>
              <a:rPr lang="en-US" sz="75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85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 web,</a:t>
            </a:r>
            <a:r>
              <a:rPr lang="en-US" sz="2850" b="1" dirty="0" spc="3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005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r>
              <a:rPr lang="en-US" sz="2700" dirty="0" spc="-6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0" y="1295400"/>
            <a:ext cx="7467600" cy="3238500"/>
          </a:xfrm>
          <a:prstGeom prst="roundRect">
            <a:avLst>
              <a:gd name="adj" fmla="val 7059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0" y="1600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06100" y="15621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8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829800" y="2400300"/>
            <a:ext cx="68580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29800" y="337185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spc="23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29800" y="3752850"/>
            <a:ext cx="36195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Nhanh,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0" y="4762500"/>
            <a:ext cx="7467600" cy="3619500"/>
          </a:xfrm>
          <a:prstGeom prst="roundRect">
            <a:avLst>
              <a:gd name="adj" fmla="val 6316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5067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706100" y="50292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tài chính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829800" y="5981700"/>
            <a:ext cx="6858000" cy="2057400"/>
          </a:xfrm>
          <a:prstGeom prst="roundRect">
            <a:avLst>
              <a:gd name="adj" fmla="val 925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lgDash"/>
          </a:ln>
        </p:spPr>
      </p:sp>
      <p:sp>
        <p:nvSpPr>
          <p:cNvPr id="19" name="Text 17"/>
          <p:cNvSpPr/>
          <p:nvPr/>
        </p:nvSpPr>
        <p:spPr>
          <a:xfrm>
            <a:off x="10210800" y="62484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THÊM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0210800" y="6705600"/>
            <a:ext cx="628650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nhiều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9812a20-880e-4cfb-baba-325cc4aa8d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 nhớ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850" b="1" dirty="0" spc="1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005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duy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là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5730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714500"/>
            <a:ext cx="74676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1981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706100" y="1714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0" y="3009900"/>
            <a:ext cx="74676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3276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30099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525000" y="4305300"/>
            <a:ext cx="74676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457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706100" y="43053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20" name="Connector line-1792339163374-443673490"/>
          <p:cNvSpPr/>
          <p:nvPr/>
        </p:nvSpPr>
        <p:spPr>
          <a:xfrm>
            <a:off x="9525000" y="56959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525000" y="5943600"/>
            <a:ext cx="7467600" cy="2438400"/>
          </a:xfrm>
          <a:prstGeom prst="roundRect">
            <a:avLst>
              <a:gd name="adj" fmla="val 9375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6210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29800" y="66675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Guidelines: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volatile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f9f0157c-2ca6-40c9-9d9d-51a5fc79ea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Lĩnh</a:t>
            </a:r>
            <a:r>
              <a:rPr lang="en-US" sz="75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vực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khớp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 ít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Guidelines,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kỹ?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125730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0" y="16764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981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706100" y="19812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LĨNH</a:t>
            </a:r>
            <a:r>
              <a:rPr lang="en-US" sz="180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06100" y="24003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525000" y="39624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4267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706100" y="42672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06100" y="46863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525000" y="62484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6553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706100" y="65532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180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06100" y="69723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hồ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3e3c737-2b7a-452e-8cfd-383da83690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spc="21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b="1" spc="2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95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478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Gom lại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đòi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4005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câu.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giải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591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0294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thêm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 số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1920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63830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58350" y="1733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67950" y="16383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0" y="234315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24384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67950" y="234315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Game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0" y="304800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9658350" y="31432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67950" y="3048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0" y="375285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CFE8E2"/>
          </a:solidFill>
          <a:ln/>
        </p:spPr>
      </p:sp>
      <p:sp>
        <p:nvSpPr>
          <p:cNvPr id="21" name="Text 19"/>
          <p:cNvSpPr/>
          <p:nvPr/>
        </p:nvSpPr>
        <p:spPr>
          <a:xfrm>
            <a:off x="9658350" y="3848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67950" y="375285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525000" y="445770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F3DFB8"/>
          </a:solidFill>
          <a:ln/>
        </p:spPr>
      </p:sp>
      <p:sp>
        <p:nvSpPr>
          <p:cNvPr id="24" name="Text 22"/>
          <p:cNvSpPr/>
          <p:nvPr/>
        </p:nvSpPr>
        <p:spPr>
          <a:xfrm>
            <a:off x="9658350" y="4552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267950" y="44577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097000" y="4457700"/>
            <a:ext cx="270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0" y="516255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F3DFB8"/>
          </a:solidFill>
          <a:ln/>
        </p:spPr>
      </p:sp>
      <p:sp>
        <p:nvSpPr>
          <p:cNvPr id="28" name="Text 26"/>
          <p:cNvSpPr/>
          <p:nvPr/>
        </p:nvSpPr>
        <p:spPr>
          <a:xfrm>
            <a:off x="9658350" y="5257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67950" y="516255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525000" y="586740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DDE3FA"/>
          </a:solidFill>
          <a:ln/>
        </p:spPr>
      </p:sp>
      <p:sp>
        <p:nvSpPr>
          <p:cNvPr id="31" name="Text 29"/>
          <p:cNvSpPr/>
          <p:nvPr/>
        </p:nvSpPr>
        <p:spPr>
          <a:xfrm>
            <a:off x="9658350" y="5962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67950" y="5867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525000" y="6572250"/>
            <a:ext cx="7467600" cy="609600"/>
          </a:xfrm>
          <a:prstGeom prst="roundRect">
            <a:avLst>
              <a:gd name="adj" fmla="val 28125"/>
            </a:avLst>
          </a:prstGeom>
          <a:solidFill>
            <a:srgbClr val="CFE8E2"/>
          </a:solidFill>
          <a:ln/>
        </p:spPr>
      </p:sp>
      <p:sp>
        <p:nvSpPr>
          <p:cNvPr id="34" name="Text 32"/>
          <p:cNvSpPr/>
          <p:nvPr/>
        </p:nvSpPr>
        <p:spPr>
          <a:xfrm>
            <a:off x="9658350" y="66675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267950" y="657225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250" dirty="0"/>
          </a:p>
        </p:txBody>
      </p:sp>
      <p:sp>
        <p:nvSpPr>
          <p:cNvPr id="36" name="Connector line-1792339242387-536683679"/>
          <p:cNvSpPr/>
          <p:nvPr/>
        </p:nvSpPr>
        <p:spPr>
          <a:xfrm>
            <a:off x="9525000" y="74485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9525000" y="7620000"/>
            <a:ext cx="746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1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25000" y="802005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963400" y="802005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4401800" y="802005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5786b5b4-cc8b-48f7-9bc7-4ec406c1a5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333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7685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162300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360045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nhúng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19200" y="495300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05575" y="2857500"/>
            <a:ext cx="527685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10375" y="3162300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0375" y="360045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cấp phát</a:t>
            </a:r>
            <a:r>
              <a:rPr lang="en-US" sz="4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27685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401550" y="3162300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b="1" spc="16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01550" y="360045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401550" y="495300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cơ chế</a:t>
            </a:r>
            <a:r>
              <a:rPr lang="en-US" sz="22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681990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710565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9200" y="7543800"/>
            <a:ext cx="1584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(tên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vực)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Guidelines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19200" y="8191500"/>
            <a:ext cx="1584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810375" y="4953000"/>
            <a:ext cx="466725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cấp</a:t>
            </a:r>
            <a:r>
              <a:rPr lang="en-US" sz="2250" dirty="0" spc="-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(free</a:t>
            </a:r>
            <a:r>
              <a:rPr lang="en-US" sz="22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store);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2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75b68f0-b0fc-45b8-9f2c-dc0955ef58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2026-10-19T10:23:30Z</dcterms:created>
  <dcterms:modified xsi:type="dcterms:W3CDTF">2026-10-19T10:23:30Z</dcterms:modified>
</cp:coreProperties>
</file>