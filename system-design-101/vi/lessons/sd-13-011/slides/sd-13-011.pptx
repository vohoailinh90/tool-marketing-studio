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10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mất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lại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4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lệnh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rộng,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sớm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Ngữ</a:t>
            </a:r>
            <a:r>
              <a:rPr lang="en-US" sz="24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4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 hay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400" dirty="0" spc="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2400" dirty="0" spc="1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nhưng</a:t>
            </a:r>
            <a:r>
              <a:rPr lang="en-US" sz="24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4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40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c86f0bb7-907c-458d-bc6a-df94552b3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4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1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KÈM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</a:t>
            </a:r>
            <a:r>
              <a:rPr lang="en-US" sz="5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6bf868f-579e-4637-b4aa-9c9cbe9df1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33350" cy="2190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build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spc="2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1950" dirty="0"/>
          </a:p>
        </p:txBody>
      </p:sp>
      <p:sp>
        <p:nvSpPr>
          <p:cNvPr id="10" name="Text richtext-1792370839141-428729148"/>
          <p:cNvSpPr/>
          <p:nvPr/>
        </p:nvSpPr>
        <p:spPr>
          <a:xfrm>
            <a:off x="97917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05921"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7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27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7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cài</a:t>
            </a:r>
            <a:endParaRPr lang="en-US" sz="2270" dirty="0"/>
          </a:p>
          <a:p>
            <a:pPr algn="l" marL="285750" indent="-205921">
              <a:buSzPct val="100000"/>
              <a:buFont typeface="Arial"/>
              <a:buChar char="•"/>
            </a:pP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27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báo,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7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copy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27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cea3ed-bc18-49f9-88b0-d5068297b3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85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bind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Lấy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 log,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tạm,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.git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Checksum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đổi,</a:t>
            </a:r>
            <a:r>
              <a:rPr lang="en-US" sz="28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mất</a:t>
            </a:r>
            <a:r>
              <a:rPr lang="en-US" sz="28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850" dirty="0"/>
          </a:p>
        </p:txBody>
      </p:sp>
      <p:sp>
        <p:nvSpPr>
          <p:cNvPr id="7" name="Connector line-1792370862493-639189814"/>
          <p:cNvSpPr/>
          <p:nvPr/>
        </p:nvSpPr>
        <p:spPr>
          <a:xfrm>
            <a:off x="577215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2494-284497658"/>
          <p:cNvSpPr/>
          <p:nvPr/>
        </p:nvSpPr>
        <p:spPr>
          <a:xfrm>
            <a:off x="1162050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Loại</a:t>
            </a:r>
            <a:r>
              <a:rPr lang="en-US" sz="33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chúng khỏi</a:t>
            </a:r>
            <a:r>
              <a:rPr lang="en-US" sz="330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r>
              <a:rPr lang="en-US" sz="33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33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build.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lệnh nào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1f3365a-36a3-4d01-b9a4-0fdf895b91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 dùng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1950" b="1" spc="2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95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3815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3815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--no-cache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239000" y="43815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qua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0960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6096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--pull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239000" y="60960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30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7cab76-96d2-47bf-8287-6eb1050ed3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r>
              <a:rPr lang="en-US" sz="28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(registry,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mục)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16586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Runner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CI</a:t>
            </a:r>
            <a:r>
              <a:rPr lang="en-US" sz="28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tinh:</a:t>
            </a:r>
            <a:r>
              <a:rPr lang="en-US" sz="285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rỗng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724650" y="3714750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--cache-from</a:t>
            </a: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(nhập)</a:t>
            </a:r>
            <a:endParaRPr lang="en-US" sz="2100" dirty="0"/>
          </a:p>
        </p:txBody>
      </p:sp>
      <p:sp>
        <p:nvSpPr>
          <p:cNvPr id="7" name="Connector line-1792370866553-119838011"/>
          <p:cNvSpPr/>
          <p:nvPr/>
        </p:nvSpPr>
        <p:spPr>
          <a:xfrm>
            <a:off x="6762750" y="428625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6553-828806210"/>
          <p:cNvSpPr/>
          <p:nvPr/>
        </p:nvSpPr>
        <p:spPr>
          <a:xfrm flipH="1">
            <a:off x="6762750" y="495300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4650" y="5095875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(xuất)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Kể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143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mount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builder giữ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ec269f5-e847-4840-a0bf-9c69589777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băng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BuildKit,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hổng.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19487fb-c21c-497f-b1e2-7a9b8716fa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README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8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DOCKERFILE</a:t>
            </a: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COPY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cache, npm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7917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package.json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package-lock.json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./</a:t>
            </a:r>
            <a:endParaRPr lang="en-US" sz="255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ba335d-0aa2-4b22-b503-81582f148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857500"/>
            <a:ext cx="13335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286250"/>
            <a:ext cx="133350" cy="1238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71500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14375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8575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550" dirty="0" spc="-2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vô</a:t>
            </a:r>
            <a:r>
              <a:rPr lang="en-US" sz="25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28575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33500" y="42862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86500" y="42862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apt-get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install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7150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 từ</a:t>
            </a:r>
            <a:r>
              <a:rPr lang="en-US" sz="2550" dirty="0" spc="-3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6286500" y="57150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--cache-from: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registry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 cục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3500" y="71437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286500" y="71437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--mount=type=cache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cache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build.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55d4965-0f46-433d-9702-ae442730b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Vô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Tối</a:t>
            </a:r>
            <a:r>
              <a:rPr lang="en-US" sz="2100" dirty="0" spc="2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Backend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-2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docker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buildx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195f38d-11d7-495e-af0b-cc14fa4818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2026-10-19T14:22:23Z</dcterms:created>
  <dcterms:modified xsi:type="dcterms:W3CDTF">2026-10-19T14:22:23Z</dcterms:modified>
</cp:coreProperties>
</file>