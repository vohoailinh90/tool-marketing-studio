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9334500" cy="2476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1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 thành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URL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fragment: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Connector line-1792370093429-553078276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40080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0" y="1905000"/>
            <a:ext cx="6096000" cy="1238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</a:t>
            </a:r>
            <a:r>
              <a:rPr lang="en-US" sz="2550" b="1" dirty="0" spc="-2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239500" y="3524250"/>
            <a:ext cx="6096000" cy="1238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</a:t>
            </a:r>
            <a:r>
              <a:rPr lang="en-US" sz="2550" b="1" dirty="0" spc="-2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239500" y="5143500"/>
            <a:ext cx="6096000" cy="1238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r>
              <a:rPr lang="en-US" sz="25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239500" y="6762750"/>
            <a:ext cx="6096000" cy="1238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</a:t>
            </a:r>
            <a:r>
              <a:rPr lang="en-US" sz="25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fragment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d3a09b83-25a6-4489-83bb-b94f07aa66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URL,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27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họa;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7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1148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" y="5143500"/>
            <a:ext cx="257175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3848100" y="41148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4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752850" y="5143500"/>
            <a:ext cx="257175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6553200" y="41148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3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457950" y="5143500"/>
            <a:ext cx="257175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/>
        </p:spPr>
      </p:sp>
      <p:sp>
        <p:nvSpPr>
          <p:cNvPr id="12" name="Text 10"/>
          <p:cNvSpPr/>
          <p:nvPr/>
        </p:nvSpPr>
        <p:spPr>
          <a:xfrm>
            <a:off x="9258300" y="41148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5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PATH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63050" y="5143500"/>
            <a:ext cx="257175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11963400" y="41148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3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868150" y="5143500"/>
            <a:ext cx="257175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/>
        </p:spPr>
      </p:sp>
      <p:sp>
        <p:nvSpPr>
          <p:cNvPr id="16" name="Text 14"/>
          <p:cNvSpPr/>
          <p:nvPr/>
        </p:nvSpPr>
        <p:spPr>
          <a:xfrm>
            <a:off x="14668500" y="41148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4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FRAGMENT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4573250" y="5143500"/>
            <a:ext cx="257175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5762625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3752850" y="5762625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shop.example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6457950" y="5762625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8443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9163050" y="5762625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/items/42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11868150" y="5762625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view=compact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573250" y="5762625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details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14400" y="7524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33500" y="782955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“:”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port;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“?” mở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query; “#”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fragment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fe4cdddc-8801-4ac1-aa8c-537086616f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</a:t>
            </a:r>
            <a:r>
              <a:rPr lang="en-US" sz="1800" b="1" spc="2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trái: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scheme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host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4095750"/>
          </a:xfrm>
          <a:prstGeom prst="roundRect">
            <a:avLst>
              <a:gd name="adj" fmla="val 744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4000500"/>
            <a:ext cx="3810000" cy="1714500"/>
          </a:xfrm>
          <a:prstGeom prst="roundRect">
            <a:avLst>
              <a:gd name="adj" fmla="val 1555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239000" y="4000500"/>
            <a:ext cx="4953000" cy="1714500"/>
          </a:xfrm>
          <a:prstGeom prst="roundRect">
            <a:avLst>
              <a:gd name="adj" fmla="val 1555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shop.example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4097000" y="4000500"/>
            <a:ext cx="2667000" cy="1714500"/>
          </a:xfrm>
          <a:prstGeom prst="roundRect">
            <a:avLst>
              <a:gd name="adj" fmla="val 1555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port,</a:t>
            </a:r>
            <a:r>
              <a:rPr lang="en-US" sz="2400" dirty="0" spc="-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path…</a:t>
            </a:r>
            <a:endParaRPr lang="en-US" sz="2400" dirty="0"/>
          </a:p>
        </p:txBody>
      </p:sp>
      <p:sp>
        <p:nvSpPr>
          <p:cNvPr id="8" name="Connector line-1792370125086-412634752"/>
          <p:cNvSpPr/>
          <p:nvPr/>
        </p:nvSpPr>
        <p:spPr>
          <a:xfrm>
            <a:off x="5334000" y="4857750"/>
            <a:ext cx="1905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0125086-948583874"/>
          <p:cNvSpPr/>
          <p:nvPr/>
        </p:nvSpPr>
        <p:spPr>
          <a:xfrm>
            <a:off x="12192000" y="4857750"/>
            <a:ext cx="1905000" cy="0"/>
          </a:xfrm>
          <a:prstGeom prst="line">
            <a:avLst/>
          </a:prstGeom>
          <a:noFill/>
          <a:ln w="57150">
            <a:solidFill>
              <a:srgbClr val="B9B2A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524000" y="600075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0" y="6000750"/>
            <a:ext cx="495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7524750"/>
            <a:ext cx="8096250" cy="13335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762875"/>
            <a:ext cx="73342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lý; ví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277350" y="7524750"/>
            <a:ext cx="8096250" cy="1333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7762875"/>
            <a:ext cx="73342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shop.example.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743a84f-662a-4763-8e0e-bb9a7c7e9b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</a:t>
            </a:r>
            <a:r>
              <a:rPr lang="en-US" sz="1800" b="1" spc="2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3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Dấu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port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host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96250" cy="5715000"/>
          </a:xfrm>
          <a:prstGeom prst="roundRect">
            <a:avLst>
              <a:gd name="adj" fmla="val 5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390900"/>
            <a:ext cx="733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7334250" cy="1905000"/>
          </a:xfrm>
          <a:prstGeom prst="rect">
            <a:avLst/>
          </a:prstGeom>
          <a:noFill/>
          <a:ln/>
        </p:spPr>
        <p:txBody>
          <a:bodyPr wrap="square" lIns="0" tIns="137160" rIns="0" bIns="-137160" rtlCol="0" anchor="t"/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35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8443</a:t>
            </a:r>
            <a:endParaRPr lang="en-US" sz="13500" dirty="0"/>
          </a:p>
        </p:txBody>
      </p:sp>
      <p:sp>
        <p:nvSpPr>
          <p:cNvPr id="7" name="Text 5"/>
          <p:cNvSpPr/>
          <p:nvPr/>
        </p:nvSpPr>
        <p:spPr>
          <a:xfrm>
            <a:off x="1333500" y="6667500"/>
            <a:ext cx="7334250" cy="1524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:</a:t>
            </a:r>
            <a:r>
              <a:rPr lang="en-US" sz="27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shop.example.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277350" y="3048000"/>
            <a:ext cx="8096250" cy="5715000"/>
          </a:xfrm>
          <a:prstGeom prst="roundRect">
            <a:avLst>
              <a:gd name="adj" fmla="val 5333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696450" y="3390900"/>
            <a:ext cx="733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5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96450" y="4095750"/>
            <a:ext cx="7334250" cy="1905000"/>
          </a:xfrm>
          <a:prstGeom prst="rect">
            <a:avLst/>
          </a:prstGeom>
          <a:noFill/>
          <a:ln/>
        </p:spPr>
        <p:txBody>
          <a:bodyPr wrap="square" lIns="0" tIns="114300" rIns="0" bIns="-11430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/items/42</a:t>
            </a:r>
            <a:endParaRPr lang="en-US" sz="11250" dirty="0"/>
          </a:p>
        </p:txBody>
      </p:sp>
      <p:sp>
        <p:nvSpPr>
          <p:cNvPr id="11" name="Text 9"/>
          <p:cNvSpPr/>
          <p:nvPr/>
        </p:nvSpPr>
        <p:spPr>
          <a:xfrm>
            <a:off x="9696450" y="6667500"/>
            <a:ext cx="7334250" cy="1524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7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2935bac-5dc7-43f5-b4c8-a15ec7ce57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?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b="1" spc="2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2857500" cy="38100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4000500" y="1905000"/>
            <a:ext cx="13335000" cy="3143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Query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khóa–giá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000500" y="4762500"/>
            <a:ext cx="5334000" cy="11430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view=compact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715500" y="4905375"/>
            <a:ext cx="7620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55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minh</a:t>
            </a:r>
            <a:r>
              <a:rPr lang="en-US" sz="25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d89e09c-e8a0-4d78-aa11-c8bf7ac72e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#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FRAGMENT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Fragment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857500" y="2952750"/>
            <a:ext cx="3810000" cy="857250"/>
          </a:xfrm>
          <a:prstGeom prst="roundRect">
            <a:avLst>
              <a:gd name="adj" fmla="val 24444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620500" y="2952750"/>
            <a:ext cx="3810000" cy="857250"/>
          </a:xfrm>
          <a:prstGeom prst="roundRect">
            <a:avLst>
              <a:gd name="adj" fmla="val 2444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endParaRPr lang="en-US" sz="2400" dirty="0"/>
          </a:p>
        </p:txBody>
      </p:sp>
      <p:sp>
        <p:nvSpPr>
          <p:cNvPr id="6" name="Connector line-1792370166965-655415701"/>
          <p:cNvSpPr/>
          <p:nvPr/>
        </p:nvSpPr>
        <p:spPr>
          <a:xfrm>
            <a:off x="4762500" y="3810000"/>
            <a:ext cx="0" cy="495300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7" name="Connector line-1792370166966-553955964"/>
          <p:cNvSpPr/>
          <p:nvPr/>
        </p:nvSpPr>
        <p:spPr>
          <a:xfrm>
            <a:off x="13525500" y="3810000"/>
            <a:ext cx="0" cy="495300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8" name="Connector line-1792370166966-132802491"/>
          <p:cNvSpPr/>
          <p:nvPr/>
        </p:nvSpPr>
        <p:spPr>
          <a:xfrm>
            <a:off x="4762500" y="4953000"/>
            <a:ext cx="866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143500" y="43815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Request</a:t>
            </a:r>
            <a:r>
              <a:rPr lang="en-US" sz="22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target: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path</a:t>
            </a: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query</a:t>
            </a:r>
            <a:endParaRPr lang="en-US" sz="2250" dirty="0"/>
          </a:p>
        </p:txBody>
      </p:sp>
      <p:sp>
        <p:nvSpPr>
          <p:cNvPr id="10" name="Connector line-1792370166971-877711859"/>
          <p:cNvSpPr/>
          <p:nvPr/>
        </p:nvSpPr>
        <p:spPr>
          <a:xfrm flipH="1">
            <a:off x="4857750" y="6191250"/>
            <a:ext cx="8667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43500" y="561975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2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-1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Response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2857500" y="695325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3250" y="71437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FRAGMENT</a:t>
            </a:r>
            <a:r>
              <a:rPr lang="en-US" sz="195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details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143250" y="7620000"/>
            <a:ext cx="485775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server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f4ebdeb-50ad-41a1-acea-042c7a1a96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676400"/>
          </a:xfrm>
          <a:prstGeom prst="roundRect">
            <a:avLst>
              <a:gd name="adj" fmla="val 1363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671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953000"/>
            <a:ext cx="16459200" cy="1676400"/>
          </a:xfrm>
          <a:prstGeom prst="roundRect">
            <a:avLst>
              <a:gd name="adj" fmla="val 1363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53721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6858000"/>
            <a:ext cx="16459200" cy="1676400"/>
          </a:xfrm>
          <a:prstGeom prst="roundRect">
            <a:avLst>
              <a:gd name="adj" fmla="val 1363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72771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476500" y="357187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Path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0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0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30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76500" y="547687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Fragment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30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76500" y="738187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phân tích URL,</a:t>
            </a:r>
            <a:r>
              <a:rPr lang="en-US" sz="30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2450e47-33e6-45cf-9076-9cd57c311c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36195" rIns="0" bIns="-36195" rtlCol="0" anchor="t"/>
          <a:lstStyle/>
          <a:p>
            <a:pPr algn="l" indent="0" marL="0">
              <a:lnSpc>
                <a:spcPts val="6270"/>
              </a:lnSpc>
              <a:buNone/>
            </a:pP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fragment.</a:t>
            </a: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fragment</a:t>
            </a:r>
            <a:r>
              <a:rPr lang="en-US" sz="57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8096250" cy="5143500"/>
          </a:xfrm>
          <a:prstGeom prst="roundRect">
            <a:avLst>
              <a:gd name="adj" fmla="val 592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962400"/>
            <a:ext cx="733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10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4762500"/>
            <a:ext cx="30480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#details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524500" y="4762500"/>
            <a:ext cx="3048000" cy="1047750"/>
          </a:xfrm>
          <a:prstGeom prst="roundRect">
            <a:avLst>
              <a:gd name="adj" fmla="val 218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#reviews</a:t>
            </a:r>
            <a:endParaRPr lang="en-US" sz="3300" dirty="0"/>
          </a:p>
        </p:txBody>
      </p:sp>
      <p:sp>
        <p:nvSpPr>
          <p:cNvPr id="8" name="Connector line-1792370193068-829569256"/>
          <p:cNvSpPr/>
          <p:nvPr/>
        </p:nvSpPr>
        <p:spPr>
          <a:xfrm>
            <a:off x="4476750" y="5286375"/>
            <a:ext cx="952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333500" y="6477000"/>
            <a:ext cx="7334250" cy="1524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Scheme,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port,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path,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277350" y="3619500"/>
            <a:ext cx="8096250" cy="5143500"/>
          </a:xfrm>
          <a:prstGeom prst="roundRect">
            <a:avLst>
              <a:gd name="adj" fmla="val 5926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3962400"/>
            <a:ext cx="733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96450" y="4476750"/>
            <a:ext cx="7334250" cy="133350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9000" dirty="0"/>
          </a:p>
        </p:txBody>
      </p:sp>
      <p:sp>
        <p:nvSpPr>
          <p:cNvPr id="13" name="Text richtext-1792370193074-624707477"/>
          <p:cNvSpPr/>
          <p:nvPr/>
        </p:nvSpPr>
        <p:spPr>
          <a:xfrm>
            <a:off x="9696450" y="6096000"/>
            <a:ext cx="7334250" cy="2476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fragment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tự</a:t>
            </a:r>
            <a:r>
              <a:rPr lang="en-US" sz="2700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25eea0a-9d5c-4ef9-a2ef-634afcba45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là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52959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6050" y="3619500"/>
            <a:ext cx="52959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7700" y="3619500"/>
            <a:ext cx="5295900" cy="4572000"/>
          </a:xfrm>
          <a:prstGeom prst="roundRect">
            <a:avLst>
              <a:gd name="adj" fmla="val 5833"/>
            </a:avLst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09575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47625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45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miền</a:t>
            </a:r>
            <a:r>
              <a:rPr lang="en-US" sz="4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45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6877050" y="409575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77050" y="47625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luôn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4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4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2458700" y="409575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1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458700" y="47625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URL</a:t>
            </a:r>
            <a:r>
              <a:rPr lang="en-US" sz="45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HTTPS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này,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cho mọi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URL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dc189ca-c590-4b04-81c6-3f6b7bd2bc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953750" cy="1181100"/>
          </a:xfrm>
          <a:prstGeom prst="roundRect">
            <a:avLst>
              <a:gd name="adj" fmla="val 16129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191000"/>
            <a:ext cx="10953750" cy="1181100"/>
          </a:xfrm>
          <a:prstGeom prst="roundRect">
            <a:avLst>
              <a:gd name="adj" fmla="val 1612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524500"/>
            <a:ext cx="10953750" cy="1181100"/>
          </a:xfrm>
          <a:prstGeom prst="roundRect">
            <a:avLst>
              <a:gd name="adj" fmla="val 16129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858000"/>
            <a:ext cx="10953750" cy="1181100"/>
          </a:xfrm>
          <a:prstGeom prst="roundRect">
            <a:avLst>
              <a:gd name="adj" fmla="val 16129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14325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3619500" y="30099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Uniform</a:t>
            </a:r>
            <a:r>
              <a:rPr lang="en-US" sz="16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 Locator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619500" y="33909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38250" y="447675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3619500" y="43434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19500" y="47244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38250" y="581025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3619500" y="56769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19500" y="60579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1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8250" y="714375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3619500" y="70104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619500" y="73914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 dùng</a:t>
            </a:r>
            <a:r>
              <a:rPr lang="en-US" sz="21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100" dirty="0"/>
          </a:p>
        </p:txBody>
      </p:sp>
      <p:sp>
        <p:nvSpPr>
          <p:cNvPr id="20" name="Connector line-1792370230244-640597009"/>
          <p:cNvSpPr/>
          <p:nvPr/>
        </p:nvSpPr>
        <p:spPr>
          <a:xfrm>
            <a:off x="12287250" y="2857500"/>
            <a:ext cx="0" cy="518160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266825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2" name="Text richtext-1792370230247-221011742"/>
          <p:cNvSpPr/>
          <p:nvPr/>
        </p:nvSpPr>
        <p:spPr>
          <a:xfrm>
            <a:off x="12668250" y="33909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6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3986,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§3.1–3.5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f5435868-5d71-44f5-a73b-cda6bbeb9e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2026-10-19T00:52:30Z</dcterms:created>
  <dcterms:modified xsi:type="dcterms:W3CDTF">2026-10-19T00:52:30Z</dcterms:modified>
</cp:coreProperties>
</file>