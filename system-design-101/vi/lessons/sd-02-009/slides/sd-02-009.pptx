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4000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Stack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Overflow: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300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76178977-988645830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67056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0" y="1771650"/>
            <a:ext cx="5905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TƯỞNG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049000" y="2381250"/>
            <a:ext cx="5905500" cy="2000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Microservice,</a:t>
            </a:r>
            <a:r>
              <a:rPr lang="en-US" sz="36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36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mảnh,</a:t>
            </a:r>
            <a:r>
              <a:rPr lang="en-US" sz="3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3600" dirty="0" spc="-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0668000" y="4895850"/>
            <a:ext cx="6705600" cy="3238500"/>
          </a:xfrm>
          <a:prstGeom prst="roundRect">
            <a:avLst>
              <a:gd name="adj" fmla="val 8235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5238750"/>
            <a:ext cx="5905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THẬT,</a:t>
            </a:r>
            <a:r>
              <a:rPr lang="en-US" sz="180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049000" y="5848350"/>
            <a:ext cx="5905500" cy="20002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r>
              <a:rPr lang="en-US" sz="3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36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chỗ,</a:t>
            </a:r>
            <a:r>
              <a:rPr lang="en-US" sz="3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 nguyên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a257c870-7d43-4fca-a05e-0128060d1d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bức</a:t>
            </a:r>
            <a:r>
              <a:rPr lang="en-US" sz="69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7338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</a:t>
            </a:r>
            <a:r>
              <a:rPr lang="en-US" sz="1800" b="1" spc="22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2291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36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Stack</a:t>
            </a:r>
            <a:r>
              <a:rPr lang="en-US" sz="36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Overflow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76275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37338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43750" y="42291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</a:t>
            </a:r>
            <a:r>
              <a:rPr lang="en-US" sz="36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61110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92100" y="3733800"/>
            <a:ext cx="4000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b="1" spc="220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992100" y="4229100"/>
            <a:ext cx="4000500" cy="180975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Khối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nguyên,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3600" dirty="0"/>
          </a:p>
        </p:txBody>
      </p:sp>
      <p:sp>
        <p:nvSpPr>
          <p:cNvPr id="13" name="Connector line-1792376180213-430629033"/>
          <p:cNvSpPr/>
          <p:nvPr/>
        </p:nvSpPr>
        <p:spPr>
          <a:xfrm>
            <a:off x="5734050" y="4857750"/>
            <a:ext cx="9715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6180213-826687504"/>
          <p:cNvSpPr/>
          <p:nvPr/>
        </p:nvSpPr>
        <p:spPr>
          <a:xfrm>
            <a:off x="11582400" y="4857750"/>
            <a:ext cx="9715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048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chê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nhu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e4d0ba5-1054-491e-9f45-d8dda007ce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CHỜ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33350" cy="3619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762250"/>
            <a:ext cx="15240000" cy="4000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microservice</a:t>
            </a:r>
            <a:r>
              <a:rPr lang="en-US" sz="75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5240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8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(cache)</a:t>
            </a:r>
            <a:r>
              <a:rPr lang="en-US" sz="28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e8fc8fe-d4ce-4591-a6d4-c9f364b0a1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CHỜ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1950" b="1" spc="2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6762750" y="4286250"/>
            <a:ext cx="4762500" cy="19050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7143750" y="4533900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spc="151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195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b="1" spc="21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143750" y="4972050"/>
            <a:ext cx="4000500" cy="104775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ctr" indent="0" marL="0">
              <a:lnSpc>
                <a:spcPts val="4125"/>
              </a:lnSpc>
              <a:buNone/>
            </a:pPr>
            <a:r>
              <a:rPr lang="en-US" sz="37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Hàng</a:t>
            </a:r>
            <a:r>
              <a:rPr lang="en-US" sz="37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đợi</a:t>
            </a:r>
            <a:r>
              <a:rPr lang="en-US" sz="3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37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nhắn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914400" y="30480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182600" y="30480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3182600" y="5905500"/>
            <a:ext cx="41910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550" dirty="0"/>
          </a:p>
        </p:txBody>
      </p:sp>
      <p:sp>
        <p:nvSpPr>
          <p:cNvPr id="11" name="Connector line-1792376182138-595254125"/>
          <p:cNvSpPr/>
          <p:nvPr/>
        </p:nvSpPr>
        <p:spPr>
          <a:xfrm>
            <a:off x="5105400" y="3810000"/>
            <a:ext cx="1657350" cy="9525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2" name="Connector line-1792376182138-365139425"/>
          <p:cNvSpPr/>
          <p:nvPr/>
        </p:nvSpPr>
        <p:spPr>
          <a:xfrm flipV="1">
            <a:off x="5105400" y="5715000"/>
            <a:ext cx="1657350" cy="9525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3" name="Connector line-1792376182139-737279462"/>
          <p:cNvSpPr/>
          <p:nvPr/>
        </p:nvSpPr>
        <p:spPr>
          <a:xfrm flipV="1">
            <a:off x="11525250" y="3810000"/>
            <a:ext cx="1657350" cy="9525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4" name="Connector line-1792376182139-404623880"/>
          <p:cNvSpPr/>
          <p:nvPr/>
        </p:nvSpPr>
        <p:spPr>
          <a:xfrm>
            <a:off x="11525250" y="5715000"/>
            <a:ext cx="1657350" cy="9525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914400" y="809625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mảnh;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a26f6f9-603e-49c9-ad05-0fb6ad1f68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CHỜ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SOURCING</a:t>
            </a:r>
            <a:r>
              <a:rPr lang="en-US" sz="195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CQRS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spc="226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000500"/>
            <a:ext cx="70866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 lệnh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4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5715000"/>
            <a:ext cx="70866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381500"/>
          </a:xfrm>
          <a:prstGeom prst="roundRect">
            <a:avLst>
              <a:gd name="adj" fmla="val 6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29800" y="34290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29800" y="4000500"/>
            <a:ext cx="70866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4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4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4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829800" y="5715000"/>
            <a:ext cx="70866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80010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CQRS: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4189aaa-5538-499d-8b1c-f42aafcc52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 CHỜ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KHOE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6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34290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000500"/>
            <a:ext cx="70866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Nhất</a:t>
            </a: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371600" y="5715000"/>
            <a:ext cx="70866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tán,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381500"/>
          </a:xfrm>
          <a:prstGeom prst="roundRect">
            <a:avLst>
              <a:gd name="adj" fmla="val 6087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34290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29800" y="4000500"/>
            <a:ext cx="7086600" cy="1333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42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CAP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829800" y="5715000"/>
            <a:ext cx="70866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80010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25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25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2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24adaff-4a6f-4fed-9ab7-db0fdf120c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THẬT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29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5905500" cy="4953000"/>
          </a:xfrm>
          <a:prstGeom prst="rect">
            <a:avLst/>
          </a:prstGeom>
          <a:noFill/>
          <a:ln/>
        </p:spPr>
        <p:txBody>
          <a:bodyPr wrap="square" lIns="0" tIns="350520" rIns="0" bIns="-350520" rtlCol="0" anchor="t"/>
          <a:lstStyle/>
          <a:p>
            <a:pPr algn="l" indent="0" marL="0">
              <a:lnSpc>
                <a:spcPts val="34500"/>
              </a:lnSpc>
              <a:buNone/>
            </a:pPr>
            <a:r>
              <a:rPr lang="en-US" sz="345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34500" dirty="0"/>
          </a:p>
        </p:txBody>
      </p:sp>
      <p:sp>
        <p:nvSpPr>
          <p:cNvPr id="4" name="Text 2"/>
          <p:cNvSpPr/>
          <p:nvPr/>
        </p:nvSpPr>
        <p:spPr>
          <a:xfrm>
            <a:off x="6286500" y="1809750"/>
            <a:ext cx="11049000" cy="152400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832"/>
              </a:lnSpc>
              <a:buNone/>
            </a:pP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chủ</a:t>
            </a:r>
            <a:r>
              <a:rPr lang="en-US" sz="54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5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54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54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endParaRPr lang="en-US" sz="5400" dirty="0"/>
          </a:p>
        </p:txBody>
      </p:sp>
      <p:sp>
        <p:nvSpPr>
          <p:cNvPr id="5" name="Text richtext-1792376227473-695415938"/>
          <p:cNvSpPr/>
          <p:nvPr/>
        </p:nvSpPr>
        <p:spPr>
          <a:xfrm>
            <a:off x="6286500" y="3810000"/>
            <a:ext cx="11049000" cy="19050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91515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richtext-1792376227495-262548809"/>
          <p:cNvSpPr/>
          <p:nvPr/>
        </p:nvSpPr>
        <p:spPr>
          <a:xfrm>
            <a:off x="1295400" y="733425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không nêu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c5a27b2-2845-470f-8de8-d0d8ea0332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4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đáp</a:t>
            </a:r>
            <a:r>
              <a:rPr lang="en-US" sz="45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mới,</a:t>
            </a:r>
            <a:r>
              <a:rPr lang="en-US" sz="45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45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người:</a:t>
            </a:r>
            <a:r>
              <a:rPr lang="en-US" sz="4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4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4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sharding?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14700"/>
            <a:ext cx="152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nhất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47434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438400" y="49530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" y="6000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617220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2438400" y="638175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7600950"/>
            <a:ext cx="9525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2438400" y="7810500"/>
            <a:ext cx="14478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mảnh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5a3225d-981f-4555-899d-999d1a3503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6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6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66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</a:t>
            </a:r>
            <a:r>
              <a:rPr lang="en-US" sz="28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8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gánh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915150" y="44767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8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phải,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34900" y="3390900"/>
            <a:ext cx="447675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534900" y="44767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</a:t>
            </a:r>
            <a:r>
              <a:rPr lang="en-US" sz="28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8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1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f7d0d2f-40a5-4638-8a98-bc31f1430e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571750"/>
          <a:ext cx="137160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7242048"/>
                <a:gridCol w="7242048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CQRS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Command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Query</a:t>
                      </a:r>
                      <a:r>
                        <a:rPr lang="en-US" sz="2250" dirty="0" spc="-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Responsibility</a:t>
                      </a:r>
                      <a:r>
                        <a:rPr lang="en-US" sz="225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Segregation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tách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CAP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Consistency,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Availability,</a:t>
                      </a: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Partition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nhất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quán,</a:t>
                      </a:r>
                      <a:r>
                        <a:rPr lang="en-US" sz="2250" dirty="0" spc="-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sàng,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chịu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 vùng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6675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71056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76771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 Con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 tài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 Overflow.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005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40e0cda-efc6-41e9-9e9c-d58f1a87d9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2026-10-19T02:17:58Z</dcterms:created>
  <dcterms:modified xsi:type="dcterms:W3CDTF">2026-10-19T02:17:58Z</dcterms:modified>
</cp:coreProperties>
</file>