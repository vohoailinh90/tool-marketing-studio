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2286000"/>
          </a:xfrm>
          <a:prstGeom prst="rect">
            <a:avLst/>
          </a:prstGeom>
          <a:noFill/>
          <a:ln/>
        </p:spPr>
        <p:txBody>
          <a:bodyPr wrap="square" lIns="0" tIns="56326" rIns="0" bIns="-56326" rtlCol="0" anchor="t"/>
          <a:lstStyle/>
          <a:p>
            <a:pPr algn="l" indent="0" marL="0">
              <a:lnSpc>
                <a:spcPts val="6901"/>
              </a:lnSpc>
              <a:buNone/>
            </a:pPr>
            <a:r>
              <a:rPr lang="en-US" sz="6572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6572" dirty="0" spc="-8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572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 hành,</a:t>
            </a:r>
            <a:endParaRPr lang="en-US" sz="6572" dirty="0"/>
          </a:p>
          <a:p>
            <a:pPr algn="l" indent="0" marL="0">
              <a:lnSpc>
                <a:spcPts val="6901"/>
              </a:lnSpc>
              <a:buNone/>
            </a:pPr>
            <a:r>
              <a:rPr lang="en-US" sz="6572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572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6572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6572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000" dirty="0"/>
          </a:p>
        </p:txBody>
      </p:sp>
      <p:sp>
        <p:nvSpPr>
          <p:cNvPr id="5" name="Connector line-1792390600846-6253469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056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di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iOS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Android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239500" y="31432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Build</a:t>
            </a:r>
            <a:r>
              <a:rPr lang="en-US" sz="2400" b="1" dirty="0" spc="-1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39500" y="533400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Nộp</a:t>
            </a:r>
            <a:r>
              <a:rPr lang="en-US" sz="2400" b="1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239500" y="75247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</p:txBody>
      </p:sp>
      <p:sp>
        <p:nvSpPr>
          <p:cNvPr id="10" name="Connector line-1792390600864-895123917"/>
          <p:cNvSpPr/>
          <p:nvPr/>
        </p:nvSpPr>
        <p:spPr>
          <a:xfrm>
            <a:off x="12668250" y="409575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90600865-17538327"/>
          <p:cNvSpPr/>
          <p:nvPr/>
        </p:nvSpPr>
        <p:spPr>
          <a:xfrm>
            <a:off x="12668250" y="628650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4478000" y="5429250"/>
            <a:ext cx="3429000" cy="857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38c1fb66-f3c3-4a03-b921-c86459d0fe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6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bước,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6096000" cy="4953000"/>
          </a:xfrm>
          <a:prstGeom prst="rect">
            <a:avLst/>
          </a:prstGeom>
          <a:noFill/>
          <a:ln/>
        </p:spPr>
        <p:txBody>
          <a:bodyPr wrap="square" lIns="0" tIns="320040" rIns="0" bIns="-320040" rtlCol="0" anchor="ctr"/>
          <a:lstStyle/>
          <a:p>
            <a:pPr algn="l" indent="0" marL="0">
              <a:lnSpc>
                <a:spcPts val="31500"/>
              </a:lnSpc>
              <a:buNone/>
            </a:pPr>
            <a:r>
              <a:rPr lang="en-US" sz="31500" dirty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31500" dirty="0"/>
          </a:p>
        </p:txBody>
      </p:sp>
      <p:sp>
        <p:nvSpPr>
          <p:cNvPr id="5" name="Text 3"/>
          <p:cNvSpPr/>
          <p:nvPr/>
        </p:nvSpPr>
        <p:spPr>
          <a:xfrm>
            <a:off x="914400" y="79057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bước,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8191500" y="2952750"/>
            <a:ext cx="9182100" cy="1428750"/>
          </a:xfrm>
          <a:prstGeom prst="roundRect">
            <a:avLst>
              <a:gd name="adj" fmla="val 16000"/>
            </a:avLst>
          </a:prstGeom>
          <a:solidFill>
            <a:srgbClr val="FBF8F1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72500" y="2952750"/>
            <a:ext cx="838200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một: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0" y="0"/>
            <a:ext cx="9525" cy="9525"/>
          </a:xfrm>
          <a:prstGeom prst="rect">
            <a:avLst/>
          </a:prstGeom>
          <a:solidFill>
            <a:srgbClr val="F3EEE3"/>
          </a:solidFill>
          <a:ln/>
        </p:spPr>
      </p:sp>
      <p:sp>
        <p:nvSpPr>
          <p:cNvPr id="9" name="Shape 7"/>
          <p:cNvSpPr/>
          <p:nvPr/>
        </p:nvSpPr>
        <p:spPr>
          <a:xfrm>
            <a:off x="8191500" y="4667250"/>
            <a:ext cx="9182100" cy="1428750"/>
          </a:xfrm>
          <a:prstGeom prst="roundRect">
            <a:avLst>
              <a:gd name="adj" fmla="val 16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72500" y="4667250"/>
            <a:ext cx="838200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4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liệu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191500" y="6381750"/>
            <a:ext cx="9182100" cy="1428750"/>
          </a:xfrm>
          <a:prstGeom prst="roundRect">
            <a:avLst>
              <a:gd name="adj" fmla="val 16000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72500" y="6381750"/>
            <a:ext cx="838200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endParaRPr lang="en-US" sz="2400" dirty="0"/>
          </a:p>
        </p:txBody>
      </p:sp>
      <p:sp>
        <p:nvSpPr>
          <p:cNvPr id="13" name="Connector line-1792390601865-90448981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cb39929-d09b-4e48-bf1f-d399cb3f69f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b="1" spc="29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590800"/>
            <a:ext cx="16459200" cy="723900"/>
          </a:xfrm>
          <a:prstGeom prst="roundRect">
            <a:avLst>
              <a:gd name="adj" fmla="val 21053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59080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286000" y="2590800"/>
            <a:ext cx="571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Đăng</a:t>
            </a:r>
            <a:r>
              <a:rPr lang="en-US" sz="22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r>
              <a:rPr lang="en-US" sz="22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2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phát</a:t>
            </a:r>
            <a:r>
              <a:rPr lang="en-US" sz="22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triển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8191500" y="2590800"/>
            <a:ext cx="895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Apple</a:t>
            </a:r>
            <a:r>
              <a:rPr lang="en-US" sz="2100" dirty="0" spc="-17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5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Google;</a:t>
            </a:r>
            <a:r>
              <a:rPr lang="en-US" sz="2100" dirty="0" spc="-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dirty="0" spc="8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10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3390900"/>
            <a:ext cx="16459200" cy="723900"/>
          </a:xfrm>
          <a:prstGeom prst="roundRect">
            <a:avLst>
              <a:gd name="adj" fmla="val 21053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339090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286000" y="3390900"/>
            <a:ext cx="571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Build</a:t>
            </a:r>
            <a:r>
              <a:rPr lang="en-US" sz="2250" dirty="0" spc="-2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2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thử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8191500" y="3390900"/>
            <a:ext cx="895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2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100" dirty="0" spc="-1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4191000"/>
            <a:ext cx="16459200" cy="723900"/>
          </a:xfrm>
          <a:prstGeom prst="roundRect">
            <a:avLst>
              <a:gd name="adj" fmla="val 21053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419100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2286000" y="4191000"/>
            <a:ext cx="571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QA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8191500" y="4191000"/>
            <a:ext cx="895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10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100" dirty="0" spc="-7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210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dirty="0" spc="-13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4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8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ngoài,</a:t>
            </a:r>
            <a:r>
              <a:rPr lang="en-US" sz="210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dirty="0" spc="-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4991100"/>
            <a:ext cx="16459200" cy="723900"/>
          </a:xfrm>
          <a:prstGeom prst="roundRect">
            <a:avLst>
              <a:gd name="adj" fmla="val 21053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499110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2286000" y="4991100"/>
            <a:ext cx="571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Duyệt</a:t>
            </a:r>
            <a:r>
              <a:rPr lang="en-US" sz="22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nội</a:t>
            </a:r>
            <a:r>
              <a:rPr lang="en-US" sz="22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8191500" y="4991100"/>
            <a:ext cx="895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100" dirty="0" spc="-4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quan,</a:t>
            </a:r>
            <a:r>
              <a:rPr lang="en-US" sz="2100" dirty="0" spc="-3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dirty="0" spc="15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100" dirty="0" spc="-7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3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5791200"/>
            <a:ext cx="16459200" cy="723900"/>
          </a:xfrm>
          <a:prstGeom prst="roundRect">
            <a:avLst>
              <a:gd name="adj" fmla="val 21053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38250" y="579120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2286000" y="5791200"/>
            <a:ext cx="571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8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Tối</a:t>
            </a:r>
            <a:r>
              <a:rPr lang="en-US" sz="2250" dirty="0" spc="4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ưu</a:t>
            </a: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trang</a:t>
            </a:r>
            <a:r>
              <a:rPr lang="en-US" sz="2250" dirty="0" spc="1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cửa</a:t>
            </a: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hàng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8191500" y="5791200"/>
            <a:ext cx="895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2100" dirty="0" spc="1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đề,</a:t>
            </a:r>
            <a:r>
              <a:rPr lang="en-US" sz="210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3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khoá,</a:t>
            </a:r>
            <a:r>
              <a:rPr lang="en-US" sz="2100" dirty="0" spc="-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ảnh,</a:t>
            </a:r>
            <a:r>
              <a:rPr lang="en-US" sz="210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chú</a:t>
            </a:r>
            <a:r>
              <a:rPr lang="en-US" sz="2100" dirty="0" spc="-5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14400" y="6591300"/>
            <a:ext cx="16459200" cy="723900"/>
          </a:xfrm>
          <a:prstGeom prst="roundRect">
            <a:avLst>
              <a:gd name="adj" fmla="val 21053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38250" y="659130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2286000" y="6591300"/>
            <a:ext cx="571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Nộp</a:t>
            </a:r>
            <a:r>
              <a:rPr lang="en-US" sz="225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lên</a:t>
            </a:r>
            <a:r>
              <a:rPr lang="en-US" sz="2250" dirty="0" spc="1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cửa</a:t>
            </a: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hàng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8191500" y="6591300"/>
            <a:ext cx="895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Cửa</a:t>
            </a:r>
            <a:r>
              <a:rPr lang="en-US" sz="210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-4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19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dirty="0" spc="9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14400" y="7391400"/>
            <a:ext cx="16459200" cy="723900"/>
          </a:xfrm>
          <a:prstGeom prst="roundRect">
            <a:avLst>
              <a:gd name="adj" fmla="val 21053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38250" y="739140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2286000" y="7391400"/>
            <a:ext cx="571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Phát</a:t>
            </a:r>
            <a:r>
              <a:rPr lang="en-US" sz="22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8191500" y="7391400"/>
            <a:ext cx="895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4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100" dirty="0" spc="-16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15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3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</a:t>
            </a:r>
            <a:r>
              <a:rPr lang="en-US" sz="2100" dirty="0" spc="-17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3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32" name="Connector line-1792390602696-36749326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6" name="Shape 3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26b06804-6e07-4dcf-bb1b-ac60db9b4b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334000" cy="5334000"/>
          </a:xfrm>
          <a:prstGeom prst="roundRect">
            <a:avLst>
              <a:gd name="adj" fmla="val 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48000"/>
            <a:ext cx="4686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TestFlight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686300" cy="4000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nội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10.000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6477000" y="2762250"/>
            <a:ext cx="5334000" cy="5334000"/>
          </a:xfrm>
          <a:prstGeom prst="roundRect">
            <a:avLst>
              <a:gd name="adj" fmla="val 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00850" y="3048000"/>
            <a:ext cx="4686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Android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800850" y="3714750"/>
            <a:ext cx="4686300" cy="4000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bảng.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2039600" y="2762250"/>
            <a:ext cx="5334000" cy="5334000"/>
          </a:xfrm>
          <a:prstGeom prst="roundRect">
            <a:avLst>
              <a:gd name="adj" fmla="val 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63450" y="3048000"/>
            <a:ext cx="4686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Phát</a:t>
            </a:r>
            <a:r>
              <a:rPr lang="en-US" sz="240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</a:t>
            </a:r>
            <a:r>
              <a:rPr lang="en-US" sz="24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400" dirty="0" spc="-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2363450" y="3714750"/>
            <a:ext cx="4686300" cy="4000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Apple: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1%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100%;</a:t>
            </a:r>
            <a:r>
              <a:rPr lang="en-US" sz="22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2250" dirty="0"/>
          </a:p>
        </p:txBody>
      </p:sp>
      <p:sp>
        <p:nvSpPr>
          <p:cNvPr id="13" name="Connector line-1792390603537-68953756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2029ef2-7f5e-4bc1-b48f-92cc191dba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HÌNH,</a:t>
            </a:r>
            <a:r>
              <a:rPr lang="en-US" sz="1800" b="1" spc="3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2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b="1" spc="26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r>
              <a:rPr lang="en-US" sz="1800" b="1" spc="29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VỌNG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Dừng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sớm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 không kịp</a:t>
            </a:r>
            <a:endParaRPr lang="en-US" sz="6900" dirty="0"/>
          </a:p>
        </p:txBody>
      </p:sp>
      <p:sp>
        <p:nvSpPr>
          <p:cNvPr id="4" name="Connector line-1792390604424-531097065"/>
          <p:cNvSpPr/>
          <p:nvPr/>
        </p:nvSpPr>
        <p:spPr>
          <a:xfrm>
            <a:off x="1524000" y="3333750"/>
            <a:ext cx="15240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371600" y="31813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Shape 4"/>
          <p:cNvSpPr/>
          <p:nvPr/>
        </p:nvSpPr>
        <p:spPr>
          <a:xfrm>
            <a:off x="3543300" y="31813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Shape 5"/>
          <p:cNvSpPr/>
          <p:nvPr/>
        </p:nvSpPr>
        <p:spPr>
          <a:xfrm>
            <a:off x="5715000" y="31813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8" name="Shape 6"/>
          <p:cNvSpPr/>
          <p:nvPr/>
        </p:nvSpPr>
        <p:spPr>
          <a:xfrm>
            <a:off x="7886700" y="31813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0" y="31813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12230100" y="31813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14420850" y="31813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20850" y="31813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952500" y="3667125"/>
            <a:ext cx="114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Ngày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52500" y="2571750"/>
            <a:ext cx="114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1%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3124200" y="3667125"/>
            <a:ext cx="114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Ngày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3124200" y="2571750"/>
            <a:ext cx="114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2%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5295900" y="3667125"/>
            <a:ext cx="114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Ngày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5295900" y="2571750"/>
            <a:ext cx="114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5%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7467600" y="3667125"/>
            <a:ext cx="114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Ngày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7467600" y="2571750"/>
            <a:ext cx="114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10%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9639300" y="3667125"/>
            <a:ext cx="114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Ngày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639300" y="2571750"/>
            <a:ext cx="114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20%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11811000" y="3667125"/>
            <a:ext cx="114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Ngày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811000" y="2571750"/>
            <a:ext cx="114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50%</a:t>
            </a:r>
            <a:endParaRPr lang="en-US" sz="2850" dirty="0"/>
          </a:p>
        </p:txBody>
      </p:sp>
      <p:sp>
        <p:nvSpPr>
          <p:cNvPr id="25" name="Text 23"/>
          <p:cNvSpPr/>
          <p:nvPr/>
        </p:nvSpPr>
        <p:spPr>
          <a:xfrm>
            <a:off x="14001750" y="3667125"/>
            <a:ext cx="114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Ngày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4001750" y="2571750"/>
            <a:ext cx="114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100%</a:t>
            </a:r>
            <a:endParaRPr lang="en-US" sz="2850" dirty="0"/>
          </a:p>
        </p:txBody>
      </p:sp>
      <p:sp>
        <p:nvSpPr>
          <p:cNvPr id="27" name="Shape 25"/>
          <p:cNvSpPr/>
          <p:nvPr/>
        </p:nvSpPr>
        <p:spPr>
          <a:xfrm>
            <a:off x="914400" y="4762500"/>
            <a:ext cx="8001000" cy="1428750"/>
          </a:xfrm>
          <a:prstGeom prst="roundRect">
            <a:avLst>
              <a:gd name="adj" fmla="val 16000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8250" y="4762500"/>
            <a:ext cx="7353300" cy="1428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 10%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dùng:</a:t>
            </a:r>
            <a:r>
              <a:rPr lang="en-US" sz="22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1%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9372600" y="4762500"/>
            <a:ext cx="8001000" cy="1428750"/>
          </a:xfrm>
          <a:prstGeom prst="roundRect">
            <a:avLst>
              <a:gd name="adj" fmla="val 16000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96450" y="4762500"/>
            <a:ext cx="7353300" cy="1428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1%:</a:t>
            </a:r>
            <a:r>
              <a:rPr lang="en-US" sz="22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2, 2%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914400" y="6477000"/>
            <a:ext cx="8001000" cy="1428750"/>
          </a:xfrm>
          <a:prstGeom prst="roundRect">
            <a:avLst>
              <a:gd name="adj" fmla="val 16000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238250" y="6477000"/>
            <a:ext cx="7353300" cy="1428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 0,1%: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20%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250" dirty="0"/>
          </a:p>
        </p:txBody>
      </p:sp>
      <p:sp>
        <p:nvSpPr>
          <p:cNvPr id="33" name="Shape 31"/>
          <p:cNvSpPr/>
          <p:nvPr/>
        </p:nvSpPr>
        <p:spPr>
          <a:xfrm>
            <a:off x="9372600" y="6477000"/>
            <a:ext cx="8001000" cy="1428750"/>
          </a:xfrm>
          <a:prstGeom prst="roundRect">
            <a:avLst>
              <a:gd name="adj" fmla="val 16000"/>
            </a:avLst>
          </a:prstGeom>
          <a:solidFill>
            <a:srgbClr val="1F3FD1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450" y="6477000"/>
            <a:ext cx="7353300" cy="1428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2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2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0,01%:</a:t>
            </a: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25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2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100%</a:t>
            </a:r>
            <a:r>
              <a:rPr lang="en-US" sz="2250" b="1" dirty="0" spc="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250" dirty="0"/>
          </a:p>
        </p:txBody>
      </p:sp>
      <p:sp>
        <p:nvSpPr>
          <p:cNvPr id="35" name="Connector line-1792390604454-81500259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1" name="Shape 3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9599e85-4755-4af2-b7f1-6f0dbcc352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575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Android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Studio,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62A36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28625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Play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 không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E334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7150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363B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14375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hình: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cáo,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suất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0,5;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2" name="Connector line-1792390641192-67366834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58b16a4-0e4c-41dd-bda4-c5865172cc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Lỗi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1.000</a:t>
            </a:r>
            <a:r>
              <a:rPr lang="en-US" sz="69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14750"/>
            <a:ext cx="7048500" cy="476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sập</a:t>
            </a:r>
            <a:r>
              <a:rPr lang="en-US" sz="2700" b="1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người;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b="1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cáo.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lỗi?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 lỗi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10.000?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5631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9822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982200" y="3714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12533" rIns="0" bIns="-12533" rtlCol="0" anchor="t"/>
          <a:lstStyle/>
          <a:p>
            <a:pPr algn="l" indent="0" marL="0">
              <a:lnSpc>
                <a:spcPts val="3023"/>
              </a:lnSpc>
              <a:buNone/>
            </a:pPr>
            <a:r>
              <a:rPr lang="en-US" sz="2325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325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3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1.000:</a:t>
            </a:r>
            <a:r>
              <a:rPr lang="en-US" sz="2325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3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3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200.000</a:t>
            </a:r>
            <a:r>
              <a:rPr lang="en-US" sz="2325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32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(20%)</a:t>
            </a:r>
            <a:r>
              <a:rPr lang="en-US" sz="2325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3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2325" dirty="0"/>
          </a:p>
        </p:txBody>
      </p:sp>
      <p:sp>
        <p:nvSpPr>
          <p:cNvPr id="10" name="Text 8"/>
          <p:cNvSpPr/>
          <p:nvPr/>
        </p:nvSpPr>
        <p:spPr>
          <a:xfrm>
            <a:off x="9982200" y="54292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12533" rIns="0" bIns="-12533" rtlCol="0" anchor="t"/>
          <a:lstStyle/>
          <a:p>
            <a:pPr algn="l" indent="0" marL="0">
              <a:lnSpc>
                <a:spcPts val="3023"/>
              </a:lnSpc>
              <a:buNone/>
            </a:pPr>
            <a:r>
              <a:rPr lang="en-US" sz="2325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325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3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10.000:</a:t>
            </a:r>
            <a:r>
              <a:rPr lang="en-US" sz="2325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3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325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3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325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3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325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3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3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cáo;</a:t>
            </a:r>
            <a:r>
              <a:rPr lang="en-US" sz="232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100%</a:t>
            </a:r>
            <a:r>
              <a:rPr lang="en-US" sz="23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3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3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325" dirty="0"/>
          </a:p>
        </p:txBody>
      </p:sp>
      <p:sp>
        <p:nvSpPr>
          <p:cNvPr id="11" name="Text 9"/>
          <p:cNvSpPr/>
          <p:nvPr/>
        </p:nvSpPr>
        <p:spPr>
          <a:xfrm>
            <a:off x="9982200" y="7334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533" rIns="0" bIns="-12533" rtlCol="0" anchor="t"/>
          <a:lstStyle/>
          <a:p>
            <a:pPr algn="l" indent="0" marL="0">
              <a:lnSpc>
                <a:spcPts val="3023"/>
              </a:lnSpc>
              <a:buNone/>
            </a:pPr>
            <a:r>
              <a:rPr lang="en-US" sz="2325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325" b="1" dirty="0" spc="2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325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325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325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325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sập,</a:t>
            </a:r>
            <a:r>
              <a:rPr lang="en-US" sz="2325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325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số</a:t>
            </a:r>
            <a:r>
              <a:rPr lang="en-US" sz="2325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325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đối.</a:t>
            </a:r>
            <a:endParaRPr lang="en-US" sz="2325" dirty="0"/>
          </a:p>
        </p:txBody>
      </p:sp>
      <p:sp>
        <p:nvSpPr>
          <p:cNvPr id="12" name="Connector line-1792390642026-345841799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63a0ffd-372f-46bb-b14a-8d79426755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54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5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56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17145" rIns="0" bIns="-17145" rtlCol="0" anchor="t"/>
          <a:lstStyle/>
          <a:p>
            <a:pPr algn="l" indent="0" marL="0">
              <a:lnSpc>
                <a:spcPts val="6210"/>
              </a:lnSpc>
              <a:buNone/>
            </a:pP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54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"đặt</a:t>
            </a:r>
            <a:r>
              <a:rPr lang="en-US" sz="54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54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hành".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 tính</a:t>
            </a:r>
            <a:r>
              <a:rPr lang="en-US" sz="54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 theo</a:t>
            </a:r>
            <a:r>
              <a:rPr lang="en-US" sz="5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pha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54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5400" dirty="0" spc="-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54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lỗi.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70485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chiếu;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 ghi</a:t>
            </a: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2250" dirty="0"/>
          </a:p>
        </p:txBody>
      </p:sp>
      <p:sp>
        <p:nvSpPr>
          <p:cNvPr id="7" name="Connector line-1792390642865-566378054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d5c972d-a62f-4351-893f-25dea2ca05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0480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QA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905250" y="28384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Quality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Assurance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905250" y="31432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Đảm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0957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43815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ASO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905250" y="41719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Store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Optimization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3905250" y="44767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2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5429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00150" y="57150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OS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905250" y="55054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Operating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905250" y="58102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239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7715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Apple: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phased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release,</a:t>
            </a:r>
            <a:r>
              <a:rPr lang="en-US" sz="22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TestFlight,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22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Program,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</a:t>
            </a:r>
            <a:r>
              <a:rPr lang="en-US" sz="225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Review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Android: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</a:t>
            </a: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your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</a:t>
            </a:r>
            <a:endParaRPr lang="en-US" sz="2250" dirty="0"/>
          </a:p>
        </p:txBody>
      </p:sp>
      <p:sp>
        <p:nvSpPr>
          <p:cNvPr id="18" name="Connector line-1792390643722-40669603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f411111a-6a19-4785-b0c0-6f162beaf78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2026-10-19T07:14:44Z</dcterms:created>
  <dcterms:modified xsi:type="dcterms:W3CDTF">2026-10-19T07:14:44Z</dcterms:modified>
</cp:coreProperties>
</file>