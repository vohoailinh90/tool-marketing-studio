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b="1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Dở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dang,</a:t>
            </a:r>
            <a:r>
              <a:rPr lang="en-US" sz="2250" b="1" dirty="0" spc="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2250" dirty="0"/>
          </a:p>
        </p:txBody>
      </p:sp>
      <p:sp>
        <p:nvSpPr>
          <p:cNvPr id="14" name="Connector line-1792420738762-34401941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Connector line-1792420738762-462382103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0738763-556502215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738763-481544078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38763-206212253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dc59fc2-fe0f-4edc-aef9-fc2cb485a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1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42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42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42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42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0393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0814fe-2269-4755-bb28-82a6d1009b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LƯỢNG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dirty="0" spc="-2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9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9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9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9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cộng,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7536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186599b-57e8-494d-adc9-c4b08b24d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715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6" name="Connector line-1792420769718-788618245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769718-327836903"/>
          <p:cNvSpPr/>
          <p:nvPr/>
        </p:nvSpPr>
        <p:spPr>
          <a:xfrm>
            <a:off x="1190625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191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9" name="Connector line-1792420769720-811908343"/>
          <p:cNvSpPr/>
          <p:nvPr/>
        </p:nvSpPr>
        <p:spPr>
          <a:xfrm>
            <a:off x="4381500" y="476250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451610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62500" y="55245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2" name="Connector line-1792420769726-663111389"/>
          <p:cNvSpPr/>
          <p:nvPr/>
        </p:nvSpPr>
        <p:spPr>
          <a:xfrm flipH="1">
            <a:off x="4381500" y="6096000"/>
            <a:ext cx="7524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62500" y="67627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4" name="Connector line-1792420769728-310647244"/>
          <p:cNvSpPr/>
          <p:nvPr/>
        </p:nvSpPr>
        <p:spPr>
          <a:xfrm>
            <a:off x="4381500" y="733425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516100" y="6953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493140a-5618-4d10-ad85-acb0ed0315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180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dở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Connector line-1792420742337-40197246"/>
          <p:cNvSpPr/>
          <p:nvPr/>
        </p:nvSpPr>
        <p:spPr>
          <a:xfrm>
            <a:off x="1524000" y="3810000"/>
            <a:ext cx="15240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584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965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3468350" y="3562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57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38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19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096000" y="5524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14375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33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3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0bf66b-ca7e-4c05-9f68-83c45786c5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dẹp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1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965087-5ffb-4be7-8ff2-0cd2c240fd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65c34d-cf91-4099-9e55-9157dd4136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ảo,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EBS</a:t>
            </a:r>
            <a:r>
              <a:rPr lang="en-US" sz="6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275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6111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3000" dirty="0"/>
          </a:p>
        </p:txBody>
      </p:sp>
      <p:sp>
        <p:nvSpPr>
          <p:cNvPr id="13" name="Connector line-1792420797817-654484414"/>
          <p:cNvSpPr/>
          <p:nvPr/>
        </p:nvSpPr>
        <p:spPr>
          <a:xfrm>
            <a:off x="567690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797817-560574666"/>
          <p:cNvSpPr/>
          <p:nvPr/>
        </p:nvSpPr>
        <p:spPr>
          <a:xfrm>
            <a:off x="1152525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d000d9-712d-4a9d-9989-98da5d48f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đếm.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5fb7c5-0c70-4cf7-a059-b511ed5cb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2762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EBS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2838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3905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3981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GB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695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spcAft>
                <a:spcPts val="1350"/>
              </a:spcAft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indent="0" marL="0">
              <a:lnSpc>
                <a:spcPts val="3360"/>
              </a:lnSpc>
              <a:spcAft>
                <a:spcPts val="1350"/>
              </a:spcAft>
              <a:buNone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S3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indent="0" marL="0">
              <a:lnSpc>
                <a:spcPts val="3360"/>
              </a:lnSpc>
              <a:spcAft>
                <a:spcPts val="1350"/>
              </a:spcAft>
              <a:buNone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cũ)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(giá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5315e2-01fe-4a19-a49e-81c386e66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2026-10-19T16:56:12Z</dcterms:created>
  <dcterms:modified xsi:type="dcterms:W3CDTF">2026-10-19T16:56:12Z</dcterms:modified>
</cp:coreProperties>
</file>