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144000" cy="3238500"/>
          </a:xfrm>
          <a:prstGeom prst="rect">
            <a:avLst/>
          </a:prstGeom>
          <a:noFill/>
          <a:ln/>
        </p:spPr>
        <p:txBody>
          <a:bodyPr wrap="square" lIns="0" tIns="60552" rIns="0" bIns="-60552" rtlCol="0" anchor="t"/>
          <a:lstStyle/>
          <a:p>
            <a:pPr algn="l" indent="0" marL="0">
              <a:lnSpc>
                <a:spcPts val="7416"/>
              </a:lnSpc>
              <a:buNone/>
            </a:pPr>
            <a:r>
              <a:rPr lang="en-US" sz="7063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PostgreSQL</a:t>
            </a:r>
            <a:r>
              <a:rPr lang="en-US" sz="706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063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063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063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việc:</a:t>
            </a:r>
            <a:r>
              <a:rPr lang="en-US" sz="7063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063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063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063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sẵn?</a:t>
            </a:r>
            <a:endParaRPr lang="en-US" sz="7063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nửa: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 ích.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1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5250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sd-04-029</a:t>
            </a:r>
            <a:endParaRPr lang="en-US" sz="1650" dirty="0"/>
          </a:p>
        </p:txBody>
      </p:sp>
      <p:sp>
        <p:nvSpPr>
          <p:cNvPr id="7" name="Connector line-1792370793839-695179712"/>
          <p:cNvSpPr/>
          <p:nvPr/>
        </p:nvSpPr>
        <p:spPr>
          <a:xfrm flipV="1">
            <a:off x="11906250" y="3571875"/>
            <a:ext cx="1809750" cy="2143125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8" name="Connector line-1792370793840-309760948"/>
          <p:cNvSpPr/>
          <p:nvPr/>
        </p:nvSpPr>
        <p:spPr>
          <a:xfrm>
            <a:off x="11906250" y="5715000"/>
            <a:ext cx="1809750" cy="47625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Connector line-1792370793841-17057774"/>
          <p:cNvSpPr/>
          <p:nvPr/>
        </p:nvSpPr>
        <p:spPr>
          <a:xfrm>
            <a:off x="11906250" y="5715000"/>
            <a:ext cx="1809750" cy="2238375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382250" y="4191000"/>
            <a:ext cx="3048000" cy="30480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endParaRPr lang="en-US" sz="2250" dirty="0"/>
          </a:p>
          <a:p>
            <a:pPr algn="ctr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0" y="3143250"/>
            <a:ext cx="36576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0" y="5334000"/>
            <a:ext cx="36576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1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4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HTAP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0" y="7524750"/>
            <a:ext cx="365760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Tiện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0247b9ba-48dd-4f0e-837d-3a99372d47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6667500" cy="4762500"/>
          </a:xfrm>
          <a:prstGeom prst="rect">
            <a:avLst/>
          </a:prstGeom>
          <a:noFill/>
          <a:ln/>
        </p:spPr>
        <p:txBody>
          <a:bodyPr wrap="square" lIns="0" tIns="350520" rIns="0" bIns="-350520" rtlCol="0" anchor="t"/>
          <a:lstStyle/>
          <a:p>
            <a:pPr algn="l" indent="0" marL="0">
              <a:lnSpc>
                <a:spcPts val="34500"/>
              </a:lnSpc>
              <a:buNone/>
            </a:pPr>
            <a:r>
              <a:rPr lang="en-US" sz="3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4500" dirty="0"/>
          </a:p>
        </p:txBody>
      </p:sp>
      <p:sp>
        <p:nvSpPr>
          <p:cNvPr id="4" name="Text 2"/>
          <p:cNvSpPr/>
          <p:nvPr/>
        </p:nvSpPr>
        <p:spPr>
          <a:xfrm>
            <a:off x="5334000" y="2381250"/>
            <a:ext cx="12001500" cy="1295400"/>
          </a:xfrm>
          <a:prstGeom prst="rect">
            <a:avLst/>
          </a:prstGeom>
          <a:noFill/>
          <a:ln/>
        </p:spPr>
        <p:txBody>
          <a:bodyPr wrap="square" lIns="0" tIns="38100" rIns="0" bIns="-3810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việc,</a:t>
            </a:r>
            <a:r>
              <a:rPr lang="en-US" sz="6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334000" y="3429000"/>
            <a:ext cx="12001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đồ: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34000" y="4476750"/>
            <a:ext cx="1200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Khảo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Stack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Overflow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628650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6591300"/>
            <a:ext cx="1581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7048500"/>
            <a:ext cx="15811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8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16, chia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95400" y="7810500"/>
            <a:ext cx="1581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16.15,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Ubuntu,</a:t>
            </a:r>
            <a:r>
              <a:rPr lang="en-US" sz="21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13faf0a-fb75-491a-9a7d-fd946f669d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21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5715000"/>
          </a:xfrm>
          <a:prstGeom prst="roundRect">
            <a:avLst>
              <a:gd name="adj" fmla="val 5147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9090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6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481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4800" dirty="0" spc="-10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OLTP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4419600" cy="2476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Thêm,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 sửa,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(CRUD):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53200" y="3048000"/>
            <a:ext cx="5181600" cy="5715000"/>
          </a:xfrm>
          <a:prstGeom prst="roundRect">
            <a:avLst>
              <a:gd name="adj" fmla="val 514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4200" y="339090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00" b="1" spc="2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34200" y="38481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postgres_fdw</a:t>
            </a:r>
            <a:endParaRPr lang="en-US" sz="4200" dirty="0"/>
          </a:p>
        </p:txBody>
      </p:sp>
      <p:sp>
        <p:nvSpPr>
          <p:cNvPr id="11" name="Text richtext-1792370850688-257680871"/>
          <p:cNvSpPr/>
          <p:nvPr/>
        </p:nvSpPr>
        <p:spPr>
          <a:xfrm>
            <a:off x="6934200" y="5334000"/>
            <a:ext cx="4419600" cy="2476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Module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contrib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extension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92000" y="3048000"/>
            <a:ext cx="5181600" cy="5715000"/>
          </a:xfrm>
          <a:prstGeom prst="roundRect">
            <a:avLst>
              <a:gd name="adj" fmla="val 5147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0" y="3390900"/>
            <a:ext cx="4419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573000" y="3848100"/>
            <a:ext cx="4419600" cy="1905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Join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 hai cơ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4200" dirty="0"/>
          </a:p>
        </p:txBody>
      </p:sp>
      <p:sp>
        <p:nvSpPr>
          <p:cNvPr id="15" name="Text richtext-1792370850714-112269467"/>
          <p:cNvSpPr/>
          <p:nvPr/>
        </p:nvSpPr>
        <p:spPr>
          <a:xfrm>
            <a:off x="12573000" y="5334000"/>
            <a:ext cx="4419600" cy="2476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sales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đây,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products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khác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Foreign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Scan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bbf1c06a-8b02-4c16-8ec1-8dbeb130aa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18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950" b="1" spc="24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dòng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500.000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dòng,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cột,</a:t>
            </a:r>
            <a:r>
              <a:rPr lang="en-US" sz="22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kB.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b="1" spc="20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SUM(C1)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191000"/>
            <a:ext cx="72390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0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7.744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295400" y="5810250"/>
            <a:ext cx="7239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72600" y="3333750"/>
            <a:ext cx="8001000" cy="4095750"/>
          </a:xfrm>
          <a:prstGeom prst="roundRect">
            <a:avLst>
              <a:gd name="adj" fmla="val 651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180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800" b="1" spc="17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800" b="1" spc="20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4191000"/>
            <a:ext cx="723900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0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7.744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9753600" y="5810250"/>
            <a:ext cx="7239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trang: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 như khi cộng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endParaRPr lang="en-US" sz="2700" dirty="0"/>
          </a:p>
        </p:txBody>
      </p:sp>
      <p:sp>
        <p:nvSpPr>
          <p:cNvPr id="13" name="Connector line-1792370873981-757353526"/>
          <p:cNvSpPr/>
          <p:nvPr/>
        </p:nvSpPr>
        <p:spPr>
          <a:xfrm>
            <a:off x="9029700" y="5191125"/>
            <a:ext cx="2286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77152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400" b="1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chạy; hệ</a:t>
            </a:r>
            <a:r>
              <a:rPr lang="en-US" sz="2400" b="1" dirty="0" spc="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b="1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b="1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400" b="1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044ea55-66bb-4785-898e-7234158aea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 ÍCH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spc="21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47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tiện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sẵn, không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này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95400" y="3048000"/>
            <a:ext cx="438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TIỆN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0" y="3048000"/>
            <a:ext cx="5334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20500" y="304800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5242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810000"/>
            <a:ext cx="4572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PostGIS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96000" y="3829050"/>
            <a:ext cx="5334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bản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620500" y="3829050"/>
            <a:ext cx="5524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4991100"/>
            <a:ext cx="4572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TimescaleDB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096000" y="5010150"/>
            <a:ext cx="5334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620500" y="5010150"/>
            <a:ext cx="5524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8864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6172200"/>
            <a:ext cx="4572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Citus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096000" y="6191250"/>
            <a:ext cx="5334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620500" y="6191250"/>
            <a:ext cx="55245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7067550"/>
            <a:ext cx="16459200" cy="1619250"/>
          </a:xfrm>
          <a:prstGeom prst="roundRect">
            <a:avLst>
              <a:gd name="adj" fmla="val 11765"/>
            </a:avLst>
          </a:prstGeom>
          <a:solidFill>
            <a:srgbClr val="F8D9D0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353300"/>
            <a:ext cx="4572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PipelineDB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6096000" y="7372350"/>
            <a:ext cx="53340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chảy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620500" y="7372350"/>
            <a:ext cx="55245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1.0.0;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5fa8e9a-c5c7-434b-87ae-41959e000da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9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"Có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tiện</a:t>
            </a:r>
            <a:r>
              <a:rPr lang="en-US" sz="69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ích"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"dùng</a:t>
            </a:r>
            <a:r>
              <a:rPr lang="en-US" sz="6900" dirty="0" spc="-10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được"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6196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04837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914400" y="7334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477125"/>
            <a:ext cx="1143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762250" y="33909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762250" y="48196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 ích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phiên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phép,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762250" y="624840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Ubuntu.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762250" y="7677150"/>
            <a:ext cx="14097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a433d91-79e5-46ad-a854-c821fc8e4e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Bán</a:t>
            </a:r>
            <a:r>
              <a:rPr lang="en-US" sz="66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hàng,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6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6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đồ: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6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6459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cơ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3337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180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9575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r>
              <a:rPr lang="en-US" sz="48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48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PostGIS?</a:t>
            </a:r>
            <a:endParaRPr lang="en-US" sz="4800" dirty="0"/>
          </a:p>
        </p:txBody>
      </p:sp>
      <p:sp>
        <p:nvSpPr>
          <p:cNvPr id="8" name="Text richtext-1792370944774-404518935"/>
          <p:cNvSpPr/>
          <p:nvPr/>
        </p:nvSpPr>
        <p:spPr>
          <a:xfrm>
            <a:off x="1295400" y="533400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tiện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72600" y="33337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365760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0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spc="19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4095750"/>
            <a:ext cx="7239000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Quét</a:t>
            </a:r>
            <a:r>
              <a:rPr lang="en-US" sz="4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nhiêu</a:t>
            </a:r>
            <a:r>
              <a:rPr lang="en-US" sz="4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liệu?</a:t>
            </a:r>
            <a:endParaRPr lang="en-US" sz="4800" dirty="0"/>
          </a:p>
        </p:txBody>
      </p:sp>
      <p:sp>
        <p:nvSpPr>
          <p:cNvPr id="12" name="Text richtext-1792370944793-240785593"/>
          <p:cNvSpPr/>
          <p:nvPr/>
        </p:nvSpPr>
        <p:spPr>
          <a:xfrm>
            <a:off x="9753600" y="5334000"/>
            <a:ext cx="7239000" cy="2190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dòng: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dòng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06de0d2-7d2d-4fb8-8c02-9ec1d5c0cb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1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1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14300" cy="2857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811500" cy="3143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47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tiện</a:t>
            </a:r>
            <a:r>
              <a:rPr lang="en-US" sz="75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ích;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hỏi,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5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postgres_fdw.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8001000" cy="2667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038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JOIN</a:t>
            </a:r>
            <a:r>
              <a:rPr lang="en-US" sz="1800" b="1" spc="21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800" b="1" spc="23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80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51510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95400" y="762000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products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5715000"/>
            <a:ext cx="8001000" cy="2667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9753600" y="6038850"/>
            <a:ext cx="7239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0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EXPLAIN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753600" y="6515100"/>
            <a:ext cx="7239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2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7.744</a:t>
            </a:r>
            <a:r>
              <a:rPr lang="en-US" sz="54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9753600" y="7620000"/>
            <a:ext cx="72390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cả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hit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7ceea85-55bc-4b17-89d6-68dcf2a79a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17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6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914650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SQL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181100" y="36004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Query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1100" y="3981450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05400" y="2762250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5372100" y="2914650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9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OLTP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372100" y="36004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372100" y="3981450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296400" y="2762250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9563100" y="2914650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CRUD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563100" y="36004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Create,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Read,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Update,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Delete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563100" y="3981450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Tạo,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19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3487400" y="2762250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754100" y="2914650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OLAP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54100" y="3600450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OnLine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Analytical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754100" y="3981450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5095875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5248275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HTAP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81100" y="5934075"/>
            <a:ext cx="3429000" cy="571500"/>
          </a:xfrm>
          <a:prstGeom prst="rect">
            <a:avLst/>
          </a:prstGeom>
          <a:noFill/>
          <a:ln/>
        </p:spPr>
        <p:txBody>
          <a:bodyPr wrap="square" lIns="0" tIns="11509" rIns="0" bIns="-11509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Hybrid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Transactional/Analytical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81100" y="6572250"/>
            <a:ext cx="3429000" cy="5715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Lai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05400" y="5095875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5372100" y="5248275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DB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372100" y="5934075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DataBase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5372100" y="6315075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96400" y="5095875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563100" y="5248275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FDW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563100" y="5934075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Foreign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Wrapper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563100" y="6315075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bọc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3487400" y="5095875"/>
            <a:ext cx="3886200" cy="2143125"/>
          </a:xfrm>
          <a:prstGeom prst="roundRect">
            <a:avLst>
              <a:gd name="adj" fmla="val 10667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13754100" y="5248275"/>
            <a:ext cx="3429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GIS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13754100" y="5934075"/>
            <a:ext cx="3429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Geographic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Information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754100" y="6315075"/>
            <a:ext cx="3429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thông tin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14400" y="7429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19200" y="7620000"/>
            <a:ext cx="15811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19200" y="8039100"/>
            <a:ext cx="15811500" cy="762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PipelineDB: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PostgreSQL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16: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postgres_fdw;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Additional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Supplied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Modules;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Database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Page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Layout,</a:t>
            </a:r>
            <a:r>
              <a:rPr lang="en-US" sz="19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TOAST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969645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a0696bee-c8dc-4596-b5ac-c411b74d84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2026-10-19T01:41:18Z</dcterms:created>
  <dcterms:modified xsi:type="dcterms:W3CDTF">2026-10-19T01:41:18Z</dcterms:modified>
</cp:coreProperties>
</file>