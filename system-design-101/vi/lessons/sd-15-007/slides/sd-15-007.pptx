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 07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8953500" cy="1333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ctr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Deadlock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19500"/>
            <a:ext cx="8382000" cy="3429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nhau</a:t>
            </a:r>
            <a:r>
              <a:rPr lang="en-US" sz="48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4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0960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nhả, không</a:t>
            </a:r>
            <a:r>
              <a:rPr lang="en-US" sz="255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lên.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477500" y="2095500"/>
            <a:ext cx="3048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0" y="2095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0858500" y="2286000"/>
            <a:ext cx="247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0858500" y="30289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4325600" y="2095500"/>
            <a:ext cx="3048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325600" y="2095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4706600" y="2286000"/>
            <a:ext cx="247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4706600" y="302895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15" name="Connector line-1792293444666-497202459"/>
          <p:cNvSpPr/>
          <p:nvPr/>
        </p:nvSpPr>
        <p:spPr>
          <a:xfrm>
            <a:off x="12001500" y="3810000"/>
            <a:ext cx="3848100" cy="2381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293444666-521638965"/>
          <p:cNvSpPr/>
          <p:nvPr/>
        </p:nvSpPr>
        <p:spPr>
          <a:xfrm flipH="1">
            <a:off x="12001500" y="3810000"/>
            <a:ext cx="3848100" cy="2381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477500" y="6286500"/>
            <a:ext cx="3048000" cy="1619250"/>
          </a:xfrm>
          <a:prstGeom prst="roundRect">
            <a:avLst>
              <a:gd name="adj" fmla="val 16471"/>
            </a:avLst>
          </a:prstGeom>
          <a:solidFill>
            <a:srgbClr val="14161C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77500" y="628650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3900" dirty="0"/>
          </a:p>
        </p:txBody>
      </p:sp>
      <p:sp>
        <p:nvSpPr>
          <p:cNvPr id="19" name="Shape 17"/>
          <p:cNvSpPr/>
          <p:nvPr/>
        </p:nvSpPr>
        <p:spPr>
          <a:xfrm>
            <a:off x="14325600" y="6286500"/>
            <a:ext cx="3048000" cy="1619250"/>
          </a:xfrm>
          <a:prstGeom prst="roundRect">
            <a:avLst>
              <a:gd name="adj" fmla="val 16471"/>
            </a:avLst>
          </a:prstGeom>
          <a:solidFill>
            <a:srgbClr val="14161C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325600" y="628650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39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99fca16-eb3b-40d9-989b-f28bb5c38f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chuyển tiền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khóa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76500" y="3200400"/>
            <a:ext cx="28575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2476500" y="3200400"/>
            <a:ext cx="285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T1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15250" y="3200400"/>
            <a:ext cx="28575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7715250" y="3200400"/>
            <a:ext cx="285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2954000" y="3200400"/>
            <a:ext cx="28575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0" y="3200400"/>
            <a:ext cx="285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T2</a:t>
            </a:r>
            <a:endParaRPr lang="en-US" sz="2700" dirty="0"/>
          </a:p>
        </p:txBody>
      </p:sp>
      <p:sp>
        <p:nvSpPr>
          <p:cNvPr id="11" name="Connector line-1792293445768-39003303"/>
          <p:cNvSpPr/>
          <p:nvPr/>
        </p:nvSpPr>
        <p:spPr>
          <a:xfrm>
            <a:off x="3905250" y="4038600"/>
            <a:ext cx="0" cy="4533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2" name="Connector line-1792293445768-254648912"/>
          <p:cNvSpPr/>
          <p:nvPr/>
        </p:nvSpPr>
        <p:spPr>
          <a:xfrm>
            <a:off x="9144000" y="4038600"/>
            <a:ext cx="0" cy="4533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3" name="Connector line-1792293445768-776933020"/>
          <p:cNvSpPr/>
          <p:nvPr/>
        </p:nvSpPr>
        <p:spPr>
          <a:xfrm>
            <a:off x="14382750" y="4038600"/>
            <a:ext cx="0" cy="4533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4000500" y="4267200"/>
            <a:ext cx="504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T1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250" dirty="0"/>
          </a:p>
        </p:txBody>
      </p:sp>
      <p:sp>
        <p:nvSpPr>
          <p:cNvPr id="15" name="Connector line-1792293445770-985698191"/>
          <p:cNvSpPr/>
          <p:nvPr/>
        </p:nvSpPr>
        <p:spPr>
          <a:xfrm>
            <a:off x="3943350" y="4819650"/>
            <a:ext cx="5124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239250" y="5219700"/>
            <a:ext cx="504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T2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2250" dirty="0"/>
          </a:p>
        </p:txBody>
      </p:sp>
      <p:sp>
        <p:nvSpPr>
          <p:cNvPr id="17" name="Connector line-1792293445772-657937515"/>
          <p:cNvSpPr/>
          <p:nvPr/>
        </p:nvSpPr>
        <p:spPr>
          <a:xfrm flipH="1">
            <a:off x="9220200" y="5772150"/>
            <a:ext cx="5124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000500" y="6172200"/>
            <a:ext cx="504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T1 xin B: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T2</a:t>
            </a:r>
            <a:endParaRPr lang="en-US" sz="2250" dirty="0"/>
          </a:p>
        </p:txBody>
      </p:sp>
      <p:sp>
        <p:nvSpPr>
          <p:cNvPr id="19" name="Connector line-1792293445774-573024678"/>
          <p:cNvSpPr/>
          <p:nvPr/>
        </p:nvSpPr>
        <p:spPr>
          <a:xfrm>
            <a:off x="3943350" y="6724650"/>
            <a:ext cx="51244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239250" y="7124700"/>
            <a:ext cx="504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T2 xin</a:t>
            </a: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A: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T1</a:t>
            </a:r>
            <a:endParaRPr lang="en-US" sz="2250" dirty="0"/>
          </a:p>
        </p:txBody>
      </p:sp>
      <p:sp>
        <p:nvSpPr>
          <p:cNvPr id="21" name="Connector line-1792293445782-493151052"/>
          <p:cNvSpPr/>
          <p:nvPr/>
        </p:nvSpPr>
        <p:spPr>
          <a:xfrm flipH="1">
            <a:off x="9220200" y="7677150"/>
            <a:ext cx="51244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d6c36572-09cf-4802-97f3-61ef8840c1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14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DEADLOCK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khép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2476500" y="3143250"/>
            <a:ext cx="2286000" cy="2286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2476500" y="314325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3525500" y="3143250"/>
            <a:ext cx="2286000" cy="2286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0" y="314325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T2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7239000" y="3238500"/>
            <a:ext cx="38100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0" y="3238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42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7239000" y="6286500"/>
            <a:ext cx="38100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9000" y="6286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42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4200" dirty="0"/>
          </a:p>
        </p:txBody>
      </p:sp>
      <p:sp>
        <p:nvSpPr>
          <p:cNvPr id="12" name="Connector line-1792293446954-649943551"/>
          <p:cNvSpPr/>
          <p:nvPr/>
        </p:nvSpPr>
        <p:spPr>
          <a:xfrm>
            <a:off x="4819650" y="3810000"/>
            <a:ext cx="23431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819650" y="3276600"/>
            <a:ext cx="238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T1</a:t>
            </a: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14" name="Connector line-1792293446956-910031226"/>
          <p:cNvSpPr/>
          <p:nvPr/>
        </p:nvSpPr>
        <p:spPr>
          <a:xfrm>
            <a:off x="11049000" y="3810000"/>
            <a:ext cx="24003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049000" y="3276600"/>
            <a:ext cx="238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T2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16" name="Connector line-1792293446957-69318754"/>
          <p:cNvSpPr/>
          <p:nvPr/>
        </p:nvSpPr>
        <p:spPr>
          <a:xfrm flipH="1">
            <a:off x="11106150" y="5505450"/>
            <a:ext cx="3562350" cy="12192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287500" y="596265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T2</a:t>
            </a: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100" dirty="0"/>
          </a:p>
        </p:txBody>
      </p:sp>
      <p:sp>
        <p:nvSpPr>
          <p:cNvPr id="18" name="Connector line-1792293446959-950753433"/>
          <p:cNvSpPr/>
          <p:nvPr/>
        </p:nvSpPr>
        <p:spPr>
          <a:xfrm flipH="1" flipV="1">
            <a:off x="3600450" y="5505450"/>
            <a:ext cx="3581400" cy="13144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143250" y="619125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T1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8096250"/>
            <a:ext cx="16459200" cy="857250"/>
          </a:xfrm>
          <a:prstGeom prst="roundRect">
            <a:avLst>
              <a:gd name="adj" fmla="val 22222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8096250"/>
            <a:ext cx="15716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 là giao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lần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862a2e4-6ebd-4a57-9131-87a27c8a48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spc="219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 KIỆN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8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</a:t>
            </a:r>
            <a:r>
              <a:rPr lang="en-US" sz="300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deadlock.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3505200"/>
            <a:ext cx="609600" cy="6096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5052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47900" y="32385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Loại</a:t>
            </a: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144000" y="323850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57300" y="4838700"/>
            <a:ext cx="609600" cy="6096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48387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47900" y="45720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45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9144000" y="457200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dirty="0" spc="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905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257300" y="6172200"/>
            <a:ext cx="609600" cy="6096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300" y="61722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247900" y="59055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345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cưỡng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đoạt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9144000" y="590550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3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72390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7300" y="7505700"/>
            <a:ext cx="609600" cy="6096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" y="75057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247900" y="72390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345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34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tròn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9144000" y="723900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Tồn</a:t>
            </a:r>
            <a:r>
              <a:rPr lang="en-US" sz="240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05987531-c243-4b9c-b5a4-af0d79d0e7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 NGỪA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143250"/>
          </a:xfrm>
          <a:prstGeom prst="rect">
            <a:avLst/>
          </a:prstGeom>
          <a:noFill/>
          <a:ln/>
        </p:spPr>
        <p:txBody>
          <a:bodyPr wrap="square" lIns="0" tIns="80010" rIns="0" bIns="-80010" rtlCol="0" anchor="t"/>
          <a:lstStyle/>
          <a:p>
            <a:pPr algn="l" indent="0" marL="0">
              <a:lnSpc>
                <a:spcPts val="11340"/>
              </a:lnSpc>
              <a:buNone/>
            </a:pPr>
            <a:r>
              <a:rPr lang="en-US" sz="10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105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10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10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10500" dirty="0"/>
          </a:p>
          <a:p>
            <a:pPr algn="l" indent="0" marL="0">
              <a:lnSpc>
                <a:spcPts val="11340"/>
              </a:lnSpc>
              <a:buNone/>
            </a:pPr>
            <a:r>
              <a:rPr lang="en-US" sz="10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105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10500" dirty="0" spc="-7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tự.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dụ: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id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61912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19125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Khi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0cec881-f38d-4615-bd40-6109660dec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1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88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1950" spc="22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1950" spc="17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PHỤC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72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72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hủy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19500" cy="2476500"/>
          </a:xfrm>
          <a:prstGeom prst="roundRect">
            <a:avLst>
              <a:gd name="adj" fmla="val 9231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480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47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800" spc="15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spc="151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1800" spc="16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1800" spc="151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1800" spc="15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9243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3000" dirty="0"/>
          </a:p>
        </p:txBody>
      </p:sp>
      <p:sp>
        <p:nvSpPr>
          <p:cNvPr id="7" name="Connector line-1792293492727-852580187"/>
          <p:cNvSpPr/>
          <p:nvPr/>
        </p:nvSpPr>
        <p:spPr>
          <a:xfrm>
            <a:off x="4629150" y="4381500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143250"/>
            <a:ext cx="3619500" cy="2476500"/>
          </a:xfrm>
          <a:prstGeom prst="roundRect">
            <a:avLst>
              <a:gd name="adj" fmla="val 9231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5524500" y="34480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1800" spc="15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spc="15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24500" y="39243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“nạn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nhân”</a:t>
            </a:r>
            <a:endParaRPr lang="en-US" sz="3000" dirty="0"/>
          </a:p>
        </p:txBody>
      </p:sp>
      <p:sp>
        <p:nvSpPr>
          <p:cNvPr id="11" name="Connector line-1792293492730-210269203"/>
          <p:cNvSpPr/>
          <p:nvPr/>
        </p:nvSpPr>
        <p:spPr>
          <a:xfrm>
            <a:off x="8915400" y="4381500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86900" y="3143250"/>
            <a:ext cx="3619500" cy="2476500"/>
          </a:xfrm>
          <a:prstGeom prst="roundRect">
            <a:avLst>
              <a:gd name="adj" fmla="val 9231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9810750" y="34480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1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1800" spc="15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spc="16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10750" y="39243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Hủy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000" dirty="0"/>
          </a:p>
        </p:txBody>
      </p:sp>
      <p:sp>
        <p:nvSpPr>
          <p:cNvPr id="15" name="Connector line-1792293492734-242026021"/>
          <p:cNvSpPr/>
          <p:nvPr/>
        </p:nvSpPr>
        <p:spPr>
          <a:xfrm>
            <a:off x="13201650" y="4381500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73150" y="3143250"/>
            <a:ext cx="3600450" cy="2476500"/>
          </a:xfrm>
          <a:prstGeom prst="roundRect">
            <a:avLst>
              <a:gd name="adj" fmla="val 9231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0" y="34480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1" kern="0" dirty="0">
                <a:solidFill>
                  <a:srgbClr val="CFE8E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</a:t>
            </a:r>
            <a:r>
              <a:rPr lang="en-US" sz="1800" spc="154" kern="0" dirty="0">
                <a:solidFill>
                  <a:srgbClr val="CFE8E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spc="174" kern="0" dirty="0">
                <a:solidFill>
                  <a:srgbClr val="CFE8E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1800" spc="152" kern="0" dirty="0">
                <a:solidFill>
                  <a:srgbClr val="CFE8E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097000" y="39243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lỗi</a:t>
            </a: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14400" y="628650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28650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InnoDB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3ca634f-fac6-4877-95e7-6cbf24026b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3875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52387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8135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4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345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3450" dirty="0" spc="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4953000"/>
            <a:ext cx="4476750" cy="2762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code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tuân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24625" y="2762250"/>
            <a:ext cx="523875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24625" y="2762250"/>
            <a:ext cx="5238750" cy="95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0" name="Text 8"/>
          <p:cNvSpPr/>
          <p:nvPr/>
        </p:nvSpPr>
        <p:spPr>
          <a:xfrm>
            <a:off x="6905625" y="318135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Timeout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3450" dirty="0"/>
          </a:p>
        </p:txBody>
      </p:sp>
      <p:sp>
        <p:nvSpPr>
          <p:cNvPr id="11" name="Text richtext-1792293544213-977333960"/>
          <p:cNvSpPr/>
          <p:nvPr/>
        </p:nvSpPr>
        <p:spPr>
          <a:xfrm>
            <a:off x="6905625" y="4572000"/>
            <a:ext cx="4476750" cy="3143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Giúp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treo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mãi.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Cũng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deadlock</a:t>
            </a: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34850" y="2762250"/>
            <a:ext cx="523875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34850" y="2762250"/>
            <a:ext cx="52387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515850" y="318135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4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hủy</a:t>
            </a:r>
            <a:r>
              <a:rPr lang="en-US" sz="34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4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lại</a:t>
            </a:r>
            <a:r>
              <a:rPr lang="en-US" sz="3450" dirty="0" spc="-4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15850" y="4953000"/>
            <a:ext cx="4476750" cy="2762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 trùng.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8c05a2b-f30a-4abc-80d8-adc7ab70d9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1811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14287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847850"/>
            <a:ext cx="15621000" cy="10287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T1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31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B;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T2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31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B.</a:t>
            </a:r>
            <a:endParaRPr lang="en-US" sz="3150" dirty="0"/>
          </a:p>
          <a:p>
            <a:pPr algn="l" indent="0" marL="0">
              <a:lnSpc>
                <a:spcPts val="3938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deadlock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914400" y="38100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4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T1</a:t>
            </a:r>
            <a:endParaRPr lang="en-US" sz="3740" dirty="0"/>
          </a:p>
        </p:txBody>
      </p:sp>
      <p:sp>
        <p:nvSpPr>
          <p:cNvPr id="7" name="Shape 5"/>
          <p:cNvSpPr/>
          <p:nvPr/>
        </p:nvSpPr>
        <p:spPr>
          <a:xfrm>
            <a:off x="3048000" y="3524250"/>
            <a:ext cx="2476500" cy="952500"/>
          </a:xfrm>
          <a:prstGeom prst="roundRect">
            <a:avLst>
              <a:gd name="adj" fmla="val 180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3048000" y="3524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715000" y="3524250"/>
            <a:ext cx="2476500" cy="952500"/>
          </a:xfrm>
          <a:prstGeom prst="roundRect">
            <a:avLst>
              <a:gd name="adj" fmla="val 18000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3524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382000" y="3524250"/>
            <a:ext cx="2857500" cy="952500"/>
          </a:xfrm>
          <a:prstGeom prst="roundRect">
            <a:avLst>
              <a:gd name="adj" fmla="val 18000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3524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Xong,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 khóa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53340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4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T2</a:t>
            </a:r>
            <a:endParaRPr lang="en-US" sz="3740" dirty="0"/>
          </a:p>
        </p:txBody>
      </p:sp>
      <p:sp>
        <p:nvSpPr>
          <p:cNvPr id="14" name="Shape 12"/>
          <p:cNvSpPr/>
          <p:nvPr/>
        </p:nvSpPr>
        <p:spPr>
          <a:xfrm>
            <a:off x="3048000" y="5048250"/>
            <a:ext cx="5143500" cy="952500"/>
          </a:xfrm>
          <a:prstGeom prst="roundRect">
            <a:avLst>
              <a:gd name="adj" fmla="val 18000"/>
            </a:avLst>
          </a:prstGeom>
          <a:solidFill>
            <a:srgbClr val="F3EEE3"/>
          </a:solidFill>
          <a:ln w="28575">
            <a:solidFill>
              <a:srgbClr val="A8A5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8000" y="504825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Chờ</a:t>
            </a:r>
            <a:r>
              <a:rPr lang="en-US" sz="22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T1</a:t>
            </a:r>
            <a:r>
              <a:rPr lang="en-US" sz="22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nhả</a:t>
            </a:r>
            <a:r>
              <a:rPr lang="en-US" sz="22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250" dirty="0" spc="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0" y="5048250"/>
            <a:ext cx="2476500" cy="952500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5048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4097000" y="5048250"/>
            <a:ext cx="2476500" cy="952500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4097000" y="5048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20" name="Connector line-1792293545182-292986142"/>
          <p:cNvSpPr/>
          <p:nvPr/>
        </p:nvSpPr>
        <p:spPr>
          <a:xfrm>
            <a:off x="3048000" y="6667500"/>
            <a:ext cx="1390650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4287500" y="67818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" y="74295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742950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endParaRPr lang="en-US" sz="6300" dirty="0"/>
          </a:p>
        </p:txBody>
      </p:sp>
      <p:sp>
        <p:nvSpPr>
          <p:cNvPr id="24" name="Text 22"/>
          <p:cNvSpPr/>
          <p:nvPr/>
        </p:nvSpPr>
        <p:spPr>
          <a:xfrm>
            <a:off x="5334000" y="7429500"/>
            <a:ext cx="1171575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kia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xong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tiếp.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chờ.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50218e4-58e9-4000-a0b8-7a04f99c72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0325100" cy="1238250"/>
          </a:xfrm>
          <a:prstGeom prst="roundRect">
            <a:avLst>
              <a:gd name="adj" fmla="val 1384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571750"/>
            <a:ext cx="238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DB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3810000" y="278130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0" y="31623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chức,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000500"/>
            <a:ext cx="10325100" cy="1238250"/>
          </a:xfrm>
          <a:prstGeom prst="roundRect">
            <a:avLst>
              <a:gd name="adj" fmla="val 1384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000500"/>
            <a:ext cx="238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810000" y="42100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10000" y="45910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Ngôn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chuẩn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429250"/>
            <a:ext cx="10325100" cy="1238250"/>
          </a:xfrm>
          <a:prstGeom prst="roundRect">
            <a:avLst>
              <a:gd name="adj" fmla="val 1384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5429250"/>
            <a:ext cx="257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Livelock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810000" y="563880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8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deadlock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10000" y="60198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858000"/>
            <a:ext cx="10325100" cy="1238250"/>
          </a:xfrm>
          <a:prstGeom prst="roundRect">
            <a:avLst>
              <a:gd name="adj" fmla="val 1384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6858000"/>
            <a:ext cx="257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Starvation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10000" y="70675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8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deadlock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10000" y="74485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đói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620500" y="2571750"/>
            <a:ext cx="5753100" cy="3143250"/>
          </a:xfrm>
          <a:prstGeom prst="roundRect">
            <a:avLst>
              <a:gd name="adj" fmla="val 6061"/>
            </a:avLst>
          </a:prstGeom>
          <a:solidFill>
            <a:srgbClr val="F3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11963400" y="2838450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2" name="Text richtext-1792293546048-99698351"/>
          <p:cNvSpPr/>
          <p:nvPr/>
        </p:nvSpPr>
        <p:spPr>
          <a:xfrm>
            <a:off x="11963400" y="3352800"/>
            <a:ext cx="5143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snapshot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2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Coffman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(1971)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OSTEP:</a:t>
            </a:r>
            <a:r>
              <a:rPr lang="en-US" sz="22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kiện, thứ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PostgreSQL,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MySQL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InnoDB: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1620500" y="5905500"/>
            <a:ext cx="5753100" cy="2190750"/>
          </a:xfrm>
          <a:prstGeom prst="roundRect">
            <a:avLst>
              <a:gd name="adj" fmla="val 8696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20500" y="5905500"/>
            <a:ext cx="95250" cy="219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1963400" y="6115050"/>
            <a:ext cx="5143500" cy="1905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" y="8382000"/>
            <a:ext cx="1032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Livelock</a:t>
            </a:r>
            <a:r>
              <a:rPr lang="en-US" sz="19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starvation</a:t>
            </a:r>
            <a:r>
              <a:rPr lang="en-US" sz="19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95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9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286a2ece-1373-4c82-a02c-25abbdfaa9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2026-10-19T00:43:34Z</dcterms:created>
  <dcterms:modified xsi:type="dcterms:W3CDTF">2026-10-19T00:43:34Z</dcterms:modified>
</cp:coreProperties>
</file>