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4287500" cy="2476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snapshot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 thế</a:t>
            </a:r>
            <a:r>
              <a:rPr lang="en-US" sz="75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3238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HEAD</a:t>
            </a:r>
            <a:endParaRPr lang="en-US" sz="2700" dirty="0"/>
          </a:p>
        </p:txBody>
      </p:sp>
      <p:sp>
        <p:nvSpPr>
          <p:cNvPr id="6" name="Connector line-1792391366111-812282352"/>
          <p:cNvSpPr/>
          <p:nvPr/>
        </p:nvSpPr>
        <p:spPr>
          <a:xfrm>
            <a:off x="4343400" y="6572250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200650" y="5905500"/>
            <a:ext cx="38100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Nhánh</a:t>
            </a:r>
            <a:r>
              <a:rPr lang="en-US" sz="24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feature</a:t>
            </a:r>
            <a:endParaRPr lang="en-US" sz="2400" dirty="0"/>
          </a:p>
        </p:txBody>
      </p:sp>
      <p:sp>
        <p:nvSpPr>
          <p:cNvPr id="8" name="Connector line-1792391366115-42696864"/>
          <p:cNvSpPr/>
          <p:nvPr/>
        </p:nvSpPr>
        <p:spPr>
          <a:xfrm>
            <a:off x="9201150" y="6572250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058400" y="5905500"/>
            <a:ext cx="3238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Commit</a:t>
            </a: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</a:t>
            </a:r>
            <a:endParaRPr lang="en-US" sz="2400" dirty="0"/>
          </a:p>
        </p:txBody>
      </p:sp>
      <p:sp>
        <p:nvSpPr>
          <p:cNvPr id="10" name="Connector line-1792391366118-339091261"/>
          <p:cNvSpPr/>
          <p:nvPr/>
        </p:nvSpPr>
        <p:spPr>
          <a:xfrm>
            <a:off x="13487400" y="6572250"/>
            <a:ext cx="666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344650" y="5905500"/>
            <a:ext cx="302895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Tree</a:t>
            </a:r>
            <a:r>
              <a:rPr lang="en-US" sz="2250" dirty="0" spc="-1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blob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16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de405c5-9f2e-4a45-8903-b76d76bfa8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r>
              <a:rPr lang="en-US" sz="69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381250"/>
          </a:xfrm>
          <a:prstGeom prst="rect">
            <a:avLst/>
          </a:prstGeom>
          <a:noFill/>
          <a:ln/>
        </p:spPr>
        <p:txBody>
          <a:bodyPr wrap="square" lIns="0" tIns="32385" rIns="0" bIns="-32385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sz="51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5100" dirty="0" spc="-2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51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51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1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snapshot.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3000" b="1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bdc78130-fb6b-4817-901d-61c2fc3192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4381500" cy="2095500"/>
          </a:xfrm>
          <a:prstGeom prst="roundRect">
            <a:avLst>
              <a:gd name="adj" fmla="val 1272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</a:t>
            </a:r>
            <a:endParaRPr lang="en-US" sz="4800" dirty="0"/>
          </a:p>
        </p:txBody>
      </p:sp>
      <p:sp>
        <p:nvSpPr>
          <p:cNvPr id="4" name="Connector line-1792391368154-832857073"/>
          <p:cNvSpPr/>
          <p:nvPr/>
        </p:nvSpPr>
        <p:spPr>
          <a:xfrm>
            <a:off x="5524500" y="3905250"/>
            <a:ext cx="133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048500" y="2857500"/>
            <a:ext cx="47625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8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3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endParaRPr lang="en-US" sz="3900" dirty="0"/>
          </a:p>
        </p:txBody>
      </p:sp>
      <p:sp>
        <p:nvSpPr>
          <p:cNvPr id="6" name="Connector line-1792391368156-35071758"/>
          <p:cNvSpPr/>
          <p:nvPr/>
        </p:nvSpPr>
        <p:spPr>
          <a:xfrm>
            <a:off x="12039600" y="3905250"/>
            <a:ext cx="1333500" cy="0"/>
          </a:xfrm>
          <a:prstGeom prst="line">
            <a:avLst/>
          </a:prstGeom>
          <a:noFill/>
          <a:ln w="57150">
            <a:solidFill>
              <a:srgbClr val="C9C2B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3563600" y="2857500"/>
            <a:ext cx="38100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38100">
            <a:solidFill>
              <a:srgbClr val="C9C2B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nhánh.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 03/10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023ce48a-2a80-4e4a-8e06-1fc73376c4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Nhánh</a:t>
            </a:r>
            <a:r>
              <a:rPr lang="en-US" sz="6900" dirty="0" spc="-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feature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70707" rIns="0" bIns="-70707" rtlCol="0" anchor="t"/>
          <a:lstStyle/>
          <a:p>
            <a:pPr algn="l" indent="0" marL="0">
              <a:lnSpc>
                <a:spcPts val="8663"/>
              </a:lnSpc>
              <a:buNone/>
            </a:pPr>
            <a:r>
              <a:rPr lang="en-US" sz="825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Trỏ</a:t>
            </a:r>
            <a:r>
              <a:rPr lang="en-US" sz="825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2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r>
              <a:rPr lang="en-US" sz="82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7ecd7708-adf0-4fd0-bf63-888958bbf5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6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Trỏ</a:t>
            </a:r>
            <a:r>
              <a:rPr lang="en-US" sz="3600" dirty="0" spc="-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600" dirty="0" spc="-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tree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372600" y="247650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Parent</a:t>
            </a:r>
            <a:r>
              <a:rPr lang="en-US" sz="36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0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372600" y="504825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33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748ff8f1-f7c3-4ef1-89b8-2ce92140b5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Tree</a:t>
            </a:r>
            <a:r>
              <a:rPr lang="en-US" sz="6900" dirty="0" spc="-7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blob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527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4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Tree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33500" y="42862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86900" y="2476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9527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Blob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0" y="42862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e18fa5f8-f564-4b7f-b4f3-77c72eac0f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6000" y="2476500"/>
            <a:ext cx="112776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nhánh: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detached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r>
              <a:rPr lang="en-US" sz="3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0" y="5048250"/>
            <a:ext cx="112776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hash;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SHA-1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52a1ba6e-c4ee-4fa8-862a-e66187402b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" y="3238500"/>
            <a:ext cx="857250" cy="8572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762250"/>
            <a:ext cx="1428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cùng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blob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523875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5400" y="6000750"/>
            <a:ext cx="857250" cy="8572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007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71750" y="5524500"/>
            <a:ext cx="1428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 giống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78ffdb39-1414-4986-8d83-483a8e0eb9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5143500" cy="3810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857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2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</a:t>
            </a:r>
            <a:r>
              <a:rPr lang="en-US" sz="2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--oneline</a:t>
            </a:r>
            <a:r>
              <a:rPr lang="en-US" sz="2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--graph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95400" y="447675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ancestry.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72250" y="2476500"/>
            <a:ext cx="5143500" cy="3810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6953250" y="2857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24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53250" y="447675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2230100" y="2476500"/>
            <a:ext cx="5143500" cy="3810000"/>
          </a:xfrm>
          <a:prstGeom prst="roundRect">
            <a:avLst>
              <a:gd name="adj" fmla="val 6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1100" y="2857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24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2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thủ</a:t>
            </a:r>
            <a:r>
              <a:rPr lang="en-US" sz="24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611100" y="447675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.git,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23a471c3-fddd-423c-a4ab-acf25d43d6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714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95400" y="3714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04825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28637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6286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372600" y="23812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72600" y="3048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40957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72600" y="51435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references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72600" y="61912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hash-function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865880ea-7506-4364-9993-70814ffae1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2026-10-19T06:29:59Z</dcterms:created>
  <dcterms:modified xsi:type="dcterms:W3CDTF">2026-10-19T06:29:59Z</dcterms:modified>
</cp:coreProperties>
</file>