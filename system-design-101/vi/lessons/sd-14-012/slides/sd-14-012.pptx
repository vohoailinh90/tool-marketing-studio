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44767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69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 thống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69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toàn:</a:t>
            </a:r>
            <a:r>
              <a:rPr lang="en-US" sz="69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mười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hỏi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3000" dirty="0"/>
          </a:p>
        </p:txBody>
      </p:sp>
      <p:sp>
        <p:nvSpPr>
          <p:cNvPr id="5" name="Connector line-1792432345958-187560323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86765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Mười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mảng,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0" y="2762250"/>
            <a:ext cx="3333750" cy="2000250"/>
          </a:xfrm>
          <a:prstGeom prst="roundRect">
            <a:avLst>
              <a:gd name="adj" fmla="val 1523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63250" y="3009900"/>
            <a:ext cx="276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763250" y="3467100"/>
            <a:ext cx="2762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4039850" y="2762250"/>
            <a:ext cx="3333750" cy="2000250"/>
          </a:xfrm>
          <a:prstGeom prst="roundRect">
            <a:avLst>
              <a:gd name="adj" fmla="val 1523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325600" y="3009900"/>
            <a:ext cx="276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325600" y="3467100"/>
            <a:ext cx="2762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0477500" y="5048250"/>
            <a:ext cx="3333750" cy="2000250"/>
          </a:xfrm>
          <a:prstGeom prst="roundRect">
            <a:avLst>
              <a:gd name="adj" fmla="val 1523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63250" y="5295900"/>
            <a:ext cx="276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763250" y="5753100"/>
            <a:ext cx="2762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14039850" y="5048250"/>
            <a:ext cx="3333750" cy="2000250"/>
          </a:xfrm>
          <a:prstGeom prst="roundRect">
            <a:avLst>
              <a:gd name="adj" fmla="val 1523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25600" y="5295900"/>
            <a:ext cx="276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4325600" y="5753100"/>
            <a:ext cx="2762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4fc54905-b6a4-4def-acb8-ab9c8cedd9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0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67000"/>
            <a:ext cx="6667500" cy="447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285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</a:t>
            </a:r>
            <a:endParaRPr lang="en-US" sz="29285" dirty="0"/>
          </a:p>
        </p:txBody>
      </p:sp>
      <p:sp>
        <p:nvSpPr>
          <p:cNvPr id="5" name="Text 3"/>
          <p:cNvSpPr/>
          <p:nvPr/>
        </p:nvSpPr>
        <p:spPr>
          <a:xfrm>
            <a:off x="914400" y="716280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của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001000" y="2762250"/>
            <a:ext cx="9372600" cy="9525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7" name="Shape 5"/>
          <p:cNvSpPr/>
          <p:nvPr/>
        </p:nvSpPr>
        <p:spPr>
          <a:xfrm>
            <a:off x="8362950" y="3028950"/>
            <a:ext cx="419100" cy="4191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9048750" y="2905125"/>
            <a:ext cx="809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001000" y="3905250"/>
            <a:ext cx="9372600" cy="952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</p:sp>
      <p:sp>
        <p:nvSpPr>
          <p:cNvPr id="10" name="Shape 8"/>
          <p:cNvSpPr/>
          <p:nvPr/>
        </p:nvSpPr>
        <p:spPr>
          <a:xfrm>
            <a:off x="8362950" y="4171950"/>
            <a:ext cx="419100" cy="4191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9048750" y="4048125"/>
            <a:ext cx="809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001000" y="5048250"/>
            <a:ext cx="9372600" cy="952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2950" y="5314950"/>
            <a:ext cx="419100" cy="4191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9048750" y="5191125"/>
            <a:ext cx="809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 tầng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8001000" y="6191250"/>
            <a:ext cx="93726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2950" y="6457950"/>
            <a:ext cx="419100" cy="4191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9048750" y="6334125"/>
            <a:ext cx="809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4400" y="771525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5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endParaRPr lang="en-US" sz="2700" dirty="0"/>
          </a:p>
        </p:txBody>
      </p:sp>
      <p:sp>
        <p:nvSpPr>
          <p:cNvPr id="19" name="Connector line-1792432365196-38316734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20e9b1a3-d41b-4b67-8537-0d617a495f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800" b="1" spc="24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b="1" spc="2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69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 quyền</a:t>
            </a:r>
            <a:endParaRPr lang="en-US" sz="6900" dirty="0"/>
          </a:p>
        </p:txBody>
      </p:sp>
      <p:sp>
        <p:nvSpPr>
          <p:cNvPr id="4" name="Connector line-1792432384642-105934091"/>
          <p:cNvSpPr/>
          <p:nvPr/>
        </p:nvSpPr>
        <p:spPr>
          <a:xfrm>
            <a:off x="3810000" y="3429000"/>
            <a:ext cx="0" cy="419100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5" name="Connector line-1792432384643-92342838"/>
          <p:cNvSpPr/>
          <p:nvPr/>
        </p:nvSpPr>
        <p:spPr>
          <a:xfrm>
            <a:off x="9144000" y="3429000"/>
            <a:ext cx="0" cy="419100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6" name="Connector line-1792432384643-362947024"/>
          <p:cNvSpPr/>
          <p:nvPr/>
        </p:nvSpPr>
        <p:spPr>
          <a:xfrm>
            <a:off x="14478000" y="3429000"/>
            <a:ext cx="0" cy="419100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2476500" y="2705100"/>
            <a:ext cx="2667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91500" y="2705100"/>
            <a:ext cx="1905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763500" y="2705100"/>
            <a:ext cx="3429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905250" y="36766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7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250" dirty="0"/>
          </a:p>
        </p:txBody>
      </p:sp>
      <p:sp>
        <p:nvSpPr>
          <p:cNvPr id="11" name="Connector line-1792432384655-810474253"/>
          <p:cNvSpPr/>
          <p:nvPr/>
        </p:nvSpPr>
        <p:spPr>
          <a:xfrm>
            <a:off x="3905250" y="4152900"/>
            <a:ext cx="51435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096000" y="4476750"/>
            <a:ext cx="6096000" cy="609600"/>
          </a:xfrm>
          <a:prstGeom prst="roundRect">
            <a:avLst>
              <a:gd name="adj" fmla="val 40625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thực: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ai?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096000" y="5219700"/>
            <a:ext cx="6096000" cy="609600"/>
          </a:xfrm>
          <a:prstGeom prst="roundRect">
            <a:avLst>
              <a:gd name="adj" fmla="val 40625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quyền: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gì?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3905250" y="60769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từ chối</a:t>
            </a:r>
            <a:endParaRPr lang="en-US" sz="2250" dirty="0"/>
          </a:p>
        </p:txBody>
      </p:sp>
      <p:sp>
        <p:nvSpPr>
          <p:cNvPr id="15" name="Connector line-1792432384668-628389330"/>
          <p:cNvSpPr/>
          <p:nvPr/>
        </p:nvSpPr>
        <p:spPr>
          <a:xfrm flipH="1">
            <a:off x="3905250" y="6553200"/>
            <a:ext cx="5143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239250" y="681990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nhúng,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viện: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là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lối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250" dirty="0"/>
          </a:p>
        </p:txBody>
      </p:sp>
      <p:sp>
        <p:nvSpPr>
          <p:cNvPr id="17" name="Connector line-1792432384671-34706838"/>
          <p:cNvSpPr/>
          <p:nvPr/>
        </p:nvSpPr>
        <p:spPr>
          <a:xfrm flipH="1">
            <a:off x="9239250" y="7296150"/>
            <a:ext cx="51435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14400" y="78295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650" b="1" spc="16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6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19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4400" y="8191500"/>
            <a:ext cx="533400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4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77000" y="8191500"/>
            <a:ext cx="533400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 nhỏ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039600" y="8191500"/>
            <a:ext cx="533400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Thất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400" dirty="0"/>
          </a:p>
        </p:txBody>
      </p:sp>
      <p:sp>
        <p:nvSpPr>
          <p:cNvPr id="22" name="Connector line-1792432384685-64169372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0deef09f-77a3-4491-96b9-183675b3c2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Lúc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yên,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6900" dirty="0" spc="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381500"/>
          </a:xfrm>
          <a:prstGeom prst="roundRect">
            <a:avLst>
              <a:gd name="adj" fmla="val 7826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105150"/>
            <a:ext cx="2476500" cy="762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57300" y="4286250"/>
            <a:ext cx="73342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3900" b="1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39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9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900" b="1" dirty="0" spc="5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9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4381500"/>
          </a:xfrm>
          <a:prstGeom prst="roundRect">
            <a:avLst>
              <a:gd name="adj" fmla="val 7826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3105150"/>
            <a:ext cx="4000500" cy="762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715500" y="4286250"/>
            <a:ext cx="7334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3900" b="1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39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9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9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9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900" b="1" dirty="0" spc="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715500" y="628650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4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vệ: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70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2700" dirty="0"/>
          </a:p>
        </p:txBody>
      </p:sp>
      <p:sp>
        <p:nvSpPr>
          <p:cNvPr id="12" name="Connector line-1792432397675-8496771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c06d403-dce9-4759-b090-548310a72d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1800" b="1" spc="26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Container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257175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0289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650" b="1" spc="18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57300" y="3505200"/>
            <a:ext cx="733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Docker</a:t>
            </a:r>
            <a:endParaRPr lang="en-US" sz="4364" dirty="0"/>
          </a:p>
        </p:txBody>
      </p:sp>
      <p:sp>
        <p:nvSpPr>
          <p:cNvPr id="7" name="Text 5"/>
          <p:cNvSpPr/>
          <p:nvPr/>
        </p:nvSpPr>
        <p:spPr>
          <a:xfrm>
            <a:off x="1257300" y="430530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257175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9715500" y="30289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650" b="1" spc="18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715500" y="3505200"/>
            <a:ext cx="733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Kubernetes</a:t>
            </a:r>
            <a:endParaRPr lang="en-US" sz="4364" dirty="0"/>
          </a:p>
        </p:txBody>
      </p:sp>
      <p:sp>
        <p:nvSpPr>
          <p:cNvPr id="11" name="Text 9"/>
          <p:cNvSpPr/>
          <p:nvPr/>
        </p:nvSpPr>
        <p:spPr>
          <a:xfrm>
            <a:off x="9715500" y="430530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619750"/>
            <a:ext cx="8001000" cy="2571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58864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650" b="1" spc="1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57300" y="6362700"/>
            <a:ext cx="733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4364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4364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4364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endParaRPr lang="en-US" sz="4364" dirty="0"/>
          </a:p>
        </p:txBody>
      </p:sp>
      <p:sp>
        <p:nvSpPr>
          <p:cNvPr id="15" name="Text 13"/>
          <p:cNvSpPr/>
          <p:nvPr/>
        </p:nvSpPr>
        <p:spPr>
          <a:xfrm>
            <a:off x="1257300" y="716280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72600" y="5619750"/>
            <a:ext cx="8001000" cy="2571750"/>
          </a:xfrm>
          <a:prstGeom prst="roundRect">
            <a:avLst>
              <a:gd name="adj" fmla="val 13333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9715500" y="5886450"/>
            <a:ext cx="733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650" b="1" spc="18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715500" y="6362700"/>
            <a:ext cx="733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4364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4364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</a:t>
            </a:r>
            <a:r>
              <a:rPr lang="en-US" sz="4364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4364" dirty="0"/>
          </a:p>
        </p:txBody>
      </p:sp>
      <p:sp>
        <p:nvSpPr>
          <p:cNvPr id="19" name="Text 17"/>
          <p:cNvSpPr/>
          <p:nvPr/>
        </p:nvSpPr>
        <p:spPr>
          <a:xfrm>
            <a:off x="9715500" y="7162800"/>
            <a:ext cx="7334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14400" y="84582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Xét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dirty="0" spc="-3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18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endParaRPr lang="en-US" sz="1800" dirty="0"/>
          </a:p>
        </p:txBody>
      </p:sp>
      <p:sp>
        <p:nvSpPr>
          <p:cNvPr id="21" name="Connector line-1792432413887-88382141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223b02c2-3f1a-468e-823f-ba8bb1a6ab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30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 hổng</a:t>
            </a:r>
            <a:r>
              <a:rPr lang="en-US" sz="69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phục</a:t>
            </a:r>
            <a:endParaRPr lang="en-US" sz="6900" dirty="0"/>
          </a:p>
        </p:txBody>
      </p:sp>
      <p:sp>
        <p:nvSpPr>
          <p:cNvPr id="4" name="Connector line-1792432434626-255238738"/>
          <p:cNvSpPr/>
          <p:nvPr/>
        </p:nvSpPr>
        <p:spPr>
          <a:xfrm>
            <a:off x="914400" y="3429000"/>
            <a:ext cx="164592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686050" y="3257550"/>
            <a:ext cx="342900" cy="3429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" name="Shape 4"/>
          <p:cNvSpPr/>
          <p:nvPr/>
        </p:nvSpPr>
        <p:spPr>
          <a:xfrm>
            <a:off x="6877050" y="3257550"/>
            <a:ext cx="342900" cy="3429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" name="Shape 5"/>
          <p:cNvSpPr/>
          <p:nvPr/>
        </p:nvSpPr>
        <p:spPr>
          <a:xfrm>
            <a:off x="11068050" y="3257550"/>
            <a:ext cx="342900" cy="3429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Shape 6"/>
          <p:cNvSpPr/>
          <p:nvPr/>
        </p:nvSpPr>
        <p:spPr>
          <a:xfrm>
            <a:off x="15259050" y="3257550"/>
            <a:ext cx="342900" cy="3429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000500"/>
            <a:ext cx="3886200" cy="2762250"/>
          </a:xfrm>
          <a:prstGeom prst="roundRect">
            <a:avLst>
              <a:gd name="adj" fmla="val 11034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38250" y="43053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38250" y="4762500"/>
            <a:ext cx="3276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hổng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38250" y="5810250"/>
            <a:ext cx="3276600" cy="762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4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105400" y="4000500"/>
            <a:ext cx="3886200" cy="2762250"/>
          </a:xfrm>
          <a:prstGeom prst="roundRect">
            <a:avLst>
              <a:gd name="adj" fmla="val 11034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5429250" y="43053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429250" y="4762500"/>
            <a:ext cx="3276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429250" y="5810250"/>
            <a:ext cx="3276600" cy="762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296400" y="4000500"/>
            <a:ext cx="3886200" cy="2762250"/>
          </a:xfrm>
          <a:prstGeom prst="roundRect">
            <a:avLst>
              <a:gd name="adj" fmla="val 11034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9620250" y="43053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620250" y="4762500"/>
            <a:ext cx="3276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9620250" y="5810250"/>
            <a:ext cx="3276600" cy="762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1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3487400" y="4000500"/>
            <a:ext cx="3886200" cy="2762250"/>
          </a:xfrm>
          <a:prstGeom prst="roundRect">
            <a:avLst>
              <a:gd name="adj" fmla="val 11034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3811250" y="43053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811250" y="4762500"/>
            <a:ext cx="3276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3811250" y="5810250"/>
            <a:ext cx="3276600" cy="762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thảm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4400" y="714375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khôi phục: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 tên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914400" y="8429625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Xét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dirty="0" spc="-3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endParaRPr lang="en-US" sz="1800" dirty="0"/>
          </a:p>
        </p:txBody>
      </p:sp>
      <p:sp>
        <p:nvSpPr>
          <p:cNvPr id="27" name="Connector line-1792432434656-82415829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2e42b5cb-8e94-4d2e-b38c-725fe5f116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14500"/>
            <a:ext cx="16459200" cy="5334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Đây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84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9072"/>
              </a:lnSpc>
              <a:buNone/>
            </a:pPr>
            <a:r>
              <a:rPr lang="en-US" sz="84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8400" dirty="0" spc="2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84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hỏi</a:t>
            </a:r>
            <a:pPr algn="l" indent="0" marL="0">
              <a:lnSpc>
                <a:spcPts val="9072"/>
              </a:lnSpc>
              <a:buNone/>
            </a:pPr>
            <a:r>
              <a:rPr lang="en-US" sz="8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8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84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8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84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84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84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9072"/>
              </a:lnSpc>
              <a:buNone/>
            </a:pPr>
            <a:r>
              <a:rPr lang="en-US" sz="84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</a:t>
            </a:r>
            <a:r>
              <a:rPr lang="en-US" sz="8400" dirty="0" spc="-3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pPr algn="l" indent="0" marL="0">
              <a:lnSpc>
                <a:spcPts val="9072"/>
              </a:lnSpc>
              <a:buNone/>
            </a:pPr>
            <a:r>
              <a:rPr lang="en-US" sz="84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7429500"/>
            <a:ext cx="8001000" cy="1143000"/>
          </a:xfrm>
          <a:prstGeom prst="roundRect">
            <a:avLst>
              <a:gd name="adj" fmla="val 26667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24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mảng:</a:t>
            </a: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372600" y="7429500"/>
            <a:ext cx="8001000" cy="1143000"/>
          </a:xfrm>
          <a:prstGeom prst="roundRect">
            <a:avLst>
              <a:gd name="adj" fmla="val 26667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2400" dirty="0"/>
          </a:p>
        </p:txBody>
      </p:sp>
      <p:sp>
        <p:nvSpPr>
          <p:cNvPr id="6" name="Connector line-1792432446850-83321925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427cf1e8-b214-490f-8444-bbc9656f62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Đội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nhập: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thiếu</a:t>
            </a:r>
            <a:r>
              <a:rPr lang="en-US" sz="69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4953000" cy="4095750"/>
          </a:xfrm>
          <a:prstGeom prst="roundRect">
            <a:avLst>
              <a:gd name="adj" fmla="val 744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067050"/>
            <a:ext cx="428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650" dirty="0"/>
          </a:p>
        </p:txBody>
      </p:sp>
      <p:sp>
        <p:nvSpPr>
          <p:cNvPr id="6" name="Text richtext-1792432465923-702303873"/>
          <p:cNvSpPr/>
          <p:nvPr/>
        </p:nvSpPr>
        <p:spPr>
          <a:xfrm>
            <a:off x="1257300" y="3619500"/>
            <a:ext cx="4286250" cy="3048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7" name="Connector line-1792432465944-370997141"/>
          <p:cNvSpPr/>
          <p:nvPr/>
        </p:nvSpPr>
        <p:spPr>
          <a:xfrm>
            <a:off x="5962650" y="4810125"/>
            <a:ext cx="6096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67500" y="2762250"/>
            <a:ext cx="4953000" cy="4095750"/>
          </a:xfrm>
          <a:prstGeom prst="roundRect">
            <a:avLst>
              <a:gd name="adj" fmla="val 744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10400" y="3067050"/>
            <a:ext cx="428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650" dirty="0"/>
          </a:p>
        </p:txBody>
      </p:sp>
      <p:sp>
        <p:nvSpPr>
          <p:cNvPr id="10" name="Text richtext-1792432465946-36124549"/>
          <p:cNvSpPr/>
          <p:nvPr/>
        </p:nvSpPr>
        <p:spPr>
          <a:xfrm>
            <a:off x="7010400" y="3619500"/>
            <a:ext cx="4286250" cy="3048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phân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550" dirty="0"/>
          </a:p>
        </p:txBody>
      </p:sp>
      <p:sp>
        <p:nvSpPr>
          <p:cNvPr id="11" name="Connector line-1792432465951-554587655"/>
          <p:cNvSpPr/>
          <p:nvPr/>
        </p:nvSpPr>
        <p:spPr>
          <a:xfrm>
            <a:off x="11715750" y="4810125"/>
            <a:ext cx="6096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420600" y="2762250"/>
            <a:ext cx="4953000" cy="4095750"/>
          </a:xfrm>
          <a:prstGeom prst="roundRect">
            <a:avLst>
              <a:gd name="adj" fmla="val 744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763500" y="3067050"/>
            <a:ext cx="428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 THIẾU</a:t>
            </a:r>
            <a:endParaRPr lang="en-US" sz="1650" dirty="0"/>
          </a:p>
        </p:txBody>
      </p:sp>
      <p:sp>
        <p:nvSpPr>
          <p:cNvPr id="14" name="Text richtext-1792432465954-969964665"/>
          <p:cNvSpPr/>
          <p:nvPr/>
        </p:nvSpPr>
        <p:spPr>
          <a:xfrm>
            <a:off x="12763500" y="3619500"/>
            <a:ext cx="4286250" cy="3048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 hổng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 phó khẩn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723900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524875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 không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18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điểm: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17" name="Connector line-1792432465966-97363894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201a7df8-f53e-4dce-b45e-02d4663670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Mảng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6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6254496"/>
                <a:gridCol w="10204704"/>
              </a:tblGrid>
              <a:tr h="666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Mảng</a:t>
                      </a:r>
                      <a:endParaRPr lang="en-US" sz="1200" dirty="0"/>
                    </a:p>
                  </a:txBody>
                  <a:tcPr marL="266700" marR="266700" marT="161925" marB="1619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Tài</a:t>
                      </a:r>
                      <a:r>
                        <a:rPr lang="en-US" sz="22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250" b="1" dirty="0" spc="-4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OWASP</a:t>
                      </a:r>
                      <a:r>
                        <a:rPr lang="en-US" sz="2250" b="1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250" b="1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endParaRPr lang="en-US" sz="1200" dirty="0"/>
                    </a:p>
                  </a:txBody>
                  <a:tcPr marL="266700" marR="266700" marT="161925" marB="1619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Xác</a:t>
                      </a:r>
                      <a:r>
                        <a:rPr lang="en-US" sz="2250" b="1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thực,</a:t>
                      </a:r>
                      <a:r>
                        <a:rPr lang="en-US" sz="225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phân</a:t>
                      </a:r>
                      <a:r>
                        <a:rPr lang="en-US" sz="2250" b="1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quyền</a:t>
                      </a:r>
                      <a:endParaRPr lang="en-US" sz="1200" dirty="0"/>
                    </a:p>
                  </a:txBody>
                  <a:tcPr marL="266700" marR="266700" marT="247650" marB="247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Authentication;</a:t>
                      </a:r>
                      <a:r>
                        <a:rPr lang="en-US" sz="22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Authorization</a:t>
                      </a:r>
                      <a:endParaRPr lang="en-US" sz="1200" dirty="0"/>
                    </a:p>
                  </a:txBody>
                  <a:tcPr marL="266700" marR="266700" marT="247650" marB="247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Mã</a:t>
                      </a:r>
                      <a:r>
                        <a:rPr lang="en-US" sz="225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hóa,</a:t>
                      </a:r>
                      <a:r>
                        <a:rPr lang="en-US" sz="2250" b="1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bảo</a:t>
                      </a:r>
                      <a:r>
                        <a:rPr lang="en-US" sz="225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mật</a:t>
                      </a:r>
                      <a:r>
                        <a:rPr lang="en-US" sz="225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mạng</a:t>
                      </a:r>
                      <a:endParaRPr lang="en-US" sz="1200" dirty="0"/>
                    </a:p>
                  </a:txBody>
                  <a:tcPr marL="266700" marR="266700" marT="247650" marB="247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Cryptographic</a:t>
                      </a:r>
                      <a:r>
                        <a:rPr lang="en-US" sz="2250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Storage;</a:t>
                      </a:r>
                      <a:r>
                        <a:rPr lang="en-US" sz="2250" dirty="0" spc="-2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Transport</a:t>
                      </a:r>
                      <a:r>
                        <a:rPr lang="en-US" sz="2250" dirty="0" spc="-3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Layer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Security</a:t>
                      </a:r>
                      <a:endParaRPr lang="en-US" sz="1200" dirty="0"/>
                    </a:p>
                  </a:txBody>
                  <a:tcPr marL="266700" marR="266700" marT="247650" marB="247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API,</a:t>
                      </a:r>
                      <a:r>
                        <a:rPr lang="en-US" sz="225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container</a:t>
                      </a:r>
                      <a:endParaRPr lang="en-US" sz="1200" dirty="0"/>
                    </a:p>
                  </a:txBody>
                  <a:tcPr marL="266700" marR="266700" marT="247650" marB="247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REST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Security;</a:t>
                      </a:r>
                      <a:r>
                        <a:rPr lang="en-US" sz="22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Docker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Security;</a:t>
                      </a:r>
                      <a:r>
                        <a:rPr lang="en-US" sz="22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Kubernetes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Security</a:t>
                      </a:r>
                      <a:endParaRPr lang="en-US" sz="1200" dirty="0"/>
                    </a:p>
                  </a:txBody>
                  <a:tcPr marL="266700" marR="266700" marT="247650" marB="247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3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Lỗ</a:t>
                      </a:r>
                      <a:r>
                        <a:rPr lang="en-US" sz="225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hổng, nhật</a:t>
                      </a:r>
                      <a:r>
                        <a:rPr lang="en-US" sz="225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ký</a:t>
                      </a:r>
                      <a:endParaRPr lang="en-US" sz="1200" dirty="0"/>
                    </a:p>
                  </a:txBody>
                  <a:tcPr marL="266700" marR="266700" marT="247650" marB="247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Vulnerable</a:t>
                      </a:r>
                      <a:r>
                        <a:rPr lang="en-US" sz="22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Dependency</a:t>
                      </a:r>
                      <a:r>
                        <a:rPr lang="en-US" sz="22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Management;</a:t>
                      </a:r>
                      <a:r>
                        <a:rPr lang="en-US" sz="22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Logging</a:t>
                      </a:r>
                      <a:endParaRPr lang="en-US" sz="1200" dirty="0"/>
                    </a:p>
                  </a:txBody>
                  <a:tcPr marL="266700" marR="266700" marT="247650" marB="247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Bên</a:t>
                      </a:r>
                      <a:r>
                        <a:rPr lang="en-US" sz="225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</a:t>
                      </a:r>
                      <a:r>
                        <a:rPr lang="en-US" sz="225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ba</a:t>
                      </a:r>
                      <a:endParaRPr lang="en-US" sz="1200" dirty="0"/>
                    </a:p>
                  </a:txBody>
                  <a:tcPr marL="266700" marR="266700" marT="247650" marB="247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Software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Supply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Chain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Security;</a:t>
                      </a:r>
                      <a:r>
                        <a:rPr lang="en-US" sz="225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Third</a:t>
                      </a:r>
                      <a:r>
                        <a:rPr lang="en-US" sz="225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Party</a:t>
                      </a:r>
                      <a:r>
                        <a:rPr lang="en-US" sz="225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JavaScript</a:t>
                      </a:r>
                      <a:r>
                        <a:rPr lang="en-US" sz="22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Management</a:t>
                      </a:r>
                      <a:endParaRPr lang="en-US" sz="1200" dirty="0"/>
                    </a:p>
                  </a:txBody>
                  <a:tcPr marL="266700" marR="266700" marT="247650" marB="2476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905750"/>
            <a:ext cx="16459200" cy="914400"/>
          </a:xfrm>
          <a:prstGeom prst="roundRect">
            <a:avLst>
              <a:gd name="adj" fmla="val 375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137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2550" dirty="0"/>
          </a:p>
        </p:txBody>
      </p:sp>
      <p:sp>
        <p:nvSpPr>
          <p:cNvPr id="6" name="Connector line-1792432480523-45584952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bc4bef7f-6704-478b-a937-ebc0fa9d5c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1435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8194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6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295650"/>
            <a:ext cx="4686300" cy="5905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3733800"/>
            <a:ext cx="4686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762500"/>
            <a:ext cx="51435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9149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43000" y="5391150"/>
            <a:ext cx="4686300" cy="5905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43000" y="5829300"/>
            <a:ext cx="4686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210300" y="2667000"/>
            <a:ext cx="51435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38900" y="28194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438900" y="3295650"/>
            <a:ext cx="4686300" cy="5905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6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38900" y="3733800"/>
            <a:ext cx="4686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210300" y="4762500"/>
            <a:ext cx="51435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38900" y="49149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REST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438900" y="5391150"/>
            <a:ext cx="4686300" cy="59055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REpresentational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38900" y="5829300"/>
            <a:ext cx="4686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100" dirty="0"/>
          </a:p>
        </p:txBody>
      </p:sp>
      <p:sp>
        <p:nvSpPr>
          <p:cNvPr id="20" name="Connector line-1792432510565-818832779"/>
          <p:cNvSpPr/>
          <p:nvPr/>
        </p:nvSpPr>
        <p:spPr>
          <a:xfrm>
            <a:off x="11772900" y="2667000"/>
            <a:ext cx="0" cy="590550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2096750" y="2705100"/>
            <a:ext cx="5276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2" name="Text richtext-1792432510568-205154009"/>
          <p:cNvSpPr/>
          <p:nvPr/>
        </p:nvSpPr>
        <p:spPr>
          <a:xfrm>
            <a:off x="12096750" y="3276600"/>
            <a:ext cx="5276850" cy="1333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096750" y="4476750"/>
            <a:ext cx="5276850" cy="4191000"/>
          </a:xfrm>
          <a:prstGeom prst="rect">
            <a:avLst/>
          </a:prstGeom>
          <a:noFill/>
          <a:ln/>
        </p:spPr>
        <p:txBody>
          <a:bodyPr wrap="square" lIns="0" tIns="3667" rIns="0" bIns="-3667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đọc: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Product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Design,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Authentication,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Authorization,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Cryptographic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Storage,</a:t>
            </a:r>
            <a:r>
              <a:rPr lang="en-US" sz="16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Transport</a:t>
            </a:r>
            <a:r>
              <a:rPr lang="en-US" sz="16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Security,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Security,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Security,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Kubernetes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Security,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Vulnerable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Dependency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Management,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Logging,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Software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Supply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Chain Security,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Third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Party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Management.</a:t>
            </a:r>
            <a:endParaRPr lang="en-US" sz="1650" dirty="0"/>
          </a:p>
        </p:txBody>
      </p:sp>
      <p:sp>
        <p:nvSpPr>
          <p:cNvPr id="24" name="Connector line-1792432510584-46993673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3496ba89-ec99-4349-8410-20576c66ac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2026-10-19T18:10:46Z</dcterms:created>
  <dcterms:modified xsi:type="dcterms:W3CDTF">2026-10-19T18:10:46Z</dcterms:modified>
</cp:coreProperties>
</file>