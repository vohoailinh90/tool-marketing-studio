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667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Deployment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 thế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image: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controller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 image, hai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tham số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chỉnh</a:t>
            </a:r>
            <a:r>
              <a:rPr lang="en-US" sz="25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Điều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kiện</a:t>
            </a:r>
            <a:r>
              <a:rPr lang="en-US" sz="2550" dirty="0" spc="2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r>
              <a:rPr lang="en-US" sz="25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Kẹt</a:t>
            </a:r>
            <a:r>
              <a:rPr lang="en-US" sz="255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thì</a:t>
            </a:r>
            <a:r>
              <a:rPr lang="en-US" sz="25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báo,</a:t>
            </a:r>
            <a:r>
              <a:rPr lang="en-US" sz="255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5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550" dirty="0" spc="2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Ngoài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r>
              <a:rPr lang="en-US" sz="25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mặc</a:t>
            </a:r>
            <a:r>
              <a:rPr lang="en-US" sz="2550" dirty="0" spc="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f3f1250-22d8-4e5a-9f97-d99abd0d99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nhật:</a:t>
            </a: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trôi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chảy,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8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kẹt.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thẻ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đầu: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nhịp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RollingUpdate,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7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Thẻ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cuối:</a:t>
            </a:r>
            <a:r>
              <a:rPr lang="en-US" sz="27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3797154-9025-4182-9b9f-4826e98a25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30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ReplicaSet</a:t>
            </a:r>
            <a:r>
              <a:rPr lang="en-US" sz="30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mới,</a:t>
            </a: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thu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50482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3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maxSurge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2954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maxUnavailable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7536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bc74fc5-f3b0-4ab9-816f-1349adcdf9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r>
              <a:rPr lang="en-US" sz="33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191125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Sẵn</a:t>
            </a:r>
            <a:r>
              <a:rPr lang="en-US" sz="27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r>
              <a:rPr lang="en-US" sz="270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(readiness</a:t>
            </a:r>
            <a:r>
              <a:rPr lang="en-US" sz="270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probe)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46785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minReadySeconds:</a:t>
            </a:r>
            <a:r>
              <a:rPr lang="en-US" sz="25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</a:t>
            </a:r>
            <a:r>
              <a:rPr lang="en-US" sz="25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thêm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giây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744575" y="3429000"/>
            <a:ext cx="3629025" cy="2286000"/>
          </a:xfrm>
          <a:prstGeom prst="roundRect">
            <a:avLst>
              <a:gd name="adj" fmla="val 11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</a:t>
            </a:r>
            <a:r>
              <a:rPr lang="en-US" sz="33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3300" dirty="0"/>
          </a:p>
        </p:txBody>
      </p:sp>
      <p:sp>
        <p:nvSpPr>
          <p:cNvPr id="8" name="Connector line-1792371083556-62746134"/>
          <p:cNvSpPr/>
          <p:nvPr/>
        </p:nvSpPr>
        <p:spPr>
          <a:xfrm>
            <a:off x="462915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1083557-769797493"/>
          <p:cNvSpPr/>
          <p:nvPr/>
        </p:nvSpPr>
        <p:spPr>
          <a:xfrm>
            <a:off x="8905875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71083557-22719500"/>
          <p:cNvSpPr/>
          <p:nvPr/>
        </p:nvSpPr>
        <p:spPr>
          <a:xfrm>
            <a:off x="1318260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6572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Pod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sẵn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30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3bc9707-9e4e-4308-be5b-95e92e36a2e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spc="2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Kẹt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335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Quá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30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r>
              <a:rPr lang="en-US" sz="33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Progressing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33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ProgressDeadlineExceeded.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Muốn</a:t>
            </a:r>
            <a:r>
              <a:rPr lang="en-US" sz="3000" dirty="0" spc="2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quay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7917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kubectl</a:t>
            </a:r>
            <a:r>
              <a:rPr lang="en-US" sz="33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pause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undo.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5561898-ab82-448e-bef3-747e893301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1950" b="1" spc="2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3300" dirty="0" spc="-2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33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33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mesh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5429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2A2E3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619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95400" y="6381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1811000" y="3143250"/>
            <a:ext cx="55626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92000" y="3429000"/>
            <a:ext cx="4800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192000" y="4381500"/>
            <a:ext cx="480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Dừng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9eab89a-cd2a-4977-8a0c-58a3ad8fe2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vụ: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probe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Probe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1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Pod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sớm.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8621710c-17de-49c7-9f0a-1f72ddeea9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maxSurge: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1,</a:t>
            </a: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maxUnavailable: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2190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Controller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nhắm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tối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2857500"/>
            <a:ext cx="533400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867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867" dirty="0"/>
          </a:p>
        </p:txBody>
      </p:sp>
      <p:sp>
        <p:nvSpPr>
          <p:cNvPr id="6" name="Text 4"/>
          <p:cNvSpPr/>
          <p:nvPr/>
        </p:nvSpPr>
        <p:spPr>
          <a:xfrm>
            <a:off x="6667500" y="3810000"/>
            <a:ext cx="10706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r>
              <a:rPr lang="en-US" sz="39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tối</a:t>
            </a:r>
            <a:r>
              <a:rPr lang="en-US" sz="39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</a:t>
            </a:r>
            <a:r>
              <a:rPr lang="en-US" sz="3900" dirty="0" spc="-1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đang</a:t>
            </a:r>
            <a:r>
              <a:rPr lang="en-US" sz="390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tắt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6667500" y="4762500"/>
            <a:ext cx="1070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667500" y="5715000"/>
            <a:ext cx="107061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maxUnavailable:</a:t>
            </a:r>
            <a:r>
              <a:rPr lang="en-US" sz="30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</a:t>
            </a:r>
            <a:r>
              <a:rPr lang="en-US" sz="30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3000" dirty="0" spc="1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30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cố.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284008e-592a-436f-a22a-9b8782dd9a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6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6957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7244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7531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67818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7810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67000"/>
            <a:ext cx="133350" cy="9144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957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7244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7531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7818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78105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26670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Mặc</a:t>
            </a:r>
            <a:r>
              <a:rPr lang="en-US" sz="2250" dirty="0" spc="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858000" y="26670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RollingUpdate;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maxSurge,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maxUnavailable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25%.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3500" y="36957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6858000" y="36957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sàng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3500" y="47244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58000" y="47244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lui.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333500" y="57531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Quay</a:t>
            </a:r>
            <a:r>
              <a:rPr lang="en-US" sz="22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858000" y="57531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kubectl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undo;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history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333500" y="67818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858000" y="67818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33500" y="78105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250" dirty="0" spc="-1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2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2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6858000" y="78105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8" name="Text 3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1172fb2-3016-49d7-808b-24f1d6c16e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mặc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Recreate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Deployment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Argo</a:t>
            </a: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Flagger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35ca81d-6e5e-442f-8773-0cbbffa2cb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2026-10-19T12:43:15Z</dcterms:created>
  <dcterms:modified xsi:type="dcterms:W3CDTF">2026-10-19T12:43:15Z</dcterms:modified>
</cp:coreProperties>
</file>