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3429000"/>
          </a:xfrm>
          <a:prstGeom prst="rect">
            <a:avLst/>
          </a:prstGeom>
          <a:noFill/>
          <a:ln/>
        </p:spPr>
        <p:txBody>
          <a:bodyPr wrap="square" lIns="0" tIns="46612" rIns="0" bIns="-46612" rtlCol="0" anchor="t"/>
          <a:lstStyle/>
          <a:p>
            <a:pPr algn="l" indent="0" marL="0">
              <a:lnSpc>
                <a:spcPts val="5982"/>
              </a:lnSpc>
              <a:buNone/>
            </a:pPr>
            <a:r>
              <a:rPr lang="en-US" sz="5644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Docker</a:t>
            </a:r>
            <a:r>
              <a:rPr lang="en-US" sz="5644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5644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5644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</a:t>
            </a:r>
            <a:r>
              <a:rPr lang="en-US" sz="5644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kèm</a:t>
            </a:r>
            <a:r>
              <a:rPr lang="en-US" sz="5644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5644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5644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5644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liệu:</a:t>
            </a:r>
            <a:r>
              <a:rPr lang="en-US" sz="5644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5644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5644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5644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</a:t>
            </a:r>
            <a:endParaRPr lang="en-US" sz="5644" dirty="0"/>
          </a:p>
        </p:txBody>
      </p:sp>
      <p:sp>
        <p:nvSpPr>
          <p:cNvPr id="4" name="Text 2"/>
          <p:cNvSpPr/>
          <p:nvPr/>
        </p:nvSpPr>
        <p:spPr>
          <a:xfrm>
            <a:off x="914400" y="55245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web,</a:t>
            </a:r>
            <a:r>
              <a:rPr lang="en-US" sz="30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906000" y="1714500"/>
            <a:ext cx="74676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2A2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8900" y="2047875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496" dirty="0"/>
          </a:p>
        </p:txBody>
      </p:sp>
      <p:sp>
        <p:nvSpPr>
          <p:cNvPr id="8" name="Text 6"/>
          <p:cNvSpPr/>
          <p:nvPr/>
        </p:nvSpPr>
        <p:spPr>
          <a:xfrm>
            <a:off x="11334750" y="2190750"/>
            <a:ext cx="5810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container,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906000" y="3429000"/>
            <a:ext cx="74676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2A2E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8900" y="3762375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496" dirty="0"/>
          </a:p>
        </p:txBody>
      </p:sp>
      <p:sp>
        <p:nvSpPr>
          <p:cNvPr id="11" name="Text 9"/>
          <p:cNvSpPr/>
          <p:nvPr/>
        </p:nvSpPr>
        <p:spPr>
          <a:xfrm>
            <a:off x="11334750" y="3905250"/>
            <a:ext cx="5810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database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906000" y="5143500"/>
            <a:ext cx="74676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2A2E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8900" y="5476875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496" dirty="0"/>
          </a:p>
        </p:txBody>
      </p:sp>
      <p:sp>
        <p:nvSpPr>
          <p:cNvPr id="14" name="Text 12"/>
          <p:cNvSpPr/>
          <p:nvPr/>
        </p:nvSpPr>
        <p:spPr>
          <a:xfrm>
            <a:off x="11334750" y="5619750"/>
            <a:ext cx="5810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9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906000" y="6858000"/>
            <a:ext cx="74676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2A2E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48900" y="7191375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496" dirty="0"/>
          </a:p>
        </p:txBody>
      </p:sp>
      <p:sp>
        <p:nvSpPr>
          <p:cNvPr id="17" name="Text 15"/>
          <p:cNvSpPr/>
          <p:nvPr/>
        </p:nvSpPr>
        <p:spPr>
          <a:xfrm>
            <a:off x="11334750" y="7334250"/>
            <a:ext cx="5810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6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306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chết, không</a:t>
            </a:r>
            <a:r>
              <a:rPr lang="en-US" sz="2306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306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306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306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cd14e186-d5ae-4758-b28d-449cf17d88b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2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6667500" cy="6096000"/>
          </a:xfrm>
          <a:prstGeom prst="rect">
            <a:avLst/>
          </a:prstGeom>
          <a:noFill/>
          <a:ln/>
        </p:spPr>
        <p:txBody>
          <a:bodyPr wrap="square" lIns="0" tIns="426720" rIns="0" bIns="-426720" rtlCol="0" anchor="t"/>
          <a:lstStyle/>
          <a:p>
            <a:pPr algn="l" indent="0" marL="0">
              <a:lnSpc>
                <a:spcPts val="42000"/>
              </a:lnSpc>
              <a:buNone/>
            </a:pPr>
            <a:r>
              <a:rPr lang="en-US" sz="42000" dirty="0" spc="-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2000" dirty="0"/>
          </a:p>
        </p:txBody>
      </p:sp>
      <p:sp>
        <p:nvSpPr>
          <p:cNvPr id="4" name="Text 2"/>
          <p:cNvSpPr/>
          <p:nvPr/>
        </p:nvSpPr>
        <p:spPr>
          <a:xfrm>
            <a:off x="7810500" y="2476500"/>
            <a:ext cx="9563100" cy="1905000"/>
          </a:xfrm>
          <a:prstGeom prst="rect">
            <a:avLst/>
          </a:prstGeom>
          <a:noFill/>
          <a:ln/>
        </p:spPr>
        <p:txBody>
          <a:bodyPr wrap="square" lIns="0" tIns="34290" rIns="0" bIns="-34290" rtlCol="0" anchor="t"/>
          <a:lstStyle/>
          <a:p>
            <a:pPr algn="l" indent="0" marL="0">
              <a:lnSpc>
                <a:spcPts val="5940"/>
              </a:lnSpc>
              <a:buNone/>
            </a:pP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chỗ</a:t>
            </a:r>
            <a:r>
              <a:rPr lang="en-US" sz="54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54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54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vấp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 chạy</a:t>
            </a:r>
            <a:r>
              <a:rPr lang="en-US" sz="54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Docker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7810500" y="4953000"/>
            <a:ext cx="95631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5391150"/>
            <a:ext cx="876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khái niệm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7810500" y="6667500"/>
            <a:ext cx="9563100" cy="1428750"/>
          </a:xfrm>
          <a:prstGeom prst="roundRect">
            <a:avLst>
              <a:gd name="adj" fmla="val 18667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0" y="7105650"/>
            <a:ext cx="876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d45651e5-0adb-4bee-ac42-f2f9c6254ab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 1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1950" b="1" spc="28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CONTAINER,</a:t>
            </a:r>
            <a:r>
              <a:rPr lang="en-US" sz="1950" b="1" spc="2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Đặt</a:t>
            </a:r>
            <a:r>
              <a:rPr lang="en-US" sz="51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51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51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51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volume,</a:t>
            </a:r>
            <a:r>
              <a:rPr lang="en-US" sz="51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51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51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51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endParaRPr lang="en-US" sz="51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1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914400" y="3048000"/>
            <a:ext cx="5029200" cy="1714500"/>
          </a:xfrm>
          <a:prstGeom prst="roundRect">
            <a:avLst>
              <a:gd name="adj" fmla="val 15556"/>
            </a:avLst>
          </a:prstGeom>
          <a:solidFill>
            <a:srgbClr val="E8E0CF"/>
          </a:solidFill>
          <a:ln w="28575">
            <a:solidFill>
              <a:srgbClr val="E8E0C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333375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endParaRPr lang="en-US" sz="2550" dirty="0"/>
          </a:p>
        </p:txBody>
      </p:sp>
      <p:sp>
        <p:nvSpPr>
          <p:cNvPr id="7" name="Connector line-1792371125666-368663227"/>
          <p:cNvSpPr/>
          <p:nvPr/>
        </p:nvSpPr>
        <p:spPr>
          <a:xfrm>
            <a:off x="6038850" y="3905250"/>
            <a:ext cx="49530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29400" y="3048000"/>
            <a:ext cx="50292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72300" y="333375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endParaRPr lang="en-US" sz="2550" dirty="0"/>
          </a:p>
        </p:txBody>
      </p:sp>
      <p:sp>
        <p:nvSpPr>
          <p:cNvPr id="10" name="Connector line-1792371125669-194585063"/>
          <p:cNvSpPr/>
          <p:nvPr/>
        </p:nvSpPr>
        <p:spPr>
          <a:xfrm>
            <a:off x="11753850" y="3905250"/>
            <a:ext cx="49530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2344400" y="3048000"/>
            <a:ext cx="5029200" cy="1714500"/>
          </a:xfrm>
          <a:prstGeom prst="roundRect">
            <a:avLst>
              <a:gd name="adj" fmla="val 15556"/>
            </a:avLst>
          </a:prstGeom>
          <a:solidFill>
            <a:srgbClr val="E8E0CF"/>
          </a:solidFill>
          <a:ln w="28575">
            <a:solidFill>
              <a:srgbClr val="E8E0C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687300" y="333375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mất,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" y="523875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914400" y="5715000"/>
            <a:ext cx="5029200" cy="1714500"/>
          </a:xfrm>
          <a:prstGeom prst="roundRect">
            <a:avLst>
              <a:gd name="adj" fmla="val 15556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57300" y="600075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volume</a:t>
            </a:r>
            <a:endParaRPr lang="en-US" sz="2550" dirty="0"/>
          </a:p>
        </p:txBody>
      </p:sp>
      <p:sp>
        <p:nvSpPr>
          <p:cNvPr id="16" name="Connector line-1792371125677-209480015"/>
          <p:cNvSpPr/>
          <p:nvPr/>
        </p:nvSpPr>
        <p:spPr>
          <a:xfrm>
            <a:off x="6038850" y="6572250"/>
            <a:ext cx="4953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629400" y="5715000"/>
            <a:ext cx="50292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72300" y="600075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endParaRPr lang="en-US" sz="2550" dirty="0"/>
          </a:p>
        </p:txBody>
      </p:sp>
      <p:sp>
        <p:nvSpPr>
          <p:cNvPr id="19" name="Connector line-1792371125680-108127379"/>
          <p:cNvSpPr/>
          <p:nvPr/>
        </p:nvSpPr>
        <p:spPr>
          <a:xfrm>
            <a:off x="11753850" y="6572250"/>
            <a:ext cx="4953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2344400" y="5715000"/>
            <a:ext cx="5029200" cy="1714500"/>
          </a:xfrm>
          <a:prstGeom prst="roundRect">
            <a:avLst>
              <a:gd name="adj" fmla="val 15556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687300" y="600075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Volume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còn,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914400" y="79057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Image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đọc;</a:t>
            </a:r>
            <a:r>
              <a:rPr lang="en-US" sz="22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7688f242-6c43-45bb-aa0c-ca40c6feaea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 ĐƯỢC</a:t>
            </a:r>
            <a:r>
              <a:rPr lang="en-US" sz="1950" b="1" spc="24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DATABASE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Chung</a:t>
            </a:r>
            <a:r>
              <a:rPr lang="en-US" sz="5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network,</a:t>
            </a:r>
            <a:r>
              <a:rPr lang="en-US" sz="51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5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51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5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5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5715000" y="2857500"/>
            <a:ext cx="11658600" cy="5524500"/>
          </a:xfrm>
          <a:prstGeom prst="roundRect">
            <a:avLst>
              <a:gd name="adj" fmla="val 551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91250" y="3143250"/>
            <a:ext cx="1047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NETWORK</a:t>
            </a:r>
            <a:r>
              <a:rPr lang="en-US" sz="2100" b="1" spc="15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b="1" spc="1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 DÙNG</a:t>
            </a:r>
            <a:r>
              <a:rPr lang="en-US" sz="2100" b="1" spc="8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191250" y="4476750"/>
            <a:ext cx="3810000" cy="2095500"/>
          </a:xfrm>
          <a:prstGeom prst="roundRect">
            <a:avLst>
              <a:gd name="adj" fmla="val 12727"/>
            </a:avLst>
          </a:prstGeom>
          <a:solidFill>
            <a:srgbClr val="2A2E3A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72250" y="4857750"/>
            <a:ext cx="3143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6572250" y="5524500"/>
            <a:ext cx="3143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100" dirty="0" spc="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13087350" y="4476750"/>
            <a:ext cx="3810000" cy="2095500"/>
          </a:xfrm>
          <a:prstGeom prst="roundRect">
            <a:avLst>
              <a:gd name="adj" fmla="val 12727"/>
            </a:avLst>
          </a:prstGeom>
          <a:solidFill>
            <a:srgbClr val="2A2E3A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468350" y="4857750"/>
            <a:ext cx="3143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db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13468350" y="5524500"/>
            <a:ext cx="3143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12" name="Connector line-1792371143649-591784944"/>
          <p:cNvSpPr/>
          <p:nvPr/>
        </p:nvSpPr>
        <p:spPr>
          <a:xfrm>
            <a:off x="10096500" y="5524500"/>
            <a:ext cx="28956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10096500" y="4762500"/>
            <a:ext cx="28956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db:5432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191250" y="7239000"/>
            <a:ext cx="10706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Compose,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2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14400" y="4476750"/>
            <a:ext cx="41910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95400" y="4762500"/>
            <a:ext cx="3524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localhost:5432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295400" y="5381625"/>
            <a:ext cx="3524250" cy="952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7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Trỏ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web.</a:t>
            </a:r>
            <a:endParaRPr lang="en-US" sz="2100" dirty="0"/>
          </a:p>
        </p:txBody>
      </p:sp>
      <p:sp>
        <p:nvSpPr>
          <p:cNvPr id="18" name="Connector line-1792371143660-447157040"/>
          <p:cNvSpPr/>
          <p:nvPr/>
        </p:nvSpPr>
        <p:spPr>
          <a:xfrm>
            <a:off x="5200650" y="5524500"/>
            <a:ext cx="895350" cy="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392adb09-8412-44bf-94c6-d14b0e67b8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b="1" spc="28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spc="24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1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Với</a:t>
            </a:r>
            <a:r>
              <a:rPr lang="en-US" sz="51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bridge,</a:t>
            </a:r>
            <a:r>
              <a:rPr lang="en-US" sz="51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51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publish</a:t>
            </a:r>
            <a:r>
              <a:rPr lang="en-US" sz="51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endParaRPr lang="en-US" sz="5100" dirty="0"/>
          </a:p>
        </p:txBody>
      </p:sp>
      <p:sp>
        <p:nvSpPr>
          <p:cNvPr id="4" name="Text 2"/>
          <p:cNvSpPr/>
          <p:nvPr/>
        </p:nvSpPr>
        <p:spPr>
          <a:xfrm>
            <a:off x="914400" y="3714750"/>
            <a:ext cx="22860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publish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14400" y="6286500"/>
            <a:ext cx="22860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b="1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publish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3238500" y="2762250"/>
            <a:ext cx="6896100" cy="2343150"/>
          </a:xfrm>
          <a:prstGeom prst="roundRect">
            <a:avLst>
              <a:gd name="adj" fmla="val 11382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19500" y="3105150"/>
            <a:ext cx="6134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-p</a:t>
            </a:r>
            <a:r>
              <a:rPr lang="en-US" sz="3000" b="1" dirty="0" spc="-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máy:container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19500" y="3905250"/>
            <a:ext cx="61341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Ánh</a:t>
            </a:r>
            <a:r>
              <a:rPr lang="en-US" sz="24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xạ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0401300" y="2762250"/>
            <a:ext cx="6896100" cy="2343150"/>
          </a:xfrm>
          <a:prstGeom prst="roundRect">
            <a:avLst>
              <a:gd name="adj" fmla="val 11382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2300" y="3105150"/>
            <a:ext cx="6134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-P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0782300" y="3905250"/>
            <a:ext cx="61341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4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EXPOSE</a:t>
            </a:r>
            <a:r>
              <a:rPr lang="en-US" sz="240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3238500" y="5334000"/>
            <a:ext cx="6896100" cy="2343150"/>
          </a:xfrm>
          <a:prstGeom prst="roundRect">
            <a:avLst>
              <a:gd name="adj" fmla="val 1138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9500" y="5676900"/>
            <a:ext cx="6134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EXPOSE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619500" y="6477000"/>
            <a:ext cx="61341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publish;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vào.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10401300" y="5334000"/>
            <a:ext cx="6896100" cy="2343150"/>
          </a:xfrm>
          <a:prstGeom prst="roundRect">
            <a:avLst>
              <a:gd name="adj" fmla="val 1138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782300" y="5676900"/>
            <a:ext cx="6134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Network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0782300" y="6477000"/>
            <a:ext cx="61341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chủ,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publish.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173211ac-18ed-491e-83e8-30f2aea4adb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 4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8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1950" b="1" spc="26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CHẾT,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950" b="1" spc="26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190750"/>
            <a:ext cx="152400" cy="10477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095500"/>
            <a:ext cx="15811500" cy="133350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Đặt</a:t>
            </a:r>
            <a:r>
              <a:rPr lang="en-US" sz="66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restart</a:t>
            </a:r>
            <a:r>
              <a:rPr lang="en-US" sz="66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policy,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ví</a:t>
            </a:r>
            <a:r>
              <a:rPr lang="en-US" sz="6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</a:t>
            </a:r>
            <a:r>
              <a:rPr lang="en-US" sz="66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unless-stopped.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914400" y="5715000"/>
            <a:ext cx="1143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100" b="1" spc="1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100" b="1" spc="13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spc="1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</a:t>
            </a:r>
            <a:r>
              <a:rPr lang="en-US" sz="2100" b="1" spc="13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POLICY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6381750"/>
            <a:ext cx="3905250" cy="12382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5086350" y="6381750"/>
            <a:ext cx="3905250" cy="12382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on-failure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9258300" y="6381750"/>
            <a:ext cx="3905250" cy="12382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always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13430250" y="6381750"/>
            <a:ext cx="3905250" cy="12382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unless-stopped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5e2f8ba8-c29b-4442-9932-a8e1c012a27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Làm</a:t>
            </a:r>
            <a:r>
              <a:rPr lang="en-US" sz="5100" dirty="0" spc="-6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51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gì,</a:t>
            </a:r>
            <a:r>
              <a:rPr lang="en-US" sz="5100" dirty="0" spc="-5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thay</a:t>
            </a:r>
            <a:r>
              <a:rPr lang="en-US" sz="5100" dirty="0" spc="-6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51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51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00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950" b="1" spc="15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9372600" y="2762250"/>
            <a:ext cx="800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11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914400" y="3333750"/>
            <a:ext cx="8001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37909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Volume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4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khi</a:t>
            </a:r>
            <a:r>
              <a:rPr lang="en-US" sz="24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372600" y="3333750"/>
            <a:ext cx="8001000" cy="1428750"/>
          </a:xfrm>
          <a:prstGeom prst="roundRect">
            <a:avLst>
              <a:gd name="adj" fmla="val 18667"/>
            </a:avLst>
          </a:prstGeom>
          <a:solidFill>
            <a:srgbClr val="2A2E3A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53600" y="37909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Volume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b="1" dirty="0" spc="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14400" y="5048250"/>
            <a:ext cx="8001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55054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4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hình.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372600" y="5048250"/>
            <a:ext cx="8001000" cy="1428750"/>
          </a:xfrm>
          <a:prstGeom prst="roundRect">
            <a:avLst>
              <a:gd name="adj" fmla="val 18667"/>
            </a:avLst>
          </a:prstGeom>
          <a:solidFill>
            <a:srgbClr val="2A2E3A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53600" y="55054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rào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4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tuyệt</a:t>
            </a:r>
            <a:r>
              <a:rPr lang="en-US" sz="24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đối.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14400" y="6762750"/>
            <a:ext cx="8001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95400" y="72199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24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372600" y="6762750"/>
            <a:ext cx="8001000" cy="1428750"/>
          </a:xfrm>
          <a:prstGeom prst="roundRect">
            <a:avLst>
              <a:gd name="adj" fmla="val 18667"/>
            </a:avLst>
          </a:prstGeom>
          <a:solidFill>
            <a:srgbClr val="2A2E3A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53600" y="72199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khái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24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Docker.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1f347df9-6f48-44c5-9f02-3ad90be310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Trong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container</a:t>
            </a:r>
            <a:r>
              <a:rPr lang="en-US" sz="48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web,</a:t>
            </a:r>
            <a:r>
              <a:rPr lang="en-US" sz="48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localhost:5432</a:t>
            </a:r>
            <a:r>
              <a:rPr lang="en-US" sz="48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trỏ</a:t>
            </a:r>
            <a:r>
              <a:rPr lang="en-US" sz="4800" dirty="0" spc="-4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48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đâu?</a:t>
            </a:r>
            <a:endParaRPr lang="en-US" sz="4800" dirty="0"/>
          </a:p>
        </p:txBody>
      </p:sp>
      <p:sp>
        <p:nvSpPr>
          <p:cNvPr id="4" name="Connector line-1792371205179-79539197"/>
          <p:cNvSpPr/>
          <p:nvPr/>
        </p:nvSpPr>
        <p:spPr>
          <a:xfrm>
            <a:off x="4000500" y="3524250"/>
            <a:ext cx="0" cy="466725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5" name="Connector line-1792371205180-821914866"/>
          <p:cNvSpPr/>
          <p:nvPr/>
        </p:nvSpPr>
        <p:spPr>
          <a:xfrm>
            <a:off x="14287500" y="3524250"/>
            <a:ext cx="0" cy="466725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2286000" y="2762250"/>
            <a:ext cx="3429000" cy="762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573000" y="2762250"/>
            <a:ext cx="3429000" cy="762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db</a:t>
            </a:r>
            <a:endParaRPr lang="en-US" sz="2550" dirty="0"/>
          </a:p>
        </p:txBody>
      </p:sp>
      <p:sp>
        <p:nvSpPr>
          <p:cNvPr id="8" name="Connector line-1792371205185-522112976"/>
          <p:cNvSpPr/>
          <p:nvPr/>
        </p:nvSpPr>
        <p:spPr>
          <a:xfrm>
            <a:off x="4000500" y="4286250"/>
            <a:ext cx="15240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9" name="Connector line-1792371205186-395318545"/>
          <p:cNvSpPr/>
          <p:nvPr/>
        </p:nvSpPr>
        <p:spPr>
          <a:xfrm>
            <a:off x="5524500" y="4286250"/>
            <a:ext cx="0" cy="76200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10" name="Connector line-1792371205186-35076368"/>
          <p:cNvSpPr/>
          <p:nvPr/>
        </p:nvSpPr>
        <p:spPr>
          <a:xfrm flipH="1">
            <a:off x="4095750" y="5048250"/>
            <a:ext cx="14287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11" name="Text 9"/>
          <p:cNvSpPr/>
          <p:nvPr/>
        </p:nvSpPr>
        <p:spPr>
          <a:xfrm>
            <a:off x="5905500" y="4191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localhost:5432</a:t>
            </a:r>
            <a:r>
              <a:rPr lang="en-US" sz="22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web.</a:t>
            </a:r>
            <a:endParaRPr lang="en-US" sz="2250" dirty="0"/>
          </a:p>
        </p:txBody>
      </p:sp>
      <p:sp>
        <p:nvSpPr>
          <p:cNvPr id="12" name="Connector line-1792371205189-596272235"/>
          <p:cNvSpPr/>
          <p:nvPr/>
        </p:nvSpPr>
        <p:spPr>
          <a:xfrm>
            <a:off x="4000500" y="6667500"/>
            <a:ext cx="1019175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4381500" y="60960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db:5432:</a:t>
            </a:r>
            <a:r>
              <a:rPr lang="en-US" sz="22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25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network,</a:t>
            </a:r>
            <a:r>
              <a:rPr lang="en-US" sz="22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 bằng</a:t>
            </a:r>
            <a:r>
              <a:rPr lang="en-US" sz="225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b="1" dirty="0" spc="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14400" y="7429500"/>
            <a:ext cx="16459200" cy="1047750"/>
          </a:xfrm>
          <a:prstGeom prst="roundRect">
            <a:avLst>
              <a:gd name="adj" fmla="val 25455"/>
            </a:avLst>
          </a:prstGeom>
          <a:solidFill>
            <a:srgbClr val="E8E0CF"/>
          </a:solidFill>
          <a:ln/>
        </p:spPr>
      </p:sp>
      <p:sp>
        <p:nvSpPr>
          <p:cNvPr id="15" name="Text 13"/>
          <p:cNvSpPr/>
          <p:nvPr/>
        </p:nvSpPr>
        <p:spPr>
          <a:xfrm>
            <a:off x="1333500" y="7696200"/>
            <a:ext cx="15621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5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gian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22d1e453-0910-4191-a90c-ed8e733ba74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 ý</a:t>
            </a:r>
            <a:r>
              <a:rPr lang="en-US" sz="51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đứng</a:t>
            </a:r>
            <a:r>
              <a:rPr lang="en-US" sz="5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5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 chỗ</a:t>
            </a:r>
            <a:r>
              <a:rPr lang="en-US" sz="5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Image</a:t>
            </a:r>
            <a:r>
              <a:rPr lang="en-US" sz="2550" b="1" dirty="0" spc="-2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95400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Image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đọc;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container.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6524625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5625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Network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905625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Bridge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tên;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bridge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2134850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5850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Publish</a:t>
            </a:r>
            <a:r>
              <a:rPr lang="en-US" sz="255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515850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-p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thể;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-P cổng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581025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615315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Restart</a:t>
            </a:r>
            <a:r>
              <a:rPr lang="en-US" sz="2550" b="1" dirty="0" spc="-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policy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95400" y="683895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no,</a:t>
            </a:r>
            <a:r>
              <a:rPr lang="en-US" sz="22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on-failure,</a:t>
            </a:r>
            <a:r>
              <a:rPr lang="en-US" sz="22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always,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unless-stopped.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6524625" y="581025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05625" y="615315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b="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b="1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550" b="1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6905625" y="683895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depends_on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tự;</a:t>
            </a:r>
            <a:r>
              <a:rPr lang="en-US" sz="22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service_healthy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12134850" y="581025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515850" y="615315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Mật</a:t>
            </a:r>
            <a:r>
              <a:rPr lang="en-US" sz="2550" b="1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2515850" y="683895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DB_PASSWORD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.env,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2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Git.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b598543f-8d31-425c-9e36-3e295aed448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192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5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 khi</a:t>
            </a:r>
            <a:r>
              <a:rPr lang="en-US" sz="54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5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38400"/>
          <a:ext cx="13716000" cy="914400"/>
        </p:xfrm>
        <a:graphic>
          <a:graphicData uri="http://schemas.openxmlformats.org/drawingml/2006/table">
            <a:tbl>
              <a:tblPr/>
              <a:tblGrid>
                <a:gridCol w="2962656"/>
                <a:gridCol w="13496544"/>
              </a:tblGrid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10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URI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Uniform</a:t>
                      </a:r>
                      <a:r>
                        <a:rPr lang="en-US" sz="2100" dirty="0" spc="-2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Resource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Identifier:</a:t>
                      </a:r>
                      <a:r>
                        <a:rPr lang="en-US" sz="2100" dirty="0" spc="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tài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nguyên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thống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nhất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4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TCP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Transmission Control Protocol: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100" dirty="0" spc="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thức</a:t>
                      </a:r>
                      <a:r>
                        <a:rPr lang="en-US" sz="2100" dirty="0" spc="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điều</a:t>
                      </a: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khiển</a:t>
                      </a:r>
                      <a:r>
                        <a:rPr lang="en-US" sz="21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truyền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tải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DNS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Domain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Name</a:t>
                      </a:r>
                      <a:r>
                        <a:rPr lang="en-US" sz="2100" dirty="0" spc="-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System: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hệ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thống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phân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giải</a:t>
                      </a:r>
                      <a:r>
                        <a:rPr lang="en-US" sz="21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</a:t>
                      </a:r>
                      <a:r>
                        <a:rPr lang="en-US" sz="21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miền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SQL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Structured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Query</a:t>
                      </a:r>
                      <a:r>
                        <a:rPr lang="en-US" sz="210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Language:</a:t>
                      </a:r>
                      <a:r>
                        <a:rPr lang="en-US" sz="210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ngôn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ngữ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cấu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trúc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 cố</a:t>
                      </a:r>
                      <a:r>
                        <a:rPr lang="en-US" sz="2100" dirty="0" spc="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định;</a:t>
                      </a:r>
                      <a:r>
                        <a:rPr lang="en-US" sz="210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volume;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network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bridge;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publish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cổng;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EXPOSE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docker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run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-P;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network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host;</a:t>
                      </a:r>
                      <a:r>
                        <a:rPr lang="en-US" sz="2100" dirty="0" spc="-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restart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policy;</a:t>
                      </a:r>
                      <a:r>
                        <a:rPr lang="en-US" sz="21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Compose networking;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pg_isready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entrypoint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10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image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chính</a:t>
                      </a:r>
                      <a:r>
                        <a:rPr lang="en-US" sz="2100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0043964d-8893-4690-8127-bcbb9d434a9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2026-10-19T01:16:42Z</dcterms:created>
  <dcterms:modified xsi:type="dcterms:W3CDTF">2026-10-19T01:16:42Z</dcterms:modified>
</cp:coreProperties>
</file>