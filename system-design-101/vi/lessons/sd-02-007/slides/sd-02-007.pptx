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4381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McDonald's: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81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81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191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5" name="Connector line-1792374398379-540079908"/>
          <p:cNvSpPr/>
          <p:nvPr/>
        </p:nvSpPr>
        <p:spPr>
          <a:xfrm>
            <a:off x="914400" y="7620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858125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 kiện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Sổ</a:t>
            </a:r>
            <a:r>
              <a:rPr lang="en-US" sz="33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3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 sự kiện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SDK</a:t>
            </a:r>
            <a:r>
              <a:rPr lang="en-US" sz="33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3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330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Tiện</a:t>
            </a: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ích</a:t>
            </a:r>
            <a:r>
              <a:rPr lang="en-US" sz="330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cụ</a:t>
            </a:r>
            <a:endParaRPr lang="en-US" sz="33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05f97fb4-d0bd-4835-86f7-1d56184502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 hiểu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4413450-51157006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sự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 đúng khuôn.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McDonald's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d0e9be0c-8b40-443b-b25a-3884c2d80e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19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khuôn,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6762750" y="4000500"/>
            <a:ext cx="4762500" cy="2476500"/>
          </a:xfrm>
          <a:prstGeom prst="roundRect">
            <a:avLst>
              <a:gd name="adj" fmla="val 12308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7143750" y="4286250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3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1950" b="1" spc="210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b="1" spc="22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7143750" y="4762500"/>
            <a:ext cx="4000500" cy="1524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ctr" indent="0" marL="0">
              <a:lnSpc>
                <a:spcPts val="4290"/>
              </a:lnSpc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Schema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914400" y="30480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182600" y="30480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182600" y="59055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khác</a:t>
            </a:r>
            <a:endParaRPr lang="en-US" sz="2550" dirty="0"/>
          </a:p>
        </p:txBody>
      </p:sp>
      <p:sp>
        <p:nvSpPr>
          <p:cNvPr id="11" name="Connector line-1792374430942-180499634"/>
          <p:cNvSpPr/>
          <p:nvPr/>
        </p:nvSpPr>
        <p:spPr>
          <a:xfrm>
            <a:off x="5105400" y="3810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2" name="Connector line-1792374430942-916800618"/>
          <p:cNvSpPr/>
          <p:nvPr/>
        </p:nvSpPr>
        <p:spPr>
          <a:xfrm flipV="1">
            <a:off x="5105400" y="5715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Connector line-1792374430942-829940803"/>
          <p:cNvSpPr/>
          <p:nvPr/>
        </p:nvSpPr>
        <p:spPr>
          <a:xfrm flipV="1">
            <a:off x="11525250" y="3810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4" name="Connector line-1792374430942-295087749"/>
          <p:cNvSpPr/>
          <p:nvPr/>
        </p:nvSpPr>
        <p:spPr>
          <a:xfrm>
            <a:off x="11525250" y="5715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14400" y="809625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Schema: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8312123-f5f1-4a24-8b14-079c99754c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SDK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56579" rIns="0" bIns="-56579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6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mọi</a:t>
            </a:r>
            <a:r>
              <a:rPr lang="en-US" sz="66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6667500" cy="2857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700" dirty="0"/>
          </a:p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lỗi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700" dirty="0"/>
          </a:p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bộ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0" y="1524000"/>
            <a:ext cx="86106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0" y="17716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4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0" y="2247900"/>
            <a:ext cx="7810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 đội</a:t>
            </a:r>
            <a:r>
              <a:rPr lang="en-US" sz="3000" b="1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3000" b="1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763000" y="3714750"/>
            <a:ext cx="8610600" cy="2476500"/>
          </a:xfrm>
          <a:prstGeom prst="roundRect">
            <a:avLst>
              <a:gd name="adj" fmla="val 10769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0" y="400050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SDK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0" y="44767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 kiện</a:t>
            </a:r>
            <a:r>
              <a:rPr lang="en-US" sz="4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8763000" y="6477000"/>
            <a:ext cx="86106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0" y="67246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0" y="7200900"/>
            <a:ext cx="7810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acc534e-502f-48e5-909c-e1644fc4ae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SỰ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Sự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36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60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64770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4770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36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 tính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12776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16586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6586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3600" dirty="0"/>
          </a:p>
        </p:txBody>
      </p:sp>
      <p:sp>
        <p:nvSpPr>
          <p:cNvPr id="13" name="Connector line-1792374483416-481332383"/>
          <p:cNvSpPr/>
          <p:nvPr/>
        </p:nvSpPr>
        <p:spPr>
          <a:xfrm>
            <a:off x="5162550" y="4762500"/>
            <a:ext cx="857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4483417-848777755"/>
          <p:cNvSpPr/>
          <p:nvPr/>
        </p:nvSpPr>
        <p:spPr>
          <a:xfrm>
            <a:off x="10344150" y="4762500"/>
            <a:ext cx="857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74483417-707487832"/>
          <p:cNvSpPr/>
          <p:nvPr/>
        </p:nvSpPr>
        <p:spPr>
          <a:xfrm>
            <a:off x="15525750" y="4762500"/>
            <a:ext cx="1619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5621000" y="5048250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58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058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058" dirty="0"/>
          </a:p>
        </p:txBody>
      </p:sp>
      <p:sp>
        <p:nvSpPr>
          <p:cNvPr id="17" name="Text 15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999a8c4-9d93-40cc-9b58-55f2c7b0ce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19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hằng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CFE8E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653415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1515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91515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khỏe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121539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349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253490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914400" y="762000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lo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867d260-0a61-4f43-abce-52b310ace91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1950" b="1" spc="2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195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7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miền,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giãn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289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2385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4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AWS,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4577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6672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6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vùng,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8864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0960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MSK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3152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438400" y="75247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co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giãn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5b08ee22-7d88-4ce7-b235-6b81e9af52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miền: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endParaRPr lang="en-US" sz="1950" dirty="0"/>
          </a:p>
        </p:txBody>
      </p:sp>
      <p:sp>
        <p:nvSpPr>
          <p:cNvPr id="6" name="Text richtext-1792374555332-945892296"/>
          <p:cNvSpPr/>
          <p:nvPr/>
        </p:nvSpPr>
        <p:spPr>
          <a:xfrm>
            <a:off x="1371600" y="3905250"/>
            <a:ext cx="7086600" cy="3619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co giãn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endParaRPr lang="en-US" sz="1950" dirty="0"/>
          </a:p>
        </p:txBody>
      </p:sp>
      <p:sp>
        <p:nvSpPr>
          <p:cNvPr id="9" name="Text richtext-1792374555355-312574917"/>
          <p:cNvSpPr/>
          <p:nvPr/>
        </p:nvSpPr>
        <p:spPr>
          <a:xfrm>
            <a:off x="9829800" y="3905250"/>
            <a:ext cx="7086600" cy="3619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cụm.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6675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nêu;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554e128-8553-430d-8699-2096695f85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Đội</a:t>
            </a:r>
            <a:r>
              <a:rPr lang="en-US" sz="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lặng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lẽ</a:t>
            </a:r>
            <a:r>
              <a:rPr lang="en-US" sz="45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45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4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trường.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4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chặn?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333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2390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144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SDK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550" dirty="0"/>
          </a:p>
        </p:txBody>
      </p:sp>
      <p:sp>
        <p:nvSpPr>
          <p:cNvPr id="7" name="Connector line-1792374576260-191686492"/>
          <p:cNvSpPr/>
          <p:nvPr/>
        </p:nvSpPr>
        <p:spPr>
          <a:xfrm>
            <a:off x="3238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4576261-301891351"/>
          <p:cNvSpPr/>
          <p:nvPr/>
        </p:nvSpPr>
        <p:spPr>
          <a:xfrm>
            <a:off x="91440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4576261-520083901"/>
          <p:cNvSpPr/>
          <p:nvPr/>
        </p:nvSpPr>
        <p:spPr>
          <a:xfrm>
            <a:off x="15049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24250" y="4286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11" name="Connector line-1792374576264-642575694"/>
          <p:cNvSpPr/>
          <p:nvPr/>
        </p:nvSpPr>
        <p:spPr>
          <a:xfrm>
            <a:off x="3333750" y="4953000"/>
            <a:ext cx="5715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524250" y="5429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2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schema</a:t>
            </a:r>
            <a:r>
              <a:rPr lang="en-US" sz="225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250" dirty="0"/>
          </a:p>
        </p:txBody>
      </p:sp>
      <p:sp>
        <p:nvSpPr>
          <p:cNvPr id="13" name="Connector line-1792374576267-166838687"/>
          <p:cNvSpPr/>
          <p:nvPr/>
        </p:nvSpPr>
        <p:spPr>
          <a:xfrm flipH="1">
            <a:off x="3333750" y="6096000"/>
            <a:ext cx="57150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lgDash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572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25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2250" dirty="0"/>
          </a:p>
        </p:txBody>
      </p:sp>
      <p:sp>
        <p:nvSpPr>
          <p:cNvPr id="15" name="Connector line-1792374576270-978096290"/>
          <p:cNvSpPr/>
          <p:nvPr/>
        </p:nvSpPr>
        <p:spPr>
          <a:xfrm>
            <a:off x="9239250" y="7239000"/>
            <a:ext cx="5715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4400" y="84772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thầm làm hỏng các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a954d39-2977-4039-80e2-dd73a27f06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SDK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Software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Development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công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đội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MSK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Managed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Streaming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</a:t>
                      </a:r>
                      <a:r>
                        <a:rPr lang="en-US" sz="2250" dirty="0" spc="-3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Kafka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Kafka</a:t>
                      </a:r>
                      <a:r>
                        <a:rPr lang="en-US" sz="2250" dirty="0" spc="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giúp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5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AWS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đám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CPU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Central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Processing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xử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lý;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250" dirty="0" spc="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giãn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McDonald's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72b3841-ee7b-42f8-ab5f-7414a3b958f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2026-10-19T03:32:30Z</dcterms:created>
  <dcterms:modified xsi:type="dcterms:W3CDTF">2026-10-19T03:32:30Z</dcterms:modified>
</cp:coreProperties>
</file>