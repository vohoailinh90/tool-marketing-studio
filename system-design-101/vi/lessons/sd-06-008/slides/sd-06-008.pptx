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6004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chiến</a:t>
            </a:r>
            <a:r>
              <a:rPr lang="en-US" sz="8100" dirty="0" spc="-1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lược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81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8100" dirty="0" spc="-10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048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cùng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34250" y="6096000"/>
            <a:ext cx="10039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6619875"/>
            <a:ext cx="29146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6619875"/>
            <a:ext cx="24574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Cache-aside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057650" y="6619875"/>
            <a:ext cx="29146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6250" y="6619875"/>
            <a:ext cx="24574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Read-through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334250" y="6619875"/>
            <a:ext cx="31432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850" y="6619875"/>
            <a:ext cx="26860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Write-through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0706100" y="6619875"/>
            <a:ext cx="31432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34700" y="6619875"/>
            <a:ext cx="26860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Write-around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4077950" y="6619875"/>
            <a:ext cx="314325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06550" y="6619875"/>
            <a:ext cx="26860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Write-back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SQLite,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56ddfbf-2024-4c07-9528-c6157414ff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7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bộ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TỰ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Cache-aside</a:t>
            </a:r>
            <a:endParaRPr lang="en-US" sz="4500" dirty="0"/>
          </a:p>
        </p:txBody>
      </p:sp>
      <p:sp>
        <p:nvSpPr>
          <p:cNvPr id="7" name="Text richtext-1792371519365-680593386"/>
          <p:cNvSpPr/>
          <p:nvPr/>
        </p:nvSpPr>
        <p:spPr>
          <a:xfrm>
            <a:off x="1333500" y="4714875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Thiếu: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 vào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3762375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Read-through</a:t>
            </a:r>
            <a:endParaRPr lang="en-US" sz="4500" dirty="0"/>
          </a:p>
        </p:txBody>
      </p:sp>
      <p:sp>
        <p:nvSpPr>
          <p:cNvPr id="11" name="Text richtext-1792371519397-499398850"/>
          <p:cNvSpPr/>
          <p:nvPr/>
        </p:nvSpPr>
        <p:spPr>
          <a:xfrm>
            <a:off x="9791700" y="4714875"/>
            <a:ext cx="7239000" cy="3619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nói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Thiếu: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sẵn;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cache-aside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endParaRPr lang="en-US" sz="2400" dirty="0"/>
          </a:p>
        </p:txBody>
      </p:sp>
      <p:sp>
        <p:nvSpPr>
          <p:cNvPr id="12" name="Connector line-1792371519405-36540788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b7e24e3-f81f-47e5-bcf9-a3f2b5dc33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WRITE-THROUGH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800" b="1" spc="27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Báo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xong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4775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857500"/>
            <a:ext cx="971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dụng:</a:t>
            </a: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0477500" cy="1238250"/>
          </a:xfrm>
          <a:prstGeom prst="roundRect">
            <a:avLst>
              <a:gd name="adj" fmla="val 18462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286250"/>
            <a:ext cx="971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600" dirty="0" spc="0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600" dirty="0" spc="6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đệm:</a:t>
            </a:r>
            <a:r>
              <a:rPr lang="en-US" sz="3600" dirty="0" spc="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3600" dirty="0" spc="5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3600" dirty="0" spc="-16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0477500" cy="1238250"/>
          </a:xfrm>
          <a:prstGeom prst="roundRect">
            <a:avLst>
              <a:gd name="adj" fmla="val 18462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5715000"/>
            <a:ext cx="9715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6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6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liệu:</a:t>
            </a:r>
            <a:r>
              <a:rPr lang="en-US" sz="36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36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3600" dirty="0" spc="-1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7239000"/>
            <a:ext cx="104775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công: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 Đổi lại,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811000" y="2857500"/>
            <a:ext cx="5562600" cy="5429250"/>
          </a:xfrm>
          <a:prstGeom prst="roundRect">
            <a:avLst>
              <a:gd name="adj" fmla="val 491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92000" y="3143250"/>
            <a:ext cx="480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192000" y="3714750"/>
            <a:ext cx="4800600" cy="2857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cơ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lỗi: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92000" y="6667500"/>
            <a:ext cx="4800600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b="1" dirty="0" spc="-1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250" b="1" dirty="0" spc="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b="1" dirty="0" spc="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chừng:</a:t>
            </a:r>
            <a:r>
              <a:rPr lang="en-US" sz="2250" b="1" dirty="0" spc="-1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25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2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250" dirty="0"/>
          </a:p>
        </p:txBody>
      </p:sp>
      <p:sp>
        <p:nvSpPr>
          <p:cNvPr id="15" name="Connector line-1792371520298-33272541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874d626-e6a5-4ae0-950e-93e8b59dfc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WRITE-AROUND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6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6900" dirty="0" spc="-9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52500" y="276225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FFB454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5" name="Connector line-1792371557896-361600507"/>
          <p:cNvSpPr/>
          <p:nvPr/>
        </p:nvSpPr>
        <p:spPr>
          <a:xfrm>
            <a:off x="2857500" y="3714750"/>
            <a:ext cx="0" cy="4857750"/>
          </a:xfrm>
          <a:prstGeom prst="line">
            <a:avLst/>
          </a:prstGeom>
          <a:noFill/>
          <a:ln w="28575">
            <a:solidFill>
              <a:srgbClr val="2E3240"/>
            </a:solidFill>
            <a:prstDash val="lgDash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239000" y="276225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550" dirty="0"/>
          </a:p>
        </p:txBody>
      </p:sp>
      <p:sp>
        <p:nvSpPr>
          <p:cNvPr id="7" name="Connector line-1792371557899-70172692"/>
          <p:cNvSpPr/>
          <p:nvPr/>
        </p:nvSpPr>
        <p:spPr>
          <a:xfrm>
            <a:off x="9144000" y="3714750"/>
            <a:ext cx="0" cy="4857750"/>
          </a:xfrm>
          <a:prstGeom prst="line">
            <a:avLst/>
          </a:prstGeom>
          <a:noFill/>
          <a:ln w="28575">
            <a:solidFill>
              <a:srgbClr val="2E3240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3525500" y="2762250"/>
            <a:ext cx="3810000" cy="857250"/>
          </a:xfrm>
          <a:prstGeom prst="roundRect">
            <a:avLst>
              <a:gd name="adj" fmla="val 22222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9" name="Connector line-1792371557902-241547104"/>
          <p:cNvSpPr/>
          <p:nvPr/>
        </p:nvSpPr>
        <p:spPr>
          <a:xfrm>
            <a:off x="15430500" y="3714750"/>
            <a:ext cx="0" cy="4857750"/>
          </a:xfrm>
          <a:prstGeom prst="line">
            <a:avLst/>
          </a:prstGeom>
          <a:noFill/>
          <a:ln w="28575">
            <a:solidFill>
              <a:srgbClr val="2E3240"/>
            </a:solidFill>
            <a:prstDash val="lgDash"/>
            <a:headEnd type="none"/>
            <a:tailEnd type="none"/>
          </a:ln>
        </p:spPr>
      </p:sp>
      <p:sp>
        <p:nvSpPr>
          <p:cNvPr id="10" name="Connector line-1792371557902-299118000"/>
          <p:cNvSpPr/>
          <p:nvPr/>
        </p:nvSpPr>
        <p:spPr>
          <a:xfrm>
            <a:off x="2857500" y="4286250"/>
            <a:ext cx="125730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048000" y="37909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12" name="Connector line-1792371557904-883007388"/>
          <p:cNvSpPr/>
          <p:nvPr/>
        </p:nvSpPr>
        <p:spPr>
          <a:xfrm>
            <a:off x="2857500" y="5334000"/>
            <a:ext cx="6286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048000" y="48387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2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2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250" dirty="0"/>
          </a:p>
        </p:txBody>
      </p:sp>
      <p:sp>
        <p:nvSpPr>
          <p:cNvPr id="14" name="Connector line-1792371557907-64043818"/>
          <p:cNvSpPr/>
          <p:nvPr/>
        </p:nvSpPr>
        <p:spPr>
          <a:xfrm>
            <a:off x="2857500" y="6572250"/>
            <a:ext cx="6286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048000" y="607695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sau: thiếu</a:t>
            </a:r>
            <a:endParaRPr lang="en-US" sz="2250" dirty="0"/>
          </a:p>
        </p:txBody>
      </p:sp>
      <p:sp>
        <p:nvSpPr>
          <p:cNvPr id="16" name="Connector line-1792371557911-679909420"/>
          <p:cNvSpPr/>
          <p:nvPr/>
        </p:nvSpPr>
        <p:spPr>
          <a:xfrm>
            <a:off x="9144000" y="7620000"/>
            <a:ext cx="62865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334500" y="7124700"/>
            <a:ext cx="590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250" b="1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 lại từ</a:t>
            </a:r>
            <a:r>
              <a:rPr lang="en-US" sz="225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b="1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239500" y="5334000"/>
            <a:ext cx="6096000" cy="857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 gọi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“invalidate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 write”;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cache-aside</a:t>
            </a:r>
            <a:endParaRPr lang="en-US" sz="1950" dirty="0"/>
          </a:p>
        </p:txBody>
      </p:sp>
      <p:sp>
        <p:nvSpPr>
          <p:cNvPr id="19" name="Connector line-1792371557917-61666486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fda9651-0f1d-4cc0-b6ec-5d8aba470a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WRITE-BACK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WRITE-BEHIND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chép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6900" dirty="0"/>
          </a:p>
        </p:txBody>
      </p:sp>
      <p:sp>
        <p:nvSpPr>
          <p:cNvPr id="4" name="Connector line-1792371558768-689664909"/>
          <p:cNvSpPr/>
          <p:nvPr/>
        </p:nvSpPr>
        <p:spPr>
          <a:xfrm>
            <a:off x="1905000" y="4191000"/>
            <a:ext cx="144780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95450" y="3981450"/>
            <a:ext cx="419100" cy="419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480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30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46672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1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314950" y="3981450"/>
            <a:ext cx="419100" cy="419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3905250" y="30480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Chép</a:t>
            </a:r>
            <a:r>
              <a:rPr lang="en-US" sz="3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xuống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905250" y="46672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934450" y="3981450"/>
            <a:ext cx="419100" cy="4191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524750" y="30480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3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524750" y="46672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1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553950" y="3981450"/>
            <a:ext cx="419100" cy="4191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44250" y="30480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6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Tắt</a:t>
            </a:r>
            <a:r>
              <a:rPr lang="en-US" sz="300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144250" y="46672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6173450" y="3981450"/>
            <a:ext cx="419100" cy="4191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14135100" y="3048000"/>
            <a:ext cx="323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0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0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4135100" y="4667250"/>
            <a:ext cx="323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200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590550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CFE8E2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" y="614362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33500" y="6667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nhanh: chỉ ghi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đệm.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372600" y="590550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91700" y="6143625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791700" y="66675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210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chép: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 khi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sập.</a:t>
            </a:r>
            <a:endParaRPr lang="en-US" sz="2550" dirty="0"/>
          </a:p>
        </p:txBody>
      </p:sp>
      <p:sp>
        <p:nvSpPr>
          <p:cNvPr id="26" name="Connector line-1792371558793-4303627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e74cbf72-2a70-4b24-9c0b-c8c35b8a09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80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tuyệt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7571232"/>
                <a:gridCol w="4443984"/>
                <a:gridCol w="4443984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Tình</a:t>
                      </a:r>
                      <a:r>
                        <a:rPr lang="en-US" sz="2400" b="1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huống</a:t>
                      </a: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r>
                        <a:rPr lang="en-US" sz="240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Cơ</a:t>
                      </a:r>
                      <a:r>
                        <a:rPr lang="en-US" sz="240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400" b="1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Sửa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giá,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quên</a:t>
                      </a: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xóa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2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100</a:t>
                      </a:r>
                      <a:r>
                        <a:rPr lang="en-US" sz="2400" b="1" dirty="0" spc="1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(cũ)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120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Xóa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120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120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Lượt</a:t>
                      </a:r>
                      <a:r>
                        <a:rPr lang="en-US" sz="240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chậm</a:t>
                      </a: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cất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 cũ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120</a:t>
                      </a:r>
                      <a:r>
                        <a:rPr lang="en-US" sz="2400" b="1" dirty="0" spc="0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(cũ)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150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Write-back,</a:t>
                      </a:r>
                      <a:r>
                        <a:rPr lang="en-US" sz="2400" dirty="0" spc="-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Redis</a:t>
                      </a:r>
                      <a:r>
                        <a:rPr lang="en-US" sz="240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210</a:t>
                      </a:r>
                      <a:r>
                        <a:rPr lang="en-US" sz="2400" b="1" dirty="0" spc="-7" kern="0">
                          <a:solidFill>
                            <a:srgbClr val="E8472B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mất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200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762875"/>
            <a:ext cx="16459200" cy="857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25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hẳn: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250" dirty="0"/>
          </a:p>
        </p:txBody>
      </p:sp>
      <p:sp>
        <p:nvSpPr>
          <p:cNvPr id="6" name="Connector line-1792371559683-8290431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46ede5d-6ef5-4c94-b38b-59b8297bbb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Cache-aside,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TTL 1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giờ. Đội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nào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mới?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198120" rIns="0" bIns="-198120" rtlCol="0" anchor="ctr"/>
          <a:lstStyle/>
          <a:p>
            <a:pPr algn="l" indent="0" marL="0">
              <a:lnSpc>
                <a:spcPts val="19500"/>
              </a:lnSpc>
              <a:buNone/>
            </a:pPr>
            <a:r>
              <a:rPr lang="en-US" sz="195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195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763000" y="2952750"/>
            <a:ext cx="8610600" cy="1666875"/>
          </a:xfrm>
          <a:prstGeom prst="roundRect">
            <a:avLst>
              <a:gd name="adj" fmla="val 1371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0" y="3162300"/>
            <a:ext cx="790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0" y="3810000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ghi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763000" y="4810125"/>
            <a:ext cx="8610600" cy="1666875"/>
          </a:xfrm>
          <a:prstGeom prst="roundRect">
            <a:avLst>
              <a:gd name="adj" fmla="val 13714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0" y="5019675"/>
            <a:ext cx="790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70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0" y="5667375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763000" y="6667500"/>
            <a:ext cx="8610600" cy="1666875"/>
          </a:xfrm>
          <a:prstGeom prst="roundRect">
            <a:avLst>
              <a:gd name="adj" fmla="val 13714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6877050"/>
            <a:ext cx="7905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cảm: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TTL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0" y="7524750"/>
            <a:ext cx="790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100" dirty="0"/>
          </a:p>
        </p:txBody>
      </p:sp>
      <p:sp>
        <p:nvSpPr>
          <p:cNvPr id="15" name="Connector line-1792371595003-61633351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0032b78-b112-4b42-9a0b-0319a90d56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900" dirty="0"/>
          </a:p>
        </p:txBody>
      </p:sp>
      <p:sp>
        <p:nvSpPr>
          <p:cNvPr id="6" name="Text richtext-1792371595810-763046668"/>
          <p:cNvSpPr/>
          <p:nvPr/>
        </p:nvSpPr>
        <p:spPr>
          <a:xfrm>
            <a:off x="13335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24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write-around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cache-aside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3900" dirty="0"/>
          </a:p>
        </p:txBody>
      </p:sp>
      <p:sp>
        <p:nvSpPr>
          <p:cNvPr id="9" name="Text richtext-1792371595826-560222632"/>
          <p:cNvSpPr/>
          <p:nvPr/>
        </p:nvSpPr>
        <p:spPr>
          <a:xfrm>
            <a:off x="97917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từ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nghiệm: mỗi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chậm: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Write-back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tính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400" dirty="0"/>
          </a:p>
        </p:txBody>
      </p:sp>
      <p:sp>
        <p:nvSpPr>
          <p:cNvPr id="10" name="Connector line-1792371595834-5013632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b558f7b-a8a3-489b-804e-aa32d3d33d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000500" y="30289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00500" y="3429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cấu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trúc;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5245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4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4000500" y="55054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</a:t>
            </a:r>
            <a:r>
              <a:rPr lang="en-US" sz="1800" dirty="0" spc="-5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00500" y="59055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sống: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096500" y="3048000"/>
            <a:ext cx="7277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72750" y="34290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2" name="Text richtext-1792371596754-248636970"/>
          <p:cNvSpPr/>
          <p:nvPr/>
        </p:nvSpPr>
        <p:spPr>
          <a:xfrm>
            <a:off x="10572750" y="4000500"/>
            <a:ext cx="6324600" cy="2857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Cache-Aside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572750" y="7239000"/>
            <a:ext cx="6324600" cy="9525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14" name="Connector line-1792371596762-5118871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ed542f6-94b3-46ef-9466-b807432f1e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2026-10-19T01:03:22Z</dcterms:created>
  <dcterms:modified xsi:type="dcterms:W3CDTF">2026-10-19T01:03:22Z</dcterms:modified>
</cp:coreProperties>
</file>