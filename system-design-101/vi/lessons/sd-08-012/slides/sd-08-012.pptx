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30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kế.</a:t>
            </a:r>
            <a:endParaRPr lang="en-US" sz="3000" dirty="0"/>
          </a:p>
        </p:txBody>
      </p:sp>
      <p:sp>
        <p:nvSpPr>
          <p:cNvPr id="5" name="Connector line-1792387760417-669404832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34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382250" y="3619500"/>
            <a:ext cx="24765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5049500" y="3619500"/>
            <a:ext cx="24765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endParaRPr lang="en-US" sz="2550" dirty="0"/>
          </a:p>
        </p:txBody>
      </p:sp>
      <p:sp>
        <p:nvSpPr>
          <p:cNvPr id="9" name="Connector line-1792387760429-597105224"/>
          <p:cNvSpPr/>
          <p:nvPr/>
        </p:nvSpPr>
        <p:spPr>
          <a:xfrm>
            <a:off x="12858750" y="4143375"/>
            <a:ext cx="2190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triangl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382250" y="533400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b11eec47-6121-426b-b883-0f5b25fbce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5334000" cy="3238500"/>
          </a:xfrm>
          <a:prstGeom prst="rect">
            <a:avLst/>
          </a:prstGeom>
          <a:noFill/>
          <a:ln/>
        </p:spPr>
        <p:txBody>
          <a:bodyPr wrap="square" lIns="0" tIns="220980" rIns="0" bIns="-220980" rtlCol="0" anchor="ctr"/>
          <a:lstStyle/>
          <a:p>
            <a:pPr algn="l" indent="0" marL="0">
              <a:lnSpc>
                <a:spcPts val="21750"/>
              </a:lnSpc>
              <a:buNone/>
            </a:pPr>
            <a:r>
              <a:rPr lang="en-US" sz="2175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21750" dirty="0"/>
          </a:p>
        </p:txBody>
      </p:sp>
      <p:sp>
        <p:nvSpPr>
          <p:cNvPr id="5" name="Text 3"/>
          <p:cNvSpPr/>
          <p:nvPr/>
        </p:nvSpPr>
        <p:spPr>
          <a:xfrm>
            <a:off x="6286500" y="33337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cặp,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3000" dirty="0"/>
          </a:p>
        </p:txBody>
      </p:sp>
      <p:sp>
        <p:nvSpPr>
          <p:cNvPr id="6" name="Text richtext-1792387761417-500907098"/>
          <p:cNvSpPr/>
          <p:nvPr/>
        </p:nvSpPr>
        <p:spPr>
          <a:xfrm>
            <a:off x="6286500" y="4095750"/>
            <a:ext cx="1095375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 cặp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nguồn,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nào.</a:t>
            </a:r>
            <a:endParaRPr lang="en-US" sz="2550" dirty="0"/>
          </a:p>
        </p:txBody>
      </p:sp>
      <p:sp>
        <p:nvSpPr>
          <p:cNvPr id="7" name="Connector line-1792387761437-21949517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5dba499e-fd0d-439e-afa4-8f4ab0aa6e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28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dụ: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428750" y="276225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239000" y="276225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</p:txBody>
      </p:sp>
      <p:sp>
        <p:nvSpPr>
          <p:cNvPr id="6" name="Connector line-1792387762225-958802691"/>
          <p:cNvSpPr/>
          <p:nvPr/>
        </p:nvSpPr>
        <p:spPr>
          <a:xfrm>
            <a:off x="2857500" y="3619500"/>
            <a:ext cx="0" cy="4762500"/>
          </a:xfrm>
          <a:prstGeom prst="line">
            <a:avLst/>
          </a:prstGeom>
          <a:noFill/>
          <a:ln w="28575">
            <a:solidFill>
              <a:srgbClr val="B9B2A0"/>
            </a:solidFill>
            <a:prstDash val="solid"/>
            <a:headEnd type="none"/>
            <a:tailEnd type="none"/>
          </a:ln>
        </p:spPr>
      </p:sp>
      <p:sp>
        <p:nvSpPr>
          <p:cNvPr id="7" name="Connector line-1792387762225-525911708"/>
          <p:cNvSpPr/>
          <p:nvPr/>
        </p:nvSpPr>
        <p:spPr>
          <a:xfrm>
            <a:off x="8667750" y="3619500"/>
            <a:ext cx="0" cy="4762500"/>
          </a:xfrm>
          <a:prstGeom prst="line">
            <a:avLst/>
          </a:prstGeom>
          <a:noFill/>
          <a:ln w="28575">
            <a:solidFill>
              <a:srgbClr val="B9B2A0"/>
            </a:solidFill>
            <a:prstDash val="solid"/>
            <a:headEnd type="none"/>
            <a:tailEnd type="none"/>
          </a:ln>
        </p:spPr>
      </p:sp>
      <p:sp>
        <p:nvSpPr>
          <p:cNvPr id="8" name="Connector line-1792387762225-641365986"/>
          <p:cNvSpPr/>
          <p:nvPr/>
        </p:nvSpPr>
        <p:spPr>
          <a:xfrm>
            <a:off x="2857500" y="4286250"/>
            <a:ext cx="58102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9" name="Connector line-1792387762226-473819298"/>
          <p:cNvSpPr/>
          <p:nvPr/>
        </p:nvSpPr>
        <p:spPr>
          <a:xfrm>
            <a:off x="2857500" y="5238750"/>
            <a:ext cx="58102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0" name="Connector line-1792387762226-387881725"/>
          <p:cNvSpPr/>
          <p:nvPr/>
        </p:nvSpPr>
        <p:spPr>
          <a:xfrm>
            <a:off x="2857500" y="6191250"/>
            <a:ext cx="58102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3143250" y="38862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143250" y="48387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143250" y="57912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143250" y="68580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REST:</a:t>
            </a:r>
            <a:r>
              <a:rPr lang="en-US" sz="22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3 lời</a:t>
            </a:r>
            <a:r>
              <a:rPr lang="en-US" sz="22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gọi,</a:t>
            </a:r>
            <a:r>
              <a:rPr lang="en-US" sz="22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4.083</a:t>
            </a:r>
            <a:r>
              <a:rPr lang="en-US" sz="225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byte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143250" y="752475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93" dirty="0" spc="-13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2193" dirty="0" spc="3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</a:t>
            </a:r>
            <a:r>
              <a:rPr lang="en-US" sz="2193" dirty="0" spc="-9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vấn:</a:t>
            </a:r>
            <a:r>
              <a:rPr lang="en-US" sz="2193" dirty="0" spc="5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</a:t>
            </a:r>
            <a:r>
              <a:rPr lang="en-US" sz="2193" dirty="0" spc="3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lời</a:t>
            </a:r>
            <a:r>
              <a:rPr lang="en-US" sz="2193" dirty="0" spc="-2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gọi,</a:t>
            </a:r>
            <a:r>
              <a:rPr lang="en-US" sz="2193" dirty="0" spc="-1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354</a:t>
            </a:r>
            <a:r>
              <a:rPr lang="en-US" sz="2193" dirty="0" spc="-4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byte</a:t>
            </a:r>
            <a:endParaRPr lang="en-US" sz="2193" dirty="0"/>
          </a:p>
        </p:txBody>
      </p:sp>
      <p:sp>
        <p:nvSpPr>
          <p:cNvPr id="16" name="Shape 14"/>
          <p:cNvSpPr/>
          <p:nvPr/>
        </p:nvSpPr>
        <p:spPr>
          <a:xfrm>
            <a:off x="11430000" y="2762250"/>
            <a:ext cx="5943600" cy="5619750"/>
          </a:xfrm>
          <a:prstGeom prst="roundRect">
            <a:avLst>
              <a:gd name="adj" fmla="val 5424"/>
            </a:avLst>
          </a:prstGeom>
          <a:solidFill>
            <a:srgbClr val="DCE2F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0" y="3105150"/>
            <a:ext cx="5181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27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2700" dirty="0" spc="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2700" dirty="0"/>
          </a:p>
        </p:txBody>
      </p:sp>
      <p:sp>
        <p:nvSpPr>
          <p:cNvPr id="18" name="Text richtext-1792387762240-339690334"/>
          <p:cNvSpPr/>
          <p:nvPr/>
        </p:nvSpPr>
        <p:spPr>
          <a:xfrm>
            <a:off x="11811000" y="3905250"/>
            <a:ext cx="5181600" cy="4191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hoá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hoá.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dọc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trường.</a:t>
            </a:r>
            <a:endParaRPr lang="en-US" sz="2250" dirty="0"/>
          </a:p>
        </p:txBody>
      </p:sp>
      <p:sp>
        <p:nvSpPr>
          <p:cNvPr id="19" name="Connector line-1792387762248-96170669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1473076-c568-44f9-a2c4-008eea94c2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Chuẩn</a:t>
            </a:r>
            <a:r>
              <a:rPr lang="en-US" sz="22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hoá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438900" y="2762250"/>
            <a:ext cx="10668000" cy="1238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chậm hơn;</a:t>
            </a:r>
            <a:r>
              <a:rPr lang="en-US" sz="21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tên: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176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19100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Bất</a:t>
            </a:r>
            <a:r>
              <a:rPr lang="en-US" sz="225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đồng</a:t>
            </a:r>
            <a:r>
              <a:rPr lang="en-US" sz="22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438900" y="4191000"/>
            <a:ext cx="10668000" cy="1238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chờ: lần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1,010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0,022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s;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nhỏ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61975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Nhiều</a:t>
            </a:r>
            <a:r>
              <a:rPr lang="en-US" sz="22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tiến</a:t>
            </a:r>
            <a:r>
              <a:rPr lang="en-US" sz="2250" dirty="0" spc="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trình,</a:t>
            </a:r>
            <a:r>
              <a:rPr lang="en-US" sz="22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225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438900" y="5619750"/>
            <a:ext cx="10668000" cy="1238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Gấp</a:t>
            </a:r>
            <a:r>
              <a:rPr lang="en-US" sz="21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1,6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1,8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lần;</a:t>
            </a:r>
            <a:r>
              <a:rPr lang="en-US" sz="21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bốn: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2,2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2,5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04850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REST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438900" y="7048500"/>
            <a:ext cx="10668000" cy="1238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gọi: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4.083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byte;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trường: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354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100" dirty="0"/>
          </a:p>
        </p:txBody>
      </p:sp>
      <p:sp>
        <p:nvSpPr>
          <p:cNvPr id="16" name="Connector line-1792387763145-71021569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3ea5521-7280-4031-9d0a-08f101ff2a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1800" b="1" spc="28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2190750"/>
          </a:xfrm>
          <a:prstGeom prst="roundRect">
            <a:avLst>
              <a:gd name="adj" fmla="val 12174"/>
            </a:avLst>
          </a:prstGeom>
          <a:solidFill>
            <a:srgbClr val="D9ECE2"/>
          </a:solidFill>
          <a:ln/>
        </p:spPr>
      </p:sp>
      <p:sp>
        <p:nvSpPr>
          <p:cNvPr id="5" name="Shape 3"/>
          <p:cNvSpPr/>
          <p:nvPr/>
        </p:nvSpPr>
        <p:spPr>
          <a:xfrm>
            <a:off x="6534150" y="2857500"/>
            <a:ext cx="5219700" cy="2190750"/>
          </a:xfrm>
          <a:prstGeom prst="roundRect">
            <a:avLst>
              <a:gd name="adj" fmla="val 12174"/>
            </a:avLst>
          </a:prstGeom>
          <a:solidFill>
            <a:srgbClr val="D9ECE2"/>
          </a:solidFill>
          <a:ln/>
        </p:spPr>
      </p:sp>
      <p:sp>
        <p:nvSpPr>
          <p:cNvPr id="6" name="Shape 4"/>
          <p:cNvSpPr/>
          <p:nvPr/>
        </p:nvSpPr>
        <p:spPr>
          <a:xfrm>
            <a:off x="12153900" y="2857500"/>
            <a:ext cx="5219700" cy="2190750"/>
          </a:xfrm>
          <a:prstGeom prst="roundRect">
            <a:avLst>
              <a:gd name="adj" fmla="val 12174"/>
            </a:avLst>
          </a:prstGeom>
          <a:solidFill>
            <a:srgbClr val="D9ECE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429250"/>
            <a:ext cx="5219700" cy="2190750"/>
          </a:xfrm>
          <a:prstGeom prst="roundRect">
            <a:avLst>
              <a:gd name="adj" fmla="val 12174"/>
            </a:avLst>
          </a:prstGeom>
          <a:solidFill>
            <a:srgbClr val="D9ECE2"/>
          </a:solidFill>
          <a:ln/>
        </p:spPr>
      </p:sp>
      <p:sp>
        <p:nvSpPr>
          <p:cNvPr id="8" name="Shape 6"/>
          <p:cNvSpPr/>
          <p:nvPr/>
        </p:nvSpPr>
        <p:spPr>
          <a:xfrm>
            <a:off x="6534150" y="5429250"/>
            <a:ext cx="5219700" cy="2190750"/>
          </a:xfrm>
          <a:prstGeom prst="roundRect">
            <a:avLst>
              <a:gd name="adj" fmla="val 12174"/>
            </a:avLst>
          </a:prstGeom>
          <a:solidFill>
            <a:srgbClr val="D9ECE2"/>
          </a:solidFill>
          <a:ln/>
        </p:spPr>
      </p:sp>
      <p:sp>
        <p:nvSpPr>
          <p:cNvPr id="9" name="Shape 7"/>
          <p:cNvSpPr/>
          <p:nvPr/>
        </p:nvSpPr>
        <p:spPr>
          <a:xfrm>
            <a:off x="12153900" y="5429250"/>
            <a:ext cx="5219700" cy="2190750"/>
          </a:xfrm>
          <a:prstGeom prst="roundRect">
            <a:avLst>
              <a:gd name="adj" fmla="val 12174"/>
            </a:avLst>
          </a:prstGeom>
          <a:solidFill>
            <a:srgbClr val="D9ECE2"/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" y="285750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NoSQL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858000" y="285750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Lô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477750" y="285750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38250" y="542925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858000" y="542925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477750" y="542925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800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1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bài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này;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chỉ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100" dirty="0"/>
          </a:p>
        </p:txBody>
      </p:sp>
      <p:sp>
        <p:nvSpPr>
          <p:cNvPr id="17" name="Connector line-1792387763899-26826513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e91a704-f507-4581-b61c-9e374577ad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2057400" y="2857500"/>
            <a:ext cx="14173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38400" y="2857500"/>
            <a:ext cx="134112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ảo: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485900" y="4667250"/>
            <a:ext cx="15316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4667250"/>
            <a:ext cx="145542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"Nối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khác"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6477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4770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chơi;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"ngang"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550" dirty="0"/>
          </a:p>
        </p:txBody>
      </p:sp>
      <p:sp>
        <p:nvSpPr>
          <p:cNvPr id="10" name="Connector line-1792387764652-34072183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0112739-a197-4a1a-b17e-c5698d2160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190750"/>
          </a:xfrm>
          <a:prstGeom prst="rect">
            <a:avLst/>
          </a:prstGeom>
          <a:noFill/>
          <a:ln/>
        </p:spPr>
        <p:txBody>
          <a:bodyPr wrap="square" lIns="0" tIns="15684" rIns="0" bIns="-15684" rtlCol="0" anchor="t"/>
          <a:lstStyle/>
          <a:p>
            <a:pPr algn="l" indent="0" marL="0">
              <a:lnSpc>
                <a:spcPts val="5693"/>
              </a:lnSpc>
              <a:buNone/>
            </a:pPr>
            <a:r>
              <a:rPr lang="en-US" sz="49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49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</a:t>
            </a:r>
            <a:r>
              <a:rPr lang="en-US" sz="49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r>
              <a:rPr lang="en-US" sz="495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hoá</a:t>
            </a:r>
            <a:r>
              <a:rPr lang="en-US" sz="49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495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49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49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95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495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49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nhanh.</a:t>
            </a:r>
            <a:r>
              <a:rPr lang="en-US" sz="49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495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495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49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495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16459200" cy="3238500"/>
          </a:xfrm>
          <a:prstGeom prst="roundRect">
            <a:avLst>
              <a:gd name="adj" fmla="val 9412"/>
            </a:avLst>
          </a:prstGeom>
          <a:solidFill>
            <a:srgbClr val="F8D9D1"/>
          </a:solidFill>
          <a:ln/>
        </p:spPr>
      </p:sp>
      <p:sp>
        <p:nvSpPr>
          <p:cNvPr id="5" name="Text richtext-1792387765435-797167294"/>
          <p:cNvSpPr/>
          <p:nvPr/>
        </p:nvSpPr>
        <p:spPr>
          <a:xfrm>
            <a:off x="1295400" y="4476750"/>
            <a:ext cx="156972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Giá: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Dung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2,6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550" dirty="0"/>
          </a:p>
        </p:txBody>
      </p:sp>
      <p:sp>
        <p:nvSpPr>
          <p:cNvPr id="6" name="Connector line-1792387765443-85057815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6371aa6f-474a-4215-8ebc-c0cb37bf58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2850" dirty="0"/>
          </a:p>
        </p:txBody>
      </p:sp>
      <p:sp>
        <p:nvSpPr>
          <p:cNvPr id="7" name="Text richtext-1792387766198-741599075"/>
          <p:cNvSpPr/>
          <p:nvPr/>
        </p:nvSpPr>
        <p:spPr>
          <a:xfrm>
            <a:off x="12954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nào.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7536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285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2850" dirty="0"/>
          </a:p>
        </p:txBody>
      </p:sp>
      <p:sp>
        <p:nvSpPr>
          <p:cNvPr id="9" name="Text richtext-1792387766203-882518806"/>
          <p:cNvSpPr/>
          <p:nvPr/>
        </p:nvSpPr>
        <p:spPr>
          <a:xfrm>
            <a:off x="97536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550" dirty="0"/>
          </a:p>
        </p:txBody>
      </p:sp>
      <p:sp>
        <p:nvSpPr>
          <p:cNvPr id="10" name="Connector line-1792387766207-32310852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7598d67-065a-4d97-b1b3-a5c5c3ad54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048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REST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05250" y="2838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REpresentational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143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095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3815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NoSQL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905250" y="4171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only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905250" y="44767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"Không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SQL":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429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5715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05250" y="5505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905250" y="5810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239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7715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Minimize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coordination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scale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2250" dirty="0"/>
          </a:p>
        </p:txBody>
      </p:sp>
      <p:sp>
        <p:nvSpPr>
          <p:cNvPr id="18" name="Connector line-1792387767002-49048223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7cdd4ac1-65a2-4b47-9a05-b164b7bf8f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2026-10-19T07:44:29Z</dcterms:created>
  <dcterms:modified xsi:type="dcterms:W3CDTF">2026-10-19T07:44:29Z</dcterms:modified>
</cp:coreProperties>
</file>