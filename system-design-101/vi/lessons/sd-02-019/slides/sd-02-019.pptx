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Netflix:</a:t>
            </a:r>
            <a:r>
              <a:rPr lang="en-US" sz="75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thay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79576915-65303775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4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1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hoạch,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Build,</a:t>
            </a:r>
            <a:r>
              <a:rPr lang="en-US" sz="315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r>
              <a:rPr lang="en-US" sz="315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15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Giám</a:t>
            </a:r>
            <a:r>
              <a:rPr lang="en-US" sz="31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sát,</a:t>
            </a:r>
            <a:r>
              <a:rPr lang="en-US" sz="31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022ec2e-006c-4ca9-b373-18563f65ec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chặng của</a:t>
            </a:r>
            <a:r>
              <a:rPr lang="en-US" sz="48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48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sau?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3834441-3283-4d29-b76f-3e445ff96a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1–2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</a:t>
            </a:r>
            <a:r>
              <a:rPr lang="en-US" sz="1950" b="1" spc="2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cần làm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345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000" dirty="0"/>
          </a:p>
        </p:txBody>
      </p:sp>
      <p:sp>
        <p:nvSpPr>
          <p:cNvPr id="10" name="Connector line-1792379579962-252216847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CONFLUENCE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tài liệu</a:t>
            </a:r>
            <a:endParaRPr lang="en-US" sz="3000" dirty="0"/>
          </a:p>
        </p:txBody>
      </p:sp>
      <p:sp>
        <p:nvSpPr>
          <p:cNvPr id="14" name="Connector line-1792379579966-184188371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VIẾT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000" dirty="0"/>
          </a:p>
        </p:txBody>
      </p:sp>
      <p:sp>
        <p:nvSpPr>
          <p:cNvPr id="18" name="Connector line-1792379579971-42747942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9193d56-4621-43a6-b6fd-c24f809162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3–4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 nguồn</a:t>
            </a:r>
            <a:r>
              <a:rPr lang="en-US" sz="66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AMI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800" b="1" spc="1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300" dirty="0" spc="-4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3300" dirty="0"/>
          </a:p>
        </p:txBody>
      </p:sp>
      <p:sp>
        <p:nvSpPr>
          <p:cNvPr id="7" name="Connector line-1792379580813-122313601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BUILD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Gradle,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plugin</a:t>
            </a:r>
            <a:r>
              <a:rPr lang="en-US" sz="3300" dirty="0" spc="-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endParaRPr lang="en-US" sz="3300" dirty="0"/>
          </a:p>
        </p:txBody>
      </p:sp>
      <p:sp>
        <p:nvSpPr>
          <p:cNvPr id="11" name="Connector line-1792379580817-723370945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ĐÓNG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AMI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3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23f5109-b3af-4216-a2df-c971887f31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dần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22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hỗn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loạn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6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Spinnaker,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canary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nhỏ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017f789-94c4-4c45-978a-2b402f3c8b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7–8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1950" b="1" spc="23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Atlas: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Kayenta: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PagerDuty: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b5be338-839d-4dbc-aba2-1e150a5dbe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Canary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Kayenta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r>
              <a:rPr lang="en-US" sz="345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lâu?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“mỗi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gì” là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22b1d9a-f4be-496f-8588-9f4ce9d114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Canary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nhiều: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</a:t>
            </a:r>
            <a:endParaRPr lang="en-US" sz="2700" dirty="0"/>
          </a:p>
        </p:txBody>
      </p:sp>
      <p:sp>
        <p:nvSpPr>
          <p:cNvPr id="5" name="Connector line-1792379625659-1651022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endParaRPr lang="en-US" sz="2700" dirty="0"/>
          </a:p>
        </p:txBody>
      </p:sp>
      <p:sp>
        <p:nvSpPr>
          <p:cNvPr id="7" name="Connector line-1792379625661-479135565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canary</a:t>
            </a:r>
            <a:endParaRPr lang="en-US" sz="2700" dirty="0"/>
          </a:p>
        </p:txBody>
      </p:sp>
      <p:sp>
        <p:nvSpPr>
          <p:cNvPr id="9" name="Connector line-1792379625663-493746596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Tỉ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250" dirty="0"/>
          </a:p>
        </p:txBody>
      </p:sp>
      <p:sp>
        <p:nvSpPr>
          <p:cNvPr id="11" name="Connector line-1792379625665-143075804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Dừng,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AMI</a:t>
            </a:r>
            <a:r>
              <a:rPr lang="en-US" sz="225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3" name="Connector line-1792379625668-168388308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15" name="Connector line-1792379625670-860522283"/>
          <p:cNvSpPr/>
          <p:nvPr/>
        </p:nvSpPr>
        <p:spPr>
          <a:xfrm flipH="1"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b="1" dirty="0" spc="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bc199724-7058-4968-b768-7ae638191a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Giám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6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e022168-4a8a-4a62-add4-314abf2cca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Machine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ảo</a:t>
                      </a:r>
                      <a:r>
                        <a:rPr lang="en-US" sz="2250" dirty="0" spc="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đóng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sẵn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665fa70-65cc-4b72-92ed-ce0ca6a1df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2026-10-19T03:14:24Z</dcterms:created>
  <dcterms:modified xsi:type="dcterms:W3CDTF">2026-10-19T03:14:24Z</dcterms:modified>
</cp:coreProperties>
</file>