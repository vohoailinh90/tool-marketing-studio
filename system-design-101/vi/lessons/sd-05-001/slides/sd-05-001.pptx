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04775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01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9334500" cy="3238500"/>
          </a:xfrm>
          <a:prstGeom prst="rect">
            <a:avLst/>
          </a:prstGeom>
          <a:noFill/>
          <a:ln/>
        </p:spPr>
        <p:txBody>
          <a:bodyPr wrap="square" lIns="0" tIns="82296" rIns="0" bIns="-82296" rtlCol="0" anchor="t"/>
          <a:lstStyle/>
          <a:p>
            <a:pPr algn="l" indent="0" marL="0">
              <a:lnSpc>
                <a:spcPts val="8100"/>
              </a:lnSpc>
              <a:buNone/>
            </a:pP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Các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kiểu</a:t>
            </a:r>
            <a:r>
              <a:rPr lang="en-US" sz="81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SQL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JOIN</a:t>
            </a:r>
            <a:r>
              <a:rPr lang="en-US" sz="81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hoạt</a:t>
            </a:r>
            <a:r>
              <a:rPr lang="en-US" sz="8100" dirty="0" spc="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động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thế</a:t>
            </a:r>
            <a:r>
              <a:rPr lang="en-US" sz="8100" dirty="0" spc="-4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nào?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4857750"/>
            <a:ext cx="9906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JOIN</a:t>
            </a:r>
            <a:r>
              <a:rPr lang="en-US" sz="30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ghép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30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bảng</a:t>
            </a:r>
            <a:r>
              <a:rPr lang="en-US" sz="30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3000" dirty="0" spc="2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5810250"/>
            <a:ext cx="40005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INNER</a:t>
            </a:r>
            <a:r>
              <a:rPr lang="en-US" sz="2100" b="1" dirty="0" spc="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JOIN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5143500" y="5810250"/>
            <a:ext cx="40005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LEFT</a:t>
            </a:r>
            <a:r>
              <a:rPr lang="en-US" sz="2100" b="1" dirty="0" spc="-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JOIN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14400" y="6762750"/>
            <a:ext cx="40005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RIGHT</a:t>
            </a:r>
            <a:r>
              <a:rPr lang="en-US" sz="2100" b="1" dirty="0" spc="0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JOIN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5143500" y="6762750"/>
            <a:ext cx="40005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FULL</a:t>
            </a:r>
            <a:r>
              <a:rPr lang="en-US" sz="2100" b="1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OUTER JOIN</a:t>
            </a:r>
            <a:endParaRPr lang="en-US" sz="2100" dirty="0"/>
          </a:p>
        </p:txBody>
      </p:sp>
      <p:sp>
        <p:nvSpPr>
          <p:cNvPr id="9" name="Connector line-1792369329968-277276771"/>
          <p:cNvSpPr/>
          <p:nvPr/>
        </p:nvSpPr>
        <p:spPr>
          <a:xfrm>
            <a:off x="914400" y="7905750"/>
            <a:ext cx="8229600" cy="0"/>
          </a:xfrm>
          <a:prstGeom prst="line">
            <a:avLst/>
          </a:prstGeom>
          <a:noFill/>
          <a:ln w="19050">
            <a:solidFill>
              <a:srgbClr val="2E3240"/>
            </a:solidFill>
            <a:prstDash val="solid"/>
            <a:headEnd type="none"/>
            <a:tailEnd type="none"/>
          </a:ln>
        </p:spPr>
      </p:sp>
      <p:sp>
        <p:nvSpPr>
          <p:cNvPr id="10" name="Text 8"/>
          <p:cNvSpPr/>
          <p:nvPr/>
        </p:nvSpPr>
        <p:spPr>
          <a:xfrm>
            <a:off x="914400" y="8096250"/>
            <a:ext cx="857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SQL:</a:t>
            </a:r>
            <a:r>
              <a:rPr lang="en-US" sz="210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</a:t>
            </a:r>
            <a:r>
              <a:rPr lang="en-US" sz="21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vấn</a:t>
            </a:r>
            <a:r>
              <a:rPr lang="en-US" sz="21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trúc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914400" y="9620250"/>
            <a:ext cx="8572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ví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SQLite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3.45.1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11239500" y="1905000"/>
            <a:ext cx="24765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b="1" spc="22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BẢNG</a:t>
            </a:r>
            <a:r>
              <a:rPr lang="en-US" sz="1950" b="1" spc="22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khach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14287500" y="1905000"/>
            <a:ext cx="28575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b="1" spc="22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BẢNG</a:t>
            </a:r>
            <a:r>
              <a:rPr lang="en-US" sz="1950" b="1" spc="21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don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11239500" y="2476500"/>
            <a:ext cx="2476500" cy="914400"/>
          </a:xfrm>
          <a:prstGeom prst="roundRect">
            <a:avLst>
              <a:gd name="adj" fmla="val 20833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An</a:t>
            </a:r>
            <a:endParaRPr lang="en-US" sz="2700" dirty="0"/>
          </a:p>
        </p:txBody>
      </p:sp>
      <p:sp>
        <p:nvSpPr>
          <p:cNvPr id="15" name="Text 13"/>
          <p:cNvSpPr/>
          <p:nvPr/>
        </p:nvSpPr>
        <p:spPr>
          <a:xfrm>
            <a:off x="11239500" y="3810000"/>
            <a:ext cx="2476500" cy="914400"/>
          </a:xfrm>
          <a:prstGeom prst="roundRect">
            <a:avLst>
              <a:gd name="adj" fmla="val 20833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Binh</a:t>
            </a:r>
            <a:endParaRPr lang="en-US" sz="2700" dirty="0"/>
          </a:p>
        </p:txBody>
      </p:sp>
      <p:sp>
        <p:nvSpPr>
          <p:cNvPr id="16" name="Text 14"/>
          <p:cNvSpPr/>
          <p:nvPr/>
        </p:nvSpPr>
        <p:spPr>
          <a:xfrm>
            <a:off x="11239500" y="5143500"/>
            <a:ext cx="2476500" cy="914400"/>
          </a:xfrm>
          <a:prstGeom prst="roundRect">
            <a:avLst>
              <a:gd name="adj" fmla="val 20833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Chi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14668500" y="2476500"/>
            <a:ext cx="2476500" cy="914400"/>
          </a:xfrm>
          <a:prstGeom prst="roundRect">
            <a:avLst>
              <a:gd name="adj" fmla="val 20833"/>
            </a:avLst>
          </a:prstGeom>
          <a:solidFill>
            <a:srgbClr val="1E212B"/>
          </a:solidFill>
          <a:ln w="19050">
            <a:solidFill>
              <a:srgbClr val="E4E1D8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đơn</a:t>
            </a: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100</a:t>
            </a:r>
            <a:endParaRPr lang="en-US" sz="2250" dirty="0"/>
          </a:p>
        </p:txBody>
      </p:sp>
      <p:sp>
        <p:nvSpPr>
          <p:cNvPr id="18" name="Text 16"/>
          <p:cNvSpPr/>
          <p:nvPr/>
        </p:nvSpPr>
        <p:spPr>
          <a:xfrm>
            <a:off x="14668500" y="3810000"/>
            <a:ext cx="2476500" cy="914400"/>
          </a:xfrm>
          <a:prstGeom prst="roundRect">
            <a:avLst>
              <a:gd name="adj" fmla="val 20833"/>
            </a:avLst>
          </a:prstGeom>
          <a:solidFill>
            <a:srgbClr val="1E212B"/>
          </a:solidFill>
          <a:ln w="19050">
            <a:solidFill>
              <a:srgbClr val="E4E1D8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đơn</a:t>
            </a:r>
            <a:r>
              <a:rPr lang="en-US" sz="22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</a:t>
            </a: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50</a:t>
            </a:r>
            <a:endParaRPr lang="en-US" sz="2250" dirty="0"/>
          </a:p>
        </p:txBody>
      </p:sp>
      <p:sp>
        <p:nvSpPr>
          <p:cNvPr id="19" name="Text 17"/>
          <p:cNvSpPr/>
          <p:nvPr/>
        </p:nvSpPr>
        <p:spPr>
          <a:xfrm>
            <a:off x="14668500" y="5143500"/>
            <a:ext cx="2476500" cy="914400"/>
          </a:xfrm>
          <a:prstGeom prst="roundRect">
            <a:avLst>
              <a:gd name="adj" fmla="val 20833"/>
            </a:avLst>
          </a:prstGeom>
          <a:solidFill>
            <a:srgbClr val="1E212B"/>
          </a:solidFill>
          <a:ln w="19050">
            <a:solidFill>
              <a:srgbClr val="E4E1D8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đơn</a:t>
            </a:r>
            <a:r>
              <a:rPr lang="en-US" sz="22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12</a:t>
            </a: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250" b="1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70</a:t>
            </a:r>
            <a:endParaRPr lang="en-US" sz="2250" dirty="0"/>
          </a:p>
        </p:txBody>
      </p:sp>
      <p:sp>
        <p:nvSpPr>
          <p:cNvPr id="20" name="Connector line-1792369329988-357335636"/>
          <p:cNvSpPr/>
          <p:nvPr/>
        </p:nvSpPr>
        <p:spPr>
          <a:xfrm>
            <a:off x="13716000" y="2933700"/>
            <a:ext cx="952500" cy="0"/>
          </a:xfrm>
          <a:prstGeom prst="line">
            <a:avLst/>
          </a:prstGeom>
          <a:noFill/>
          <a:ln w="47625">
            <a:solidFill>
              <a:srgbClr val="FFB454"/>
            </a:solidFill>
            <a:prstDash val="solid"/>
            <a:headEnd type="none"/>
            <a:tailEnd type="none"/>
          </a:ln>
        </p:spPr>
      </p:sp>
      <p:sp>
        <p:nvSpPr>
          <p:cNvPr id="21" name="Shape 19"/>
          <p:cNvSpPr/>
          <p:nvPr/>
        </p:nvSpPr>
        <p:spPr>
          <a:xfrm>
            <a:off x="13716000" y="2933700"/>
            <a:ext cx="952500" cy="1333500"/>
          </a:xfrm>
          <a:custGeom>
            <a:avLst/>
            <a:gdLst/>
            <a:ahLst/>
            <a:cxnLst/>
            <a:rect l="l" t="t" r="r" b="b"/>
            <a:pathLst>
              <a:path w="952500" h="1333500">
                <a:moveTo>
                  <a:pt x="0" y="0"/>
                </a:moveTo>
                <a:cubicBezTo>
                  <a:pt x="476250" y="0"/>
                  <a:pt x="476250" y="1333500"/>
                  <a:pt x="952500" y="1333500"/>
                </a:cubicBezTo>
              </a:path>
            </a:pathLst>
          </a:custGeom>
          <a:ln w="47625">
            <a:solidFill>
              <a:srgbClr val="FFB45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1239500" y="6572250"/>
            <a:ext cx="59055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An</a:t>
            </a:r>
            <a:r>
              <a:rPr lang="en-US" sz="19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1950" dirty="0" spc="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đơn; đơn</a:t>
            </a:r>
            <a:r>
              <a:rPr lang="en-US" sz="19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12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9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9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endParaRPr lang="en-US" sz="195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d55497b6-e3b7-43b0-9c09-b534e4392ac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VÍ</a:t>
            </a:r>
            <a:r>
              <a:rPr lang="en-US" sz="1800" b="1" spc="30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r>
              <a:rPr lang="en-US" sz="180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r>
              <a:rPr lang="en-US" sz="1800" b="1" spc="30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1800" b="1" spc="27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1800" b="1" spc="29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BỐN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KIỂU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Hai</a:t>
            </a:r>
            <a:r>
              <a:rPr lang="en-US" sz="7200" dirty="0" spc="1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bảng,</a:t>
            </a:r>
            <a:r>
              <a:rPr lang="en-US" sz="72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7200" dirty="0" spc="2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điều</a:t>
            </a:r>
            <a:r>
              <a:rPr lang="en-US" sz="7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kiện ghép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2857500"/>
            <a:ext cx="533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22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BẢNG</a:t>
            </a:r>
            <a:r>
              <a:rPr lang="en-US" sz="2100" b="1" spc="22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khach</a:t>
            </a:r>
            <a:endParaRPr lang="en-US" sz="21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3390900"/>
          <a:ext cx="13716000" cy="914400"/>
        </p:xfrm>
        <a:graphic>
          <a:graphicData uri="http://schemas.openxmlformats.org/drawingml/2006/table">
            <a:tbl>
              <a:tblPr/>
              <a:tblGrid>
                <a:gridCol w="5334000"/>
              </a:tblGrid>
              <a:tr h="9144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b="1" dirty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khach.ma</a:t>
                      </a:r>
                      <a:endParaRPr lang="en-US" sz="1200" dirty="0"/>
                    </a:p>
                  </a:txBody>
                  <a:tcPr marL="228600" marR="228600" marT="228600" marB="22860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dirty="0" spc="-2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An</a:t>
                      </a:r>
                      <a:endParaRPr lang="en-US" sz="1200" dirty="0"/>
                    </a:p>
                  </a:txBody>
                  <a:tcPr marL="228600" marR="228600" marT="228600" marB="22860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dirty="0" spc="-2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Binh</a:t>
                      </a:r>
                      <a:endParaRPr lang="en-US" sz="1200" dirty="0"/>
                    </a:p>
                  </a:txBody>
                  <a:tcPr marL="228600" marR="228600" marT="228600" marB="22860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dirty="0" spc="1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Chi</a:t>
                      </a:r>
                      <a:endParaRPr lang="en-US" sz="1200" dirty="0"/>
                    </a:p>
                  </a:txBody>
                  <a:tcPr marL="228600" marR="228600" marT="228600" marB="22860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239000" y="2857500"/>
            <a:ext cx="1013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22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BẢNG</a:t>
            </a:r>
            <a:r>
              <a:rPr lang="en-US" sz="2100" b="1" spc="21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don</a:t>
            </a:r>
            <a:endParaRPr lang="en-US" sz="2100" dirty="0"/>
          </a:p>
        </p:txBody>
      </p:sp>
      <p:graphicFrame>
        <p:nvGraphicFramePr>
          <p:cNvPr id="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239000" y="3390900"/>
          <a:ext cx="13716000" cy="914400"/>
        </p:xfrm>
        <a:graphic>
          <a:graphicData uri="http://schemas.openxmlformats.org/drawingml/2006/table">
            <a:tbl>
              <a:tblPr/>
              <a:tblGrid>
                <a:gridCol w="3378200"/>
                <a:gridCol w="3378200"/>
                <a:gridCol w="3378200"/>
              </a:tblGrid>
              <a:tr h="9144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b="1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don.id</a:t>
                      </a:r>
                      <a:endParaRPr lang="en-US" sz="1200" dirty="0"/>
                    </a:p>
                  </a:txBody>
                  <a:tcPr marL="228600" marR="228600" marT="228600" marB="22860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b="1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tien</a:t>
                      </a:r>
                      <a:endParaRPr lang="en-US" sz="1200" dirty="0"/>
                    </a:p>
                  </a:txBody>
                  <a:tcPr marL="228600" marR="228600" marT="228600" marB="22860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b="1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ma_khach</a:t>
                      </a:r>
                      <a:endParaRPr lang="en-US" sz="1200" dirty="0"/>
                    </a:p>
                  </a:txBody>
                  <a:tcPr marL="228600" marR="228600" marT="228600" marB="22860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dirty="0" spc="1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10</a:t>
                      </a:r>
                      <a:endParaRPr lang="en-US" sz="1200" dirty="0"/>
                    </a:p>
                  </a:txBody>
                  <a:tcPr marL="228600" marR="228600" marT="228600" marB="22860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dirty="0" spc="1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100</a:t>
                      </a:r>
                      <a:endParaRPr lang="en-US" sz="1200" dirty="0"/>
                    </a:p>
                  </a:txBody>
                  <a:tcPr marL="228600" marR="228600" marT="228600" marB="22860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dirty="0" spc="-2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An</a:t>
                      </a:r>
                      <a:endParaRPr lang="en-US" sz="1200" dirty="0"/>
                    </a:p>
                  </a:txBody>
                  <a:tcPr marL="228600" marR="228600" marT="228600" marB="22860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dirty="0" spc="2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11</a:t>
                      </a:r>
                      <a:endParaRPr lang="en-US" sz="1200" dirty="0"/>
                    </a:p>
                  </a:txBody>
                  <a:tcPr marL="228600" marR="228600" marT="228600" marB="22860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dirty="0" spc="-3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50</a:t>
                      </a:r>
                      <a:endParaRPr lang="en-US" sz="1200" dirty="0"/>
                    </a:p>
                  </a:txBody>
                  <a:tcPr marL="228600" marR="228600" marT="228600" marB="22860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dirty="0" spc="-2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An</a:t>
                      </a:r>
                      <a:endParaRPr lang="en-US" sz="1200" dirty="0"/>
                    </a:p>
                  </a:txBody>
                  <a:tcPr marL="228600" marR="228600" marT="228600" marB="22860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dirty="0" spc="-1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12</a:t>
                      </a:r>
                      <a:endParaRPr lang="en-US" sz="1200" dirty="0"/>
                    </a:p>
                  </a:txBody>
                  <a:tcPr marL="228600" marR="228600" marT="228600" marB="22860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dirty="0" spc="-66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70</a:t>
                      </a:r>
                      <a:endParaRPr lang="en-US" sz="1200" dirty="0"/>
                    </a:p>
                  </a:txBody>
                  <a:tcPr marL="228600" marR="228600" marT="228600" marB="22860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dirty="0" spc="-2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không</a:t>
                      </a:r>
                      <a:r>
                        <a:rPr lang="en-US" sz="2700" dirty="0" spc="0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có khách</a:t>
                      </a:r>
                      <a:endParaRPr lang="en-US" sz="1200" dirty="0"/>
                    </a:p>
                  </a:txBody>
                  <a:tcPr marL="228600" marR="228600" marT="228600" marB="22860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D9D0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914400" y="7524750"/>
            <a:ext cx="16459200" cy="1047750"/>
          </a:xfrm>
          <a:prstGeom prst="roundRect">
            <a:avLst>
              <a:gd name="adj" fmla="val 25455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Bốn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kiểu khác nhau</a:t>
            </a:r>
            <a:r>
              <a:rPr lang="en-US" sz="28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8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28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8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cặp</a:t>
            </a:r>
            <a:endParaRPr lang="en-US" sz="2850" dirty="0"/>
          </a:p>
        </p:txBody>
      </p:sp>
      <p:sp>
        <p:nvSpPr>
          <p:cNvPr id="9" name="Connector line-1792369360809-538537425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10" name="Shape 6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21920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2" name="Shape 8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21" name="Shape 1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e219156e-5377-43aa-b3ec-7d8ce55b7e1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KIỂU</a:t>
            </a:r>
            <a:r>
              <a:rPr lang="en-US" sz="1800" b="1" spc="30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80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INNER JOIN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Chỉ</a:t>
            </a: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giữ</a:t>
            </a:r>
            <a:r>
              <a:rPr lang="en-US" sz="72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</a:t>
            </a:r>
            <a:r>
              <a:rPr lang="en-US" sz="72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cặp</a:t>
            </a:r>
            <a:r>
              <a:rPr lang="en-US" sz="7200" dirty="0" spc="-4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khớp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3143250"/>
            <a:ext cx="3619500" cy="1143000"/>
          </a:xfrm>
          <a:prstGeom prst="roundRect">
            <a:avLst>
              <a:gd name="adj" fmla="val 20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khach: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27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914400" y="4667250"/>
            <a:ext cx="3619500" cy="1143000"/>
          </a:xfrm>
          <a:prstGeom prst="roundRect">
            <a:avLst>
              <a:gd name="adj" fmla="val 20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don: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27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endParaRPr lang="en-US" sz="2700" dirty="0"/>
          </a:p>
        </p:txBody>
      </p:sp>
      <p:sp>
        <p:nvSpPr>
          <p:cNvPr id="6" name="Connector line-1792369380558-342910464"/>
          <p:cNvSpPr/>
          <p:nvPr/>
        </p:nvSpPr>
        <p:spPr>
          <a:xfrm>
            <a:off x="4667250" y="4476750"/>
            <a:ext cx="1047750" cy="0"/>
          </a:xfrm>
          <a:prstGeom prst="line">
            <a:avLst/>
          </a:prstGeom>
          <a:noFill/>
          <a:ln w="57150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7" name="Text 5"/>
          <p:cNvSpPr/>
          <p:nvPr/>
        </p:nvSpPr>
        <p:spPr>
          <a:xfrm>
            <a:off x="5867400" y="3619500"/>
            <a:ext cx="4953000" cy="1714500"/>
          </a:xfrm>
          <a:prstGeom prst="roundRect">
            <a:avLst>
              <a:gd name="adj" fmla="val 15556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ON don.ma_khach</a:t>
            </a:r>
            <a:r>
              <a:rPr lang="en-US" sz="25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=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khach.ma</a:t>
            </a:r>
            <a:endParaRPr lang="en-US" sz="2550" dirty="0"/>
          </a:p>
        </p:txBody>
      </p:sp>
      <p:sp>
        <p:nvSpPr>
          <p:cNvPr id="8" name="Connector line-1792369380561-211110970"/>
          <p:cNvSpPr/>
          <p:nvPr/>
        </p:nvSpPr>
        <p:spPr>
          <a:xfrm>
            <a:off x="10953750" y="4476750"/>
            <a:ext cx="1047750" cy="0"/>
          </a:xfrm>
          <a:prstGeom prst="line">
            <a:avLst/>
          </a:prstGeom>
          <a:noFill/>
          <a:ln w="57150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12153900" y="2857500"/>
            <a:ext cx="5219700" cy="3238500"/>
          </a:xfrm>
          <a:prstGeom prst="roundRect">
            <a:avLst>
              <a:gd name="adj" fmla="val 8235"/>
            </a:avLst>
          </a:prstGeom>
          <a:solidFill>
            <a:srgbClr val="F3DFB8"/>
          </a:solidFill>
          <a:ln w="38100">
            <a:solidFill>
              <a:srgbClr val="B4530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2534900" y="3105150"/>
            <a:ext cx="44767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KẾT</a:t>
            </a:r>
            <a:r>
              <a:rPr lang="en-US" sz="2100" b="1" spc="21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r>
              <a:rPr lang="en-US" sz="210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b="1" spc="22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r>
              <a:rPr lang="en-US" sz="2100" b="1" spc="22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12534900" y="3714750"/>
            <a:ext cx="4457700" cy="914400"/>
          </a:xfrm>
          <a:prstGeom prst="roundRect">
            <a:avLst>
              <a:gd name="adj" fmla="val 20833"/>
            </a:avLst>
          </a:prstGeom>
          <a:solidFill>
            <a:srgbClr val="FBF8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An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–</a:t>
            </a:r>
            <a:r>
              <a:rPr lang="en-US" sz="285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đơn</a:t>
            </a:r>
            <a:r>
              <a:rPr lang="en-US" sz="28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endParaRPr lang="en-US" sz="2850" dirty="0"/>
          </a:p>
        </p:txBody>
      </p:sp>
      <p:sp>
        <p:nvSpPr>
          <p:cNvPr id="12" name="Text 10"/>
          <p:cNvSpPr/>
          <p:nvPr/>
        </p:nvSpPr>
        <p:spPr>
          <a:xfrm>
            <a:off x="12534900" y="4857750"/>
            <a:ext cx="4457700" cy="914400"/>
          </a:xfrm>
          <a:prstGeom prst="roundRect">
            <a:avLst>
              <a:gd name="adj" fmla="val 20833"/>
            </a:avLst>
          </a:prstGeom>
          <a:solidFill>
            <a:srgbClr val="FBF8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An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–</a:t>
            </a:r>
            <a:r>
              <a:rPr lang="en-US" sz="285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đơn</a:t>
            </a:r>
            <a:r>
              <a:rPr lang="en-US" sz="28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</a:t>
            </a:r>
            <a:endParaRPr lang="en-US" sz="2850" dirty="0"/>
          </a:p>
        </p:txBody>
      </p:sp>
      <p:sp>
        <p:nvSpPr>
          <p:cNvPr id="13" name="Text 11"/>
          <p:cNvSpPr/>
          <p:nvPr/>
        </p:nvSpPr>
        <p:spPr>
          <a:xfrm>
            <a:off x="914400" y="6858000"/>
            <a:ext cx="8572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22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BIẾN</a:t>
            </a:r>
            <a:r>
              <a:rPr lang="en-US" sz="2100" b="1" spc="17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914400" y="7429500"/>
            <a:ext cx="2857500" cy="838200"/>
          </a:xfrm>
          <a:prstGeom prst="roundRect">
            <a:avLst>
              <a:gd name="adj" fmla="val 50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Binh</a:t>
            </a:r>
            <a:endParaRPr lang="en-US" sz="2700" dirty="0"/>
          </a:p>
        </p:txBody>
      </p:sp>
      <p:sp>
        <p:nvSpPr>
          <p:cNvPr id="15" name="Text 13"/>
          <p:cNvSpPr/>
          <p:nvPr/>
        </p:nvSpPr>
        <p:spPr>
          <a:xfrm>
            <a:off x="4000500" y="7429500"/>
            <a:ext cx="2857500" cy="838200"/>
          </a:xfrm>
          <a:prstGeom prst="roundRect">
            <a:avLst>
              <a:gd name="adj" fmla="val 50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Chi</a:t>
            </a:r>
            <a:endParaRPr lang="en-US" sz="2700" dirty="0"/>
          </a:p>
        </p:txBody>
      </p:sp>
      <p:sp>
        <p:nvSpPr>
          <p:cNvPr id="16" name="Text 14"/>
          <p:cNvSpPr/>
          <p:nvPr/>
        </p:nvSpPr>
        <p:spPr>
          <a:xfrm>
            <a:off x="7086600" y="7429500"/>
            <a:ext cx="2857500" cy="838200"/>
          </a:xfrm>
          <a:prstGeom prst="roundRect">
            <a:avLst>
              <a:gd name="adj" fmla="val 50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đơn</a:t>
            </a:r>
            <a:r>
              <a:rPr lang="en-US" sz="2700" b="1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12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10382250" y="7524750"/>
            <a:ext cx="69913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 không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khớp</a:t>
            </a:r>
            <a:r>
              <a:rPr lang="en-US" sz="2550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đều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bỏ.</a:t>
            </a:r>
            <a:endParaRPr lang="en-US" sz="2550" dirty="0"/>
          </a:p>
        </p:txBody>
      </p:sp>
      <p:sp>
        <p:nvSpPr>
          <p:cNvPr id="18" name="Connector line-1792369380579-309915502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54305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2" name="Shape 20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03/10</a:t>
            </a:r>
            <a:endParaRPr lang="en-US" sz="165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956ec299-f2cf-4a48-ab1b-9ca0688fe40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KIỂU</a:t>
            </a:r>
            <a:r>
              <a:rPr lang="en-US" sz="1800" b="1" spc="29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r>
              <a:rPr lang="en-US" sz="1800" b="1" spc="30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LEFT JOIN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Giữ mọi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khách,</a:t>
            </a:r>
            <a:r>
              <a:rPr lang="en-US" sz="72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bảng</a:t>
            </a:r>
            <a:r>
              <a:rPr lang="en-US" sz="72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bên</a:t>
            </a:r>
            <a:r>
              <a:rPr lang="en-US" sz="7200" dirty="0" spc="-2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trái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12001500" y="3048000"/>
            <a:ext cx="5372100" cy="4953000"/>
          </a:xfrm>
          <a:prstGeom prst="roundRect">
            <a:avLst>
              <a:gd name="adj" fmla="val 5385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477750" y="3429000"/>
            <a:ext cx="44767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ĐIỀU</a:t>
            </a:r>
            <a:r>
              <a:rPr lang="en-US" sz="1950" b="1" spc="204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22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6" name="Text richtext-1792369400616-844908793"/>
          <p:cNvSpPr/>
          <p:nvPr/>
        </p:nvSpPr>
        <p:spPr>
          <a:xfrm>
            <a:off x="12477750" y="4000500"/>
            <a:ext cx="4476750" cy="381000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marL="342900" indent="-244981">
              <a:lnSpc>
                <a:spcPts val="3645"/>
              </a:lnSpc>
              <a:spcAft>
                <a:spcPts val="1500"/>
              </a:spcAft>
              <a:buSzPct val="100000"/>
              <a:buFont typeface="Arial"/>
              <a:buChar char="•"/>
            </a:pP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Mọi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27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bảng</a:t>
            </a:r>
            <a:r>
              <a:rPr lang="en-US" sz="2700" dirty="0" spc="-2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trái</a:t>
            </a:r>
            <a:r>
              <a:rPr lang="en-US" sz="2700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endParaRPr lang="en-US" sz="2700" dirty="0"/>
          </a:p>
          <a:p>
            <a:pPr algn="l" marL="342900" indent="-244981">
              <a:lnSpc>
                <a:spcPts val="3645"/>
              </a:lnSpc>
              <a:spcAft>
                <a:spcPts val="1500"/>
              </a:spcAft>
              <a:buSzPct val="100000"/>
              <a:buFont typeface="Arial"/>
              <a:buChar char="•"/>
            </a:pP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Khách</a:t>
            </a:r>
            <a:r>
              <a:rPr lang="en-US" sz="2700" dirty="0" spc="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dirty="0" spc="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đơn</a:t>
            </a:r>
            <a:r>
              <a:rPr lang="en-US" sz="270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70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xuất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hiện</a:t>
            </a:r>
            <a:endParaRPr lang="en-US" sz="2700" dirty="0"/>
          </a:p>
          <a:p>
            <a:pPr algn="l" marL="342900" indent="-244981">
              <a:lnSpc>
                <a:spcPts val="3645"/>
              </a:lnSpc>
              <a:buSzPct val="100000"/>
              <a:buFont typeface="Arial"/>
              <a:buChar char="•"/>
            </a:pP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Phần</a:t>
            </a:r>
            <a:r>
              <a:rPr lang="en-US" sz="270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đơn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 họ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NULL</a:t>
            </a:r>
            <a:endParaRPr lang="en-US" sz="2700" dirty="0"/>
          </a:p>
        </p:txBody>
      </p:sp>
      <p:sp>
        <p:nvSpPr>
          <p:cNvPr id="7" name="Connector line-1792369400637-437698641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2E3240"/>
            </a:solidFill>
            <a:prstDash val="solid"/>
            <a:headEnd type="none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866900" y="9391650"/>
            <a:ext cx="190500" cy="1905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2" name="Shape 10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3048000"/>
          <a:ext cx="13716000" cy="914400"/>
        </p:xfrm>
        <a:graphic>
          <a:graphicData uri="http://schemas.openxmlformats.org/drawingml/2006/table">
            <a:tbl>
              <a:tblPr/>
              <a:tblGrid>
                <a:gridCol w="5238750"/>
                <a:gridCol w="5238750"/>
              </a:tblGrid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420"/>
                        </a:lnSpc>
                        <a:buNone/>
                      </a:pPr>
                      <a:r>
                        <a:rPr lang="en-US" sz="2850" b="1" dirty="0" spc="-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khach</a:t>
                      </a:r>
                      <a:endParaRPr lang="en-US" sz="1200" dirty="0"/>
                    </a:p>
                  </a:txBody>
                  <a:tcPr marL="285750" marR="285750" marT="285750" marB="270510">
                    <a:lnL w="19050" cap="flat" cmpd="sng" algn="ctr">
                      <a:solidFill>
                        <a:srgbClr val="2E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2E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3DD6A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420"/>
                        </a:lnSpc>
                        <a:buNone/>
                      </a:pPr>
                      <a:r>
                        <a:rPr lang="en-US" sz="2850" b="1" dirty="0" spc="-9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don</a:t>
                      </a:r>
                      <a:endParaRPr lang="en-US" sz="1200" dirty="0"/>
                    </a:p>
                  </a:txBody>
                  <a:tcPr marL="285750" marR="285750" marT="285750" marB="270510">
                    <a:lnL w="19050" cap="flat" cmpd="sng" algn="ctr">
                      <a:solidFill>
                        <a:srgbClr val="2E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2E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2E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3DD6A0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420"/>
                        </a:lnSpc>
                        <a:buNone/>
                      </a:pPr>
                      <a:r>
                        <a:rPr lang="en-US" sz="2850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An</a:t>
                      </a:r>
                      <a:endParaRPr lang="en-US" sz="1200" dirty="0"/>
                    </a:p>
                  </a:txBody>
                  <a:tcPr marL="285750" marR="285750" marT="285750" marB="270510">
                    <a:lnL w="19050" cap="flat" cmpd="sng" algn="ctr">
                      <a:solidFill>
                        <a:srgbClr val="2E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2E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420"/>
                        </a:lnSpc>
                        <a:buNone/>
                      </a:pPr>
                      <a:r>
                        <a:rPr lang="en-US" sz="2850" dirty="0" spc="19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đơn</a:t>
                      </a:r>
                      <a:r>
                        <a:rPr lang="en-US" sz="285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10</a:t>
                      </a:r>
                      <a:endParaRPr lang="en-US" sz="1200" dirty="0"/>
                    </a:p>
                  </a:txBody>
                  <a:tcPr marL="285750" marR="285750" marT="285750" marB="270510">
                    <a:lnL w="19050" cap="flat" cmpd="sng" algn="ctr">
                      <a:solidFill>
                        <a:srgbClr val="2E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2E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2E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420"/>
                        </a:lnSpc>
                        <a:buNone/>
                      </a:pPr>
                      <a:r>
                        <a:rPr lang="en-US" sz="2850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An</a:t>
                      </a:r>
                      <a:endParaRPr lang="en-US" sz="1200" dirty="0"/>
                    </a:p>
                  </a:txBody>
                  <a:tcPr marL="285750" marR="285750" marT="285750" marB="270510">
                    <a:lnL w="19050" cap="flat" cmpd="sng" algn="ctr">
                      <a:solidFill>
                        <a:srgbClr val="2E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2E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420"/>
                        </a:lnSpc>
                        <a:buNone/>
                      </a:pPr>
                      <a:r>
                        <a:rPr lang="en-US" sz="2850" dirty="0" spc="19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đơn</a:t>
                      </a:r>
                      <a:r>
                        <a:rPr lang="en-US" sz="285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11</a:t>
                      </a:r>
                      <a:endParaRPr lang="en-US" sz="1200" dirty="0"/>
                    </a:p>
                  </a:txBody>
                  <a:tcPr marL="285750" marR="285750" marT="285750" marB="270510">
                    <a:lnL w="19050" cap="flat" cmpd="sng" algn="ctr">
                      <a:solidFill>
                        <a:srgbClr val="2E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2E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2E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420"/>
                        </a:lnSpc>
                        <a:buNone/>
                      </a:pPr>
                      <a:r>
                        <a:rPr lang="en-US" sz="285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Binh</a:t>
                      </a:r>
                      <a:endParaRPr lang="en-US" sz="1200" dirty="0"/>
                    </a:p>
                  </a:txBody>
                  <a:tcPr marL="285750" marR="285750" marT="285750" marB="270510">
                    <a:lnL w="19050" cap="flat" cmpd="sng" algn="ctr">
                      <a:solidFill>
                        <a:srgbClr val="2E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2E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420"/>
                        </a:lnSpc>
                        <a:buNone/>
                      </a:pPr>
                      <a:r>
                        <a:rPr lang="en-US" sz="2850" dirty="0" spc="-26" kern="0">
                          <a:solidFill>
                            <a:srgbClr val="3DD6A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trống</a:t>
                      </a:r>
                      <a:r>
                        <a:rPr lang="en-US" sz="2850" dirty="0" spc="3" kern="0">
                          <a:solidFill>
                            <a:srgbClr val="3DD6A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(NULL)</a:t>
                      </a:r>
                      <a:endParaRPr lang="en-US" sz="1200" dirty="0"/>
                    </a:p>
                  </a:txBody>
                  <a:tcPr marL="285750" marR="285750" marT="285750" marB="270510">
                    <a:lnL w="19050" cap="flat" cmpd="sng" algn="ctr">
                      <a:solidFill>
                        <a:srgbClr val="2E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2E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2E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420"/>
                        </a:lnSpc>
                        <a:buNone/>
                      </a:pPr>
                      <a:r>
                        <a:rPr lang="en-US" sz="285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Chi</a:t>
                      </a:r>
                      <a:endParaRPr lang="en-US" sz="1200" dirty="0"/>
                    </a:p>
                  </a:txBody>
                  <a:tcPr marL="285750" marR="285750" marT="285750" marB="270510">
                    <a:lnL w="19050" cap="flat" cmpd="sng" algn="ctr">
                      <a:solidFill>
                        <a:srgbClr val="2E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2E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420"/>
                        </a:lnSpc>
                        <a:buNone/>
                      </a:pPr>
                      <a:r>
                        <a:rPr lang="en-US" sz="2850" dirty="0" spc="-26" kern="0">
                          <a:solidFill>
                            <a:srgbClr val="3DD6A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trống</a:t>
                      </a:r>
                      <a:r>
                        <a:rPr lang="en-US" sz="2850" dirty="0" spc="3" kern="0">
                          <a:solidFill>
                            <a:srgbClr val="3DD6A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(NULL)</a:t>
                      </a:r>
                      <a:endParaRPr lang="en-US" sz="1200" dirty="0"/>
                    </a:p>
                  </a:txBody>
                  <a:tcPr marL="285750" marR="285750" marT="285750" marB="270510">
                    <a:lnL w="19050" cap="flat" cmpd="sng" algn="ctr">
                      <a:solidFill>
                        <a:srgbClr val="2E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2E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2E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32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12B"/>
                    </a:solidFill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1" name="Moda image moda-export-watermark-96018a25-510a-421c-92b3-c1d28247cc7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KIỂU</a:t>
            </a:r>
            <a:r>
              <a:rPr lang="en-US" sz="180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RIGHT JOIN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Như</a:t>
            </a:r>
            <a:r>
              <a:rPr lang="en-US" sz="72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LEFT</a:t>
            </a: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JOIN,</a:t>
            </a:r>
            <a:r>
              <a:rPr lang="en-US" sz="72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nhưng</a:t>
            </a:r>
            <a:r>
              <a:rPr lang="en-US" sz="72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giữ</a:t>
            </a:r>
            <a:r>
              <a:rPr lang="en-US" sz="7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bên phải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2952750"/>
            <a:ext cx="7810500" cy="5334000"/>
          </a:xfrm>
          <a:prstGeom prst="roundRect">
            <a:avLst>
              <a:gd name="adj" fmla="val 5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33500" y="3238500"/>
            <a:ext cx="70485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500" dirty="0" spc="4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LEFT</a:t>
            </a:r>
            <a:r>
              <a:rPr lang="en-US" sz="4500" dirty="0" spc="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JOIN</a:t>
            </a:r>
            <a:endParaRPr lang="en-US" sz="4500" dirty="0"/>
          </a:p>
        </p:txBody>
      </p:sp>
      <p:sp>
        <p:nvSpPr>
          <p:cNvPr id="6" name="Text 4"/>
          <p:cNvSpPr/>
          <p:nvPr/>
        </p:nvSpPr>
        <p:spPr>
          <a:xfrm>
            <a:off x="1333500" y="4095750"/>
            <a:ext cx="7048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 dòng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bảng</a:t>
            </a:r>
            <a:r>
              <a:rPr lang="en-US" sz="25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trái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(khách)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1333500" y="4953000"/>
            <a:ext cx="6972300" cy="876300"/>
          </a:xfrm>
          <a:prstGeom prst="roundRect">
            <a:avLst>
              <a:gd name="adj" fmla="val 21739"/>
            </a:avLst>
          </a:prstGeom>
          <a:solidFill>
            <a:srgbClr val="CFE8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Binh</a:t>
            </a:r>
            <a:r>
              <a:rPr lang="en-US" sz="2700" b="1" dirty="0" spc="-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700" b="1" dirty="0" spc="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đơn</a:t>
            </a:r>
            <a:r>
              <a:rPr lang="en-US" sz="2700" b="1" dirty="0" spc="-16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trống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1333500" y="6057900"/>
            <a:ext cx="6972300" cy="876300"/>
          </a:xfrm>
          <a:prstGeom prst="roundRect">
            <a:avLst>
              <a:gd name="adj" fmla="val 21739"/>
            </a:avLst>
          </a:prstGeom>
          <a:solidFill>
            <a:srgbClr val="CFE8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Chi</a:t>
            </a:r>
            <a:r>
              <a:rPr lang="en-US" sz="2700" b="1" dirty="0" spc="-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700" b="1" dirty="0" spc="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đơn</a:t>
            </a:r>
            <a:r>
              <a:rPr lang="en-US" sz="2700" b="1" dirty="0" spc="-16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trống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1333500" y="7334250"/>
            <a:ext cx="7048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đơn</a:t>
            </a:r>
            <a:r>
              <a:rPr lang="en-US" sz="22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12</a:t>
            </a:r>
            <a:r>
              <a:rPr lang="en-US" sz="22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xuất</a:t>
            </a:r>
            <a:r>
              <a:rPr lang="en-US" sz="22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hiện</a:t>
            </a:r>
            <a:endParaRPr lang="en-US" sz="2250" dirty="0"/>
          </a:p>
        </p:txBody>
      </p:sp>
      <p:sp>
        <p:nvSpPr>
          <p:cNvPr id="10" name="Shape 8"/>
          <p:cNvSpPr/>
          <p:nvPr/>
        </p:nvSpPr>
        <p:spPr>
          <a:xfrm>
            <a:off x="9563100" y="2952750"/>
            <a:ext cx="7810500" cy="5334000"/>
          </a:xfrm>
          <a:prstGeom prst="roundRect">
            <a:avLst>
              <a:gd name="adj" fmla="val 5000"/>
            </a:avLst>
          </a:prstGeom>
          <a:solidFill>
            <a:srgbClr val="F8D9D0"/>
          </a:solidFill>
          <a:ln w="38100">
            <a:solidFill>
              <a:srgbClr val="E8472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982200" y="3238500"/>
            <a:ext cx="70485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500" dirty="0" spc="1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RIGHT</a:t>
            </a:r>
            <a:r>
              <a:rPr lang="en-US" sz="4500" dirty="0" spc="2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JOIN</a:t>
            </a:r>
            <a:endParaRPr lang="en-US" sz="4500" dirty="0"/>
          </a:p>
        </p:txBody>
      </p:sp>
      <p:sp>
        <p:nvSpPr>
          <p:cNvPr id="12" name="Text 10"/>
          <p:cNvSpPr/>
          <p:nvPr/>
        </p:nvSpPr>
        <p:spPr>
          <a:xfrm>
            <a:off x="9982200" y="4095750"/>
            <a:ext cx="7048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 dòng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(đơn)</a:t>
            </a:r>
            <a:endParaRPr lang="en-US" sz="2550" dirty="0"/>
          </a:p>
        </p:txBody>
      </p:sp>
      <p:sp>
        <p:nvSpPr>
          <p:cNvPr id="13" name="Text 11"/>
          <p:cNvSpPr/>
          <p:nvPr/>
        </p:nvSpPr>
        <p:spPr>
          <a:xfrm>
            <a:off x="9982200" y="4953000"/>
            <a:ext cx="6972300" cy="876300"/>
          </a:xfrm>
          <a:prstGeom prst="roundRect">
            <a:avLst>
              <a:gd name="adj" fmla="val 21739"/>
            </a:avLst>
          </a:prstGeom>
          <a:solidFill>
            <a:srgbClr val="FBF8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3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khách</a:t>
            </a:r>
            <a:r>
              <a:rPr lang="en-US" sz="2700" b="1" dirty="0" spc="-16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trống</a:t>
            </a:r>
            <a:r>
              <a:rPr lang="en-US" sz="2700" b="1" dirty="0" spc="-4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700" b="1" dirty="0" spc="3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đơn</a:t>
            </a:r>
            <a:r>
              <a:rPr lang="en-US" sz="2700" b="1" dirty="0" spc="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12</a:t>
            </a:r>
            <a:endParaRPr lang="en-US" sz="2700" dirty="0"/>
          </a:p>
        </p:txBody>
      </p:sp>
      <p:sp>
        <p:nvSpPr>
          <p:cNvPr id="14" name="Text 12"/>
          <p:cNvSpPr/>
          <p:nvPr/>
        </p:nvSpPr>
        <p:spPr>
          <a:xfrm>
            <a:off x="9982200" y="6191250"/>
            <a:ext cx="70485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Cùng</a:t>
            </a:r>
            <a:r>
              <a:rPr lang="en-US" sz="22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2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cặp</a:t>
            </a:r>
            <a:r>
              <a:rPr lang="en-US" sz="22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khớp</a:t>
            </a:r>
            <a:r>
              <a:rPr lang="en-US" sz="22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An–10,</a:t>
            </a:r>
            <a:r>
              <a:rPr lang="en-US" sz="22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An–11</a:t>
            </a:r>
            <a:endParaRPr lang="en-US" sz="2250" dirty="0"/>
          </a:p>
        </p:txBody>
      </p:sp>
      <p:sp>
        <p:nvSpPr>
          <p:cNvPr id="15" name="Text 13"/>
          <p:cNvSpPr/>
          <p:nvPr/>
        </p:nvSpPr>
        <p:spPr>
          <a:xfrm>
            <a:off x="9982200" y="7334250"/>
            <a:ext cx="7048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Binh</a:t>
            </a:r>
            <a:r>
              <a:rPr lang="en-US" sz="2250" dirty="0" spc="-1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</a:t>
            </a:r>
            <a:r>
              <a:rPr lang="en-US" sz="22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xuất</a:t>
            </a:r>
            <a:r>
              <a:rPr lang="en-US" sz="22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hiện</a:t>
            </a:r>
            <a:endParaRPr lang="en-US" sz="2250" dirty="0"/>
          </a:p>
        </p:txBody>
      </p:sp>
      <p:sp>
        <p:nvSpPr>
          <p:cNvPr id="16" name="Connector line-1792369574695-731801001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19075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2" name="Shape 20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8f367ad1-b3b6-48a7-a4ce-2f1b3a6695e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KIỂU 4 ·</a:t>
            </a:r>
            <a:r>
              <a:rPr lang="en-US" sz="1800" b="1" spc="29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FULL</a:t>
            </a:r>
            <a:r>
              <a:rPr lang="en-US" sz="180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OUTER</a:t>
            </a:r>
            <a:r>
              <a:rPr lang="en-US" sz="1800" b="1" spc="29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JOIN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Giữ</a:t>
            </a:r>
            <a:r>
              <a:rPr lang="en-US" sz="72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cả</a:t>
            </a: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hai</a:t>
            </a: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phía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2857500"/>
            <a:ext cx="7239000" cy="4381500"/>
          </a:xfrm>
          <a:prstGeom prst="rect">
            <a:avLst/>
          </a:prstGeom>
          <a:noFill/>
          <a:ln/>
        </p:spPr>
        <p:txBody>
          <a:bodyPr wrap="square" lIns="0" tIns="335280" rIns="0" bIns="-335280" rtlCol="0" anchor="ctr"/>
          <a:lstStyle/>
          <a:p>
            <a:pPr algn="l" indent="0" marL="0">
              <a:lnSpc>
                <a:spcPts val="33000"/>
              </a:lnSpc>
              <a:buNone/>
            </a:pPr>
            <a:r>
              <a:rPr lang="en-US" sz="33000" dirty="0" spc="-5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5</a:t>
            </a:r>
            <a:endParaRPr lang="en-US" sz="33000" dirty="0"/>
          </a:p>
        </p:txBody>
      </p:sp>
      <p:sp>
        <p:nvSpPr>
          <p:cNvPr id="5" name="Text 3"/>
          <p:cNvSpPr/>
          <p:nvPr/>
        </p:nvSpPr>
        <p:spPr>
          <a:xfrm>
            <a:off x="914400" y="7334250"/>
            <a:ext cx="7239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dòng:</a:t>
            </a:r>
            <a:r>
              <a:rPr lang="en-US" sz="30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30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cặp</a:t>
            </a:r>
            <a:r>
              <a:rPr lang="en-US" sz="30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khớp,</a:t>
            </a:r>
            <a:r>
              <a:rPr lang="en-US" sz="300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cộng</a:t>
            </a:r>
            <a:r>
              <a:rPr lang="en-US" sz="30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30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 không</a:t>
            </a:r>
            <a:r>
              <a:rPr lang="en-US" sz="30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khớp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9144000" y="2857500"/>
            <a:ext cx="8229600" cy="914400"/>
          </a:xfrm>
          <a:prstGeom prst="roundRect">
            <a:avLst>
              <a:gd name="adj" fmla="val 20833"/>
            </a:avLst>
          </a:prstGeom>
          <a:solidFill>
            <a:srgbClr val="DDE3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An</a:t>
            </a:r>
            <a:r>
              <a:rPr lang="en-US" sz="2700" b="1" dirty="0" spc="-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700" b="1" dirty="0" spc="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đơn</a:t>
            </a:r>
            <a:r>
              <a:rPr lang="en-US" sz="2700" b="1" dirty="0" spc="-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9144000" y="3962400"/>
            <a:ext cx="8229600" cy="914400"/>
          </a:xfrm>
          <a:prstGeom prst="roundRect">
            <a:avLst>
              <a:gd name="adj" fmla="val 20833"/>
            </a:avLst>
          </a:prstGeom>
          <a:solidFill>
            <a:srgbClr val="DDE3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An</a:t>
            </a:r>
            <a:r>
              <a:rPr lang="en-US" sz="2700" b="1" dirty="0" spc="-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700" b="1" dirty="0" spc="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đơn</a:t>
            </a:r>
            <a:r>
              <a:rPr lang="en-US" sz="2700" b="1" dirty="0" spc="-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9144000" y="5067300"/>
            <a:ext cx="8229600" cy="914400"/>
          </a:xfrm>
          <a:prstGeom prst="roundRect">
            <a:avLst>
              <a:gd name="adj" fmla="val 20833"/>
            </a:avLst>
          </a:prstGeom>
          <a:solidFill>
            <a:srgbClr val="FBF8F2"/>
          </a:solidFill>
          <a:ln w="28575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Binh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7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đơn</a:t>
            </a:r>
            <a:r>
              <a:rPr lang="en-US" sz="2700" b="1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trống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9144000" y="6172200"/>
            <a:ext cx="8229600" cy="914400"/>
          </a:xfrm>
          <a:prstGeom prst="roundRect">
            <a:avLst>
              <a:gd name="adj" fmla="val 20833"/>
            </a:avLst>
          </a:prstGeom>
          <a:solidFill>
            <a:srgbClr val="FBF8F2"/>
          </a:solidFill>
          <a:ln w="28575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Chi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7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đơn</a:t>
            </a:r>
            <a:r>
              <a:rPr lang="en-US" sz="2700" b="1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trống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9144000" y="7277100"/>
            <a:ext cx="8229600" cy="914400"/>
          </a:xfrm>
          <a:prstGeom prst="roundRect">
            <a:avLst>
              <a:gd name="adj" fmla="val 20833"/>
            </a:avLst>
          </a:prstGeom>
          <a:solidFill>
            <a:srgbClr val="FBF8F2"/>
          </a:solidFill>
          <a:ln w="28575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khách</a:t>
            </a:r>
            <a:r>
              <a:rPr lang="en-US" sz="2700" b="1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trống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7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đơn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12</a:t>
            </a:r>
            <a:endParaRPr lang="en-US" sz="2700" dirty="0"/>
          </a:p>
        </p:txBody>
      </p:sp>
      <p:sp>
        <p:nvSpPr>
          <p:cNvPr id="11" name="Connector line-1792369588832-521294991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51460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8" name="Shape 16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69747dc7-2706-4e3d-8a5d-26995111d7b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800" b="1" spc="28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80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Cạm</a:t>
            </a: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bẫy:</a:t>
            </a:r>
            <a:r>
              <a:rPr lang="en-US" sz="69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LEFT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JOIN</a:t>
            </a:r>
            <a:r>
              <a:rPr lang="en-US" sz="6900" dirty="0" spc="-2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rồi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lọc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WHERE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143000"/>
          </a:xfrm>
          <a:prstGeom prst="roundRect">
            <a:avLst>
              <a:gd name="adj" fmla="val 20000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38250" y="285750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dirty="0" spc="-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2476500" y="2857500"/>
            <a:ext cx="14478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Viết</a:t>
            </a:r>
            <a:r>
              <a:rPr lang="en-US" sz="28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LEFT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JOIN,</a:t>
            </a:r>
            <a:r>
              <a:rPr lang="en-US" sz="2850" dirty="0" spc="-2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WHERE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don.tien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&gt;</a:t>
            </a: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60</a:t>
            </a:r>
            <a:endParaRPr lang="en-US" sz="2850" dirty="0"/>
          </a:p>
        </p:txBody>
      </p:sp>
      <p:sp>
        <p:nvSpPr>
          <p:cNvPr id="7" name="Shape 5"/>
          <p:cNvSpPr/>
          <p:nvPr/>
        </p:nvSpPr>
        <p:spPr>
          <a:xfrm>
            <a:off x="914400" y="4191000"/>
            <a:ext cx="16459200" cy="1143000"/>
          </a:xfrm>
          <a:prstGeom prst="roundRect">
            <a:avLst>
              <a:gd name="adj" fmla="val 20000"/>
            </a:avLst>
          </a:prstGeom>
          <a:solidFill>
            <a:srgbClr val="1E212B"/>
          </a:solidFill>
          <a:ln/>
        </p:spPr>
      </p:sp>
      <p:sp>
        <p:nvSpPr>
          <p:cNvPr id="8" name="Text 6"/>
          <p:cNvSpPr/>
          <p:nvPr/>
        </p:nvSpPr>
        <p:spPr>
          <a:xfrm>
            <a:off x="1238250" y="419100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dirty="0" kern="0">
                <a:solidFill>
                  <a:srgbClr val="9AA0B5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5400" dirty="0"/>
          </a:p>
        </p:txBody>
      </p:sp>
      <p:sp>
        <p:nvSpPr>
          <p:cNvPr id="9" name="Text 7"/>
          <p:cNvSpPr/>
          <p:nvPr/>
        </p:nvSpPr>
        <p:spPr>
          <a:xfrm>
            <a:off x="2476500" y="4191000"/>
            <a:ext cx="14478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Dòng không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khớp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8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cột</a:t>
            </a:r>
            <a:r>
              <a:rPr lang="en-US" sz="2850" dirty="0" spc="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NULL,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</a:t>
            </a:r>
            <a:endParaRPr lang="en-US" sz="2850" dirty="0"/>
          </a:p>
        </p:txBody>
      </p:sp>
      <p:sp>
        <p:nvSpPr>
          <p:cNvPr id="10" name="Shape 8"/>
          <p:cNvSpPr/>
          <p:nvPr/>
        </p:nvSpPr>
        <p:spPr>
          <a:xfrm>
            <a:off x="914400" y="5524500"/>
            <a:ext cx="16459200" cy="1143000"/>
          </a:xfrm>
          <a:prstGeom prst="roundRect">
            <a:avLst>
              <a:gd name="adj" fmla="val 20000"/>
            </a:avLst>
          </a:prstGeom>
          <a:solidFill>
            <a:srgbClr val="1E212B"/>
          </a:solidFill>
          <a:ln/>
        </p:spPr>
      </p:sp>
      <p:sp>
        <p:nvSpPr>
          <p:cNvPr id="11" name="Text 9"/>
          <p:cNvSpPr/>
          <p:nvPr/>
        </p:nvSpPr>
        <p:spPr>
          <a:xfrm>
            <a:off x="1238250" y="552450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dirty="0" spc="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5400" dirty="0"/>
          </a:p>
        </p:txBody>
      </p:sp>
      <p:sp>
        <p:nvSpPr>
          <p:cNvPr id="12" name="Text 10"/>
          <p:cNvSpPr/>
          <p:nvPr/>
        </p:nvSpPr>
        <p:spPr>
          <a:xfrm>
            <a:off x="2476500" y="5524500"/>
            <a:ext cx="14478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-6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Kết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giống</a:t>
            </a:r>
            <a:r>
              <a:rPr lang="en-US" sz="28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hệt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INNER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JOIN</a:t>
            </a:r>
            <a:endParaRPr lang="en-US" sz="2850" dirty="0"/>
          </a:p>
        </p:txBody>
      </p:sp>
      <p:sp>
        <p:nvSpPr>
          <p:cNvPr id="13" name="Text 11"/>
          <p:cNvSpPr/>
          <p:nvPr/>
        </p:nvSpPr>
        <p:spPr>
          <a:xfrm>
            <a:off x="914400" y="7048500"/>
            <a:ext cx="8001000" cy="1428750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Điều</a:t>
            </a:r>
            <a:r>
              <a:rPr lang="en-US" sz="2550" b="1" dirty="0" spc="-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</a:t>
            </a:r>
            <a:r>
              <a:rPr lang="en-US" sz="2550" b="1" dirty="0" spc="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b="1" dirty="0" spc="-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550" b="1" dirty="0" spc="-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ghép:</a:t>
            </a:r>
            <a:r>
              <a:rPr lang="en-US" sz="2550" b="1" dirty="0" spc="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</a:t>
            </a:r>
            <a:r>
              <a:rPr lang="en-US" sz="2550" b="1" dirty="0" spc="-14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550" b="1" dirty="0" spc="-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ON</a:t>
            </a:r>
            <a:endParaRPr lang="en-US" sz="2550" dirty="0"/>
          </a:p>
        </p:txBody>
      </p:sp>
      <p:sp>
        <p:nvSpPr>
          <p:cNvPr id="14" name="Text 12"/>
          <p:cNvSpPr/>
          <p:nvPr/>
        </p:nvSpPr>
        <p:spPr>
          <a:xfrm>
            <a:off x="9372600" y="7048500"/>
            <a:ext cx="8001000" cy="1428750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 w="28575">
            <a:solidFill>
              <a:srgbClr val="E4E1D8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WHERE</a:t>
            </a:r>
            <a:r>
              <a:rPr lang="en-US" sz="2550" b="1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don.id</a:t>
            </a:r>
            <a:r>
              <a:rPr lang="en-US" sz="2550" b="1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IS</a:t>
            </a:r>
            <a:r>
              <a:rPr lang="en-US" sz="2550" b="1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NULL:</a:t>
            </a:r>
            <a:r>
              <a:rPr lang="en-US" sz="2550" b="1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550" b="1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</a:t>
            </a:r>
            <a:r>
              <a:rPr lang="en-US" sz="2550" b="1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550" b="1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2550" b="1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b="1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khớp</a:t>
            </a:r>
            <a:endParaRPr lang="en-US" sz="2550" dirty="0"/>
          </a:p>
        </p:txBody>
      </p:sp>
      <p:sp>
        <p:nvSpPr>
          <p:cNvPr id="15" name="Connector line-1792369603931-915407088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2E3240"/>
            </a:solidFill>
            <a:prstDash val="solid"/>
            <a:headEnd type="none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838450" y="9391650"/>
            <a:ext cx="190500" cy="1905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3" name="Shape 21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79012844-8013-47da-a9dc-79d727ff795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80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800" b="1" spc="29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800" b="1" spc="27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2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Đặt</a:t>
            </a:r>
            <a:r>
              <a:rPr lang="en-US" sz="7200" dirty="0" spc="-1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don.tien</a:t>
            </a: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&gt;</a:t>
            </a:r>
            <a:r>
              <a:rPr lang="en-US" sz="72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60</a:t>
            </a:r>
            <a:r>
              <a:rPr lang="en-US" sz="7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ở</a:t>
            </a:r>
            <a:r>
              <a:rPr lang="en-US" sz="72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đâu?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257175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Liệt</a:t>
            </a:r>
            <a:r>
              <a:rPr lang="en-US" sz="2850" dirty="0" spc="-4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kê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khách,</a:t>
            </a:r>
            <a:r>
              <a:rPr lang="en-US" sz="2850" dirty="0" spc="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nhưng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ghép</a:t>
            </a:r>
            <a:r>
              <a:rPr lang="en-US" sz="285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đơn</a:t>
            </a:r>
            <a:r>
              <a:rPr lang="en-US" sz="285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60.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914400" y="3619500"/>
            <a:ext cx="7810500" cy="4762500"/>
          </a:xfrm>
          <a:prstGeom prst="roundRect">
            <a:avLst>
              <a:gd name="adj" fmla="val 5600"/>
            </a:avLst>
          </a:prstGeom>
          <a:solidFill>
            <a:srgbClr val="CFE8E2"/>
          </a:solidFill>
          <a:ln w="38100">
            <a:solidFill>
              <a:srgbClr val="0F766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333500" y="3905250"/>
            <a:ext cx="70485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500" dirty="0" spc="-27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Trong</a:t>
            </a:r>
            <a:r>
              <a:rPr lang="en-US" sz="4500" dirty="0" spc="-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ON:</a:t>
            </a:r>
            <a:r>
              <a:rPr lang="en-US" sz="4500" dirty="0" spc="7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đúng</a:t>
            </a:r>
            <a:endParaRPr lang="en-US" sz="4500" dirty="0"/>
          </a:p>
        </p:txBody>
      </p:sp>
      <p:sp>
        <p:nvSpPr>
          <p:cNvPr id="7" name="Text 5"/>
          <p:cNvSpPr/>
          <p:nvPr/>
        </p:nvSpPr>
        <p:spPr>
          <a:xfrm>
            <a:off x="1333500" y="4857750"/>
            <a:ext cx="6972300" cy="876300"/>
          </a:xfrm>
          <a:prstGeom prst="roundRect">
            <a:avLst>
              <a:gd name="adj" fmla="val 21739"/>
            </a:avLst>
          </a:prstGeom>
          <a:solidFill>
            <a:srgbClr val="FBF8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An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7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đơn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1333500" y="5905500"/>
            <a:ext cx="6972300" cy="876300"/>
          </a:xfrm>
          <a:prstGeom prst="roundRect">
            <a:avLst>
              <a:gd name="adj" fmla="val 21739"/>
            </a:avLst>
          </a:prstGeom>
          <a:solidFill>
            <a:srgbClr val="FBF8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Binh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700" b="1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trống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1333500" y="6953250"/>
            <a:ext cx="6972300" cy="876300"/>
          </a:xfrm>
          <a:prstGeom prst="roundRect">
            <a:avLst>
              <a:gd name="adj" fmla="val 21739"/>
            </a:avLst>
          </a:prstGeom>
          <a:solidFill>
            <a:srgbClr val="FBF8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Chi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700" b="1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trống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9563100" y="3619500"/>
            <a:ext cx="7810500" cy="4762500"/>
          </a:xfrm>
          <a:prstGeom prst="roundRect">
            <a:avLst>
              <a:gd name="adj" fmla="val 5600"/>
            </a:avLst>
          </a:prstGeom>
          <a:solidFill>
            <a:srgbClr val="E8E0CF"/>
          </a:solidFill>
          <a:ln/>
        </p:spPr>
      </p:sp>
      <p:sp>
        <p:nvSpPr>
          <p:cNvPr id="11" name="Text 9"/>
          <p:cNvSpPr/>
          <p:nvPr/>
        </p:nvSpPr>
        <p:spPr>
          <a:xfrm>
            <a:off x="9982200" y="3905250"/>
            <a:ext cx="70485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500" dirty="0" spc="-27" kern="0">
                <a:solidFill>
                  <a:srgbClr val="6B6A66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Trong</a:t>
            </a:r>
            <a:r>
              <a:rPr lang="en-US" sz="4500" dirty="0" spc="4" kern="0">
                <a:solidFill>
                  <a:srgbClr val="6B6A66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WHERE</a:t>
            </a:r>
            <a:endParaRPr lang="en-US" sz="4500" dirty="0"/>
          </a:p>
        </p:txBody>
      </p:sp>
      <p:sp>
        <p:nvSpPr>
          <p:cNvPr id="12" name="Text 10"/>
          <p:cNvSpPr/>
          <p:nvPr/>
        </p:nvSpPr>
        <p:spPr>
          <a:xfrm>
            <a:off x="9982200" y="4857750"/>
            <a:ext cx="6972300" cy="876300"/>
          </a:xfrm>
          <a:prstGeom prst="roundRect">
            <a:avLst>
              <a:gd name="adj" fmla="val 21739"/>
            </a:avLst>
          </a:prstGeom>
          <a:solidFill>
            <a:srgbClr val="FBF8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An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7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đơn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9982200" y="6096000"/>
            <a:ext cx="70485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Binh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loại,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 còn An–10.</a:t>
            </a:r>
            <a:endParaRPr lang="en-US" sz="2550" dirty="0"/>
          </a:p>
        </p:txBody>
      </p:sp>
      <p:sp>
        <p:nvSpPr>
          <p:cNvPr id="14" name="Connector line-1792369627840-251199385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16230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3" name="Shape 21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cc90d05b-3e7a-4b92-adbd-8ed599b4c9a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800" b="1" spc="28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Số</a:t>
            </a:r>
            <a:r>
              <a:rPr lang="en-US" sz="7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dòng</a:t>
            </a: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 thể</a:t>
            </a:r>
            <a:r>
              <a:rPr lang="en-US" sz="72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tăng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3143250"/>
            <a:ext cx="5181600" cy="3810000"/>
          </a:xfrm>
          <a:prstGeom prst="roundRect">
            <a:avLst>
              <a:gd name="adj" fmla="val 7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524250"/>
            <a:ext cx="4419600" cy="1238250"/>
          </a:xfrm>
          <a:prstGeom prst="rect">
            <a:avLst/>
          </a:prstGeom>
          <a:noFill/>
          <a:ln/>
        </p:spPr>
        <p:txBody>
          <a:bodyPr wrap="square" lIns="0" tIns="22860" rIns="0" bIns="-22860" rtlCol="0" anchor="t"/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600" dirty="0" spc="-7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3600" dirty="0" spc="-2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khóa,</a:t>
            </a:r>
            <a:r>
              <a:rPr lang="en-US" sz="3600" dirty="0" spc="3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nhiều</a:t>
            </a:r>
            <a:r>
              <a:rPr lang="en-US" sz="3600" dirty="0" spc="1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dòng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295400" y="4476750"/>
            <a:ext cx="4419600" cy="2095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An có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55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đơn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nên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xuất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lần.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6553200" y="3143250"/>
            <a:ext cx="5181600" cy="3810000"/>
          </a:xfrm>
          <a:prstGeom prst="roundRect">
            <a:avLst>
              <a:gd name="adj" fmla="val 7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34200" y="3524250"/>
            <a:ext cx="4419600" cy="1238250"/>
          </a:xfrm>
          <a:prstGeom prst="rect">
            <a:avLst/>
          </a:prstGeom>
          <a:noFill/>
          <a:ln/>
        </p:spPr>
        <p:txBody>
          <a:bodyPr wrap="square" lIns="0" tIns="22860" rIns="0" bIns="-22860" rtlCol="0" anchor="t"/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6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Đếm</a:t>
            </a:r>
            <a:r>
              <a:rPr lang="en-US" sz="36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r>
              <a:rPr lang="en-US" sz="36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sau</a:t>
            </a:r>
            <a:r>
              <a:rPr lang="en-US" sz="36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JOIN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6934200" y="4476750"/>
            <a:ext cx="4419600" cy="2095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So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550" dirty="0" spc="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mong</a:t>
            </a:r>
            <a:r>
              <a:rPr lang="en-US" sz="255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đợi.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12192000" y="3143250"/>
            <a:ext cx="5181600" cy="3810000"/>
          </a:xfrm>
          <a:prstGeom prst="roundRect">
            <a:avLst>
              <a:gd name="adj" fmla="val 7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573000" y="3524250"/>
            <a:ext cx="4419600" cy="1238250"/>
          </a:xfrm>
          <a:prstGeom prst="rect">
            <a:avLst/>
          </a:prstGeom>
          <a:noFill/>
          <a:ln/>
        </p:spPr>
        <p:txBody>
          <a:bodyPr wrap="square" lIns="0" tIns="22860" rIns="0" bIns="-22860" rtlCol="0" anchor="t"/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600" dirty="0" spc="2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Chỉ dòng</a:t>
            </a:r>
            <a:r>
              <a:rPr lang="en-US" sz="3600" dirty="0" spc="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3600" dirty="0" spc="-18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khớp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12573000" y="4476750"/>
            <a:ext cx="4419600" cy="2095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LEFT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JOIN</a:t>
            </a:r>
            <a:r>
              <a:rPr lang="en-US" sz="255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...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WHERE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don.id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IS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NULL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Binh</a:t>
            </a:r>
            <a:r>
              <a:rPr lang="en-US" sz="25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Chi.</a:t>
            </a:r>
            <a:endParaRPr lang="en-US" sz="2550" dirty="0"/>
          </a:p>
        </p:txBody>
      </p:sp>
      <p:sp>
        <p:nvSpPr>
          <p:cNvPr id="13" name="Text 11"/>
          <p:cNvSpPr/>
          <p:nvPr/>
        </p:nvSpPr>
        <p:spPr>
          <a:xfrm>
            <a:off x="914400" y="7524750"/>
            <a:ext cx="16459200" cy="800100"/>
          </a:xfrm>
          <a:prstGeom prst="roundRect">
            <a:avLst>
              <a:gd name="adj" fmla="val 50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4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Kết</a:t>
            </a:r>
            <a:r>
              <a:rPr lang="en-US" sz="24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r>
              <a:rPr lang="en-US" sz="2400" b="1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4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4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400" b="1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4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SQLite</a:t>
            </a:r>
            <a:r>
              <a:rPr lang="en-US" sz="24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3.45.1</a:t>
            </a:r>
            <a:endParaRPr lang="en-US" sz="2400" dirty="0"/>
          </a:p>
        </p:txBody>
      </p:sp>
      <p:sp>
        <p:nvSpPr>
          <p:cNvPr id="14" name="Connector line-1792369644343-939822286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48615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4" name="Shape 22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6d930810-dffc-4f4a-b73d-a2978623d92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800" b="1" spc="28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800" b="1" spc="25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5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72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3048000"/>
            <a:ext cx="28575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0" dirty="0" spc="-6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SQL</a:t>
            </a:r>
            <a:endParaRPr lang="en-US" sz="6600" dirty="0"/>
          </a:p>
        </p:txBody>
      </p:sp>
      <p:sp>
        <p:nvSpPr>
          <p:cNvPr id="5" name="Text 3"/>
          <p:cNvSpPr/>
          <p:nvPr/>
        </p:nvSpPr>
        <p:spPr>
          <a:xfrm>
            <a:off x="4000500" y="3028950"/>
            <a:ext cx="5334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Structured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Query</a:t>
            </a: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Language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00500" y="3429000"/>
            <a:ext cx="5334000" cy="19050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Ngôn</a:t>
            </a:r>
            <a:r>
              <a:rPr lang="en-US" sz="24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</a:t>
            </a:r>
            <a:r>
              <a:rPr lang="en-US" sz="24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vấn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 cấu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trúc: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240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40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400" dirty="0" spc="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40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4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40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240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240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4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hệ.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914400" y="5715000"/>
            <a:ext cx="28575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500" dirty="0" spc="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JOIN</a:t>
            </a:r>
            <a:endParaRPr lang="en-US" sz="4500" dirty="0"/>
          </a:p>
        </p:txBody>
      </p:sp>
      <p:sp>
        <p:nvSpPr>
          <p:cNvPr id="8" name="Text 6"/>
          <p:cNvSpPr/>
          <p:nvPr/>
        </p:nvSpPr>
        <p:spPr>
          <a:xfrm>
            <a:off x="4000500" y="5715000"/>
            <a:ext cx="5334000" cy="11430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Phép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ghép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 bảng</a:t>
            </a: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400" dirty="0" spc="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kiện.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914400" y="7239000"/>
            <a:ext cx="28575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500" dirty="0" spc="-4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NULL</a:t>
            </a:r>
            <a:endParaRPr lang="en-US" sz="4500" dirty="0"/>
          </a:p>
        </p:txBody>
      </p:sp>
      <p:sp>
        <p:nvSpPr>
          <p:cNvPr id="10" name="Text 8"/>
          <p:cNvSpPr/>
          <p:nvPr/>
        </p:nvSpPr>
        <p:spPr>
          <a:xfrm>
            <a:off x="4000500" y="7239000"/>
            <a:ext cx="5334000" cy="11430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Phần</a:t>
            </a:r>
            <a:r>
              <a:rPr lang="en-US" sz="240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trống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4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 cặp.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10096500" y="3048000"/>
            <a:ext cx="7277100" cy="5334000"/>
          </a:xfrm>
          <a:prstGeom prst="roundRect">
            <a:avLst>
              <a:gd name="adj" fmla="val 5000"/>
            </a:avLst>
          </a:prstGeom>
          <a:solidFill>
            <a:srgbClr val="1E212B"/>
          </a:solidFill>
          <a:ln/>
        </p:spPr>
      </p:sp>
      <p:sp>
        <p:nvSpPr>
          <p:cNvPr id="12" name="Text 10"/>
          <p:cNvSpPr/>
          <p:nvPr/>
        </p:nvSpPr>
        <p:spPr>
          <a:xfrm>
            <a:off x="10572750" y="3429000"/>
            <a:ext cx="6324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13" name="Text richtext-1792369664245-251601503"/>
          <p:cNvSpPr/>
          <p:nvPr/>
        </p:nvSpPr>
        <p:spPr>
          <a:xfrm>
            <a:off x="10572750" y="4000500"/>
            <a:ext cx="6324600" cy="238125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marL="304800" indent="-217761">
              <a:lnSpc>
                <a:spcPts val="336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4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ByteByteGo,</a:t>
            </a:r>
            <a:r>
              <a:rPr lang="en-US" sz="24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40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</a:t>
            </a: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400" dirty="0" spc="2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400" dirty="0"/>
          </a:p>
          <a:p>
            <a:pPr algn="l" marL="304800" indent="-217761">
              <a:lnSpc>
                <a:spcPts val="3360"/>
              </a:lnSpc>
              <a:buSzPct val="100000"/>
              <a:buFont typeface="Arial"/>
              <a:buChar char="•"/>
            </a:pPr>
            <a:r>
              <a:rPr lang="en-US" sz="24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SQLite:</a:t>
            </a:r>
            <a:r>
              <a:rPr lang="en-US" sz="2400" dirty="0" spc="-2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SELECT</a:t>
            </a:r>
            <a:r>
              <a:rPr lang="en-US" sz="240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4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JOIN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0572750" y="6572250"/>
            <a:ext cx="6324600" cy="1619250"/>
          </a:xfrm>
          <a:prstGeom prst="rect">
            <a:avLst/>
          </a:prstGeom>
          <a:noFill/>
          <a:ln/>
        </p:spPr>
        <p:txBody>
          <a:bodyPr wrap="square" lIns="0" tIns="4334" rIns="0" bIns="-4334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95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9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95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2026-10-13.</a:t>
            </a:r>
            <a:r>
              <a:rPr lang="en-US" sz="1950" dirty="0" spc="-2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r>
              <a:rPr lang="en-US" sz="19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195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SQLite</a:t>
            </a:r>
            <a:r>
              <a:rPr lang="en-US" sz="19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3.45.1.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1950" dirty="0" spc="-3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195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độc</a:t>
            </a:r>
            <a:r>
              <a:rPr lang="en-US" sz="19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lập.</a:t>
            </a:r>
            <a:endParaRPr lang="en-US" sz="1950" dirty="0"/>
          </a:p>
        </p:txBody>
      </p:sp>
      <p:sp>
        <p:nvSpPr>
          <p:cNvPr id="15" name="Connector line-1792369664264-242998760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2E3240"/>
            </a:solidFill>
            <a:prstDash val="solid"/>
            <a:headEnd type="none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810000" y="9391650"/>
            <a:ext cx="190500" cy="1905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6" name="Text 24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46de2d99-17ed-414f-b897-25554f9c243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2026-10-19T00:28:02Z</dcterms:created>
  <dcterms:modified xsi:type="dcterms:W3CDTF">2026-10-19T00:28:02Z</dcterms:modified>
</cp:coreProperties>
</file>