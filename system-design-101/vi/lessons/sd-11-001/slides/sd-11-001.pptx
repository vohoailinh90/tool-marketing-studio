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096500" cy="5048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Lambda: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5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siêu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nhẹ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hơn?</a:t>
            </a:r>
            <a:endParaRPr lang="en-US" sz="3000" dirty="0"/>
          </a:p>
        </p:txBody>
      </p:sp>
      <p:sp>
        <p:nvSpPr>
          <p:cNvPr id="5" name="Connector line-1792420180203-626310419"/>
          <p:cNvSpPr/>
          <p:nvPr/>
        </p:nvSpPr>
        <p:spPr>
          <a:xfrm>
            <a:off x="914400" y="7905750"/>
            <a:ext cx="91821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191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gọi: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001500" y="3600450"/>
            <a:ext cx="1333500" cy="1543050"/>
          </a:xfrm>
          <a:custGeom>
            <a:avLst/>
            <a:gdLst/>
            <a:ahLst/>
            <a:cxnLst/>
            <a:rect l="l" t="t" r="r" b="b"/>
            <a:pathLst>
              <a:path w="1333500" h="1543050">
                <a:moveTo>
                  <a:pt x="0" y="1543050"/>
                </a:moveTo>
                <a:cubicBezTo>
                  <a:pt x="666750" y="1543050"/>
                  <a:pt x="666750" y="0"/>
                  <a:pt x="13335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0550" y="5143500"/>
            <a:ext cx="1314450" cy="9144"/>
          </a:xfrm>
          <a:custGeom>
            <a:avLst/>
            <a:gdLst/>
            <a:ahLst/>
            <a:cxnLst/>
            <a:rect l="l" t="t" r="r" b="b"/>
            <a:pathLst>
              <a:path w="1314450" h="9144">
                <a:moveTo>
                  <a:pt x="0" y="0"/>
                </a:moveTo>
                <a:lnTo>
                  <a:pt x="1314450" y="0"/>
                </a:ln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0" y="5143500"/>
            <a:ext cx="1333500" cy="1543050"/>
          </a:xfrm>
          <a:custGeom>
            <a:avLst/>
            <a:gdLst/>
            <a:ahLst/>
            <a:cxnLst/>
            <a:rect l="l" t="t" r="r" b="b"/>
            <a:pathLst>
              <a:path w="1333500" h="1543050">
                <a:moveTo>
                  <a:pt x="0" y="0"/>
                </a:moveTo>
                <a:cubicBezTo>
                  <a:pt x="666750" y="0"/>
                  <a:pt x="666750" y="1543050"/>
                  <a:pt x="1333500" y="15430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39400" y="43434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0" y="47625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22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Lambda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35000" y="3238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335000" y="63246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17f8c99-123a-4cb9-9e2a-171523ec8a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gọi,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biết: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5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4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5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lỗi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aa7cc069-ce02-4043-b0ff-47cd0d5ca6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trình,</a:t>
            </a: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</a:t>
            </a:r>
            <a:endParaRPr lang="en-US" sz="6900" dirty="0"/>
          </a:p>
        </p:txBody>
      </p:sp>
      <p:sp>
        <p:nvSpPr>
          <p:cNvPr id="4" name="Connector line-1792420224650-988334492"/>
          <p:cNvSpPr/>
          <p:nvPr/>
        </p:nvSpPr>
        <p:spPr>
          <a:xfrm>
            <a:off x="4076700" y="4286250"/>
            <a:ext cx="12001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0224650-382494360"/>
          <p:cNvSpPr/>
          <p:nvPr/>
        </p:nvSpPr>
        <p:spPr>
          <a:xfrm>
            <a:off x="8496300" y="4286250"/>
            <a:ext cx="12192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420224651-778972072"/>
          <p:cNvSpPr/>
          <p:nvPr/>
        </p:nvSpPr>
        <p:spPr>
          <a:xfrm>
            <a:off x="12934950" y="4286250"/>
            <a:ext cx="12192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3238500"/>
            <a:ext cx="314325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353050" y="3238500"/>
            <a:ext cx="314325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3550" y="37338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</a:t>
            </a:r>
            <a:r>
              <a:rPr lang="en-US" sz="42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543550" y="44577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microVM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91700" y="3238500"/>
            <a:ext cx="314325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82200" y="36576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Firecracker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982200" y="432435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230350" y="3238500"/>
            <a:ext cx="314325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20850" y="36576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KVM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420850" y="432435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286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2865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3000" b="1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30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30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Lambda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Fargate.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358ea53-4038-4f02-8fb6-db38434c32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429500" y="31432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944600" y="31432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55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7" name="Connector line-1792420225526-780598496"/>
          <p:cNvSpPr/>
          <p:nvPr/>
        </p:nvSpPr>
        <p:spPr>
          <a:xfrm>
            <a:off x="2628900" y="4000500"/>
            <a:ext cx="0" cy="4572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8" name="Connector line-1792420225526-826362331"/>
          <p:cNvSpPr/>
          <p:nvPr/>
        </p:nvSpPr>
        <p:spPr>
          <a:xfrm>
            <a:off x="9144000" y="4000500"/>
            <a:ext cx="0" cy="4572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Connector line-1792420225526-988600005"/>
          <p:cNvSpPr/>
          <p:nvPr/>
        </p:nvSpPr>
        <p:spPr>
          <a:xfrm>
            <a:off x="15659100" y="4000500"/>
            <a:ext cx="0" cy="4572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0" name="Connector line-1792420225526-653010074"/>
          <p:cNvSpPr/>
          <p:nvPr/>
        </p:nvSpPr>
        <p:spPr>
          <a:xfrm>
            <a:off x="2667000" y="4762500"/>
            <a:ext cx="638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143250" y="428625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hàm,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12" name="Connector line-1792420225529-313046798"/>
          <p:cNvSpPr/>
          <p:nvPr/>
        </p:nvSpPr>
        <p:spPr>
          <a:xfrm>
            <a:off x="9239250" y="5810250"/>
            <a:ext cx="6324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29750" y="53340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25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250" b="1" dirty="0" spc="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14" name="Connector line-1792420225531-732738295"/>
          <p:cNvSpPr/>
          <p:nvPr/>
        </p:nvSpPr>
        <p:spPr>
          <a:xfrm flipH="1">
            <a:off x="9239250" y="6858000"/>
            <a:ext cx="6324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9750" y="63817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250" dirty="0"/>
          </a:p>
        </p:txBody>
      </p:sp>
      <p:sp>
        <p:nvSpPr>
          <p:cNvPr id="16" name="Connector line-1792420225533-22831661"/>
          <p:cNvSpPr/>
          <p:nvPr/>
        </p:nvSpPr>
        <p:spPr>
          <a:xfrm flipH="1">
            <a:off x="2724150" y="7905750"/>
            <a:ext cx="6324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143250" y="74295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d4cd503-9202-4a64-b5ff-3c66c4c576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124200"/>
            <a:ext cx="704850" cy="7048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24200"/>
            <a:ext cx="704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3624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4629150"/>
            <a:ext cx="704850" cy="7048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629150"/>
            <a:ext cx="704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8674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134100"/>
            <a:ext cx="704850" cy="7048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134100"/>
            <a:ext cx="704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73723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5400" y="7639050"/>
            <a:ext cx="704850" cy="7048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639050"/>
            <a:ext cx="7048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381250" y="2857500"/>
            <a:ext cx="1466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kiện: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381250" y="4362450"/>
            <a:ext cx="1466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chờ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381250" y="5867400"/>
            <a:ext cx="1466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hàm: khi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381250" y="7372350"/>
            <a:ext cx="1466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a229a00-1e6c-4e68-8752-af054b8b8e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48000"/>
            <a:ext cx="133350" cy="495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333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Firecracker</a:t>
            </a:r>
            <a:endParaRPr lang="en-US" sz="3000" dirty="0"/>
          </a:p>
        </p:txBody>
      </p:sp>
      <p:sp>
        <p:nvSpPr>
          <p:cNvPr id="7" name="Text richtext-1792420269872-530595035"/>
          <p:cNvSpPr/>
          <p:nvPr/>
        </p:nvSpPr>
        <p:spPr>
          <a:xfrm>
            <a:off x="1428750" y="4191000"/>
            <a:ext cx="7048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lọc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048000"/>
            <a:ext cx="133350" cy="49530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10" name="Text 8"/>
          <p:cNvSpPr/>
          <p:nvPr/>
        </p:nvSpPr>
        <p:spPr>
          <a:xfrm>
            <a:off x="9886950" y="3333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3000" dirty="0"/>
          </a:p>
        </p:txBody>
      </p:sp>
      <p:sp>
        <p:nvSpPr>
          <p:cNvPr id="11" name="Text richtext-1792420269912-545785249"/>
          <p:cNvSpPr/>
          <p:nvPr/>
        </p:nvSpPr>
        <p:spPr>
          <a:xfrm>
            <a:off x="9886950" y="4191000"/>
            <a:ext cx="7048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chọn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838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các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fe6b7ba-1a7d-44a1-b7b6-0afdd6c1f1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Chậm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đầu: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4572000" cy="3619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giờ. Bạn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77000" y="3048000"/>
            <a:ext cx="5334000" cy="4953000"/>
          </a:xfrm>
          <a:prstGeom prst="roundRect">
            <a:avLst>
              <a:gd name="adj" fmla="val 6154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333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2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58000" y="4095750"/>
            <a:ext cx="4572000" cy="3619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trường: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nguội.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039600" y="3048000"/>
            <a:ext cx="5334000" cy="4953000"/>
          </a:xfrm>
          <a:prstGeom prst="roundRect">
            <a:avLst>
              <a:gd name="adj" fmla="val 6154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333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2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420600" y="4095750"/>
            <a:ext cx="4572000" cy="3619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bộ: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1a83acb-3407-4a5d-8cc4-bdae8bfb04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Tốc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ảo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99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2499" dirty="0"/>
          </a:p>
        </p:txBody>
      </p:sp>
      <p:sp>
        <p:nvSpPr>
          <p:cNvPr id="5" name="Text 3"/>
          <p:cNvSpPr/>
          <p:nvPr/>
        </p:nvSpPr>
        <p:spPr>
          <a:xfrm>
            <a:off x="7239000" y="3238500"/>
            <a:ext cx="10134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42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4200" b="1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42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42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42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42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42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42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239000" y="5715000"/>
            <a:ext cx="101346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7" name="Text richtext-1792420271791-423403069"/>
          <p:cNvSpPr/>
          <p:nvPr/>
        </p:nvSpPr>
        <p:spPr>
          <a:xfrm>
            <a:off x="7620000" y="5715000"/>
            <a:ext cx="9372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 mỗi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 khởi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f357d43-7d24-4461-b282-baa3c425a6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8862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0101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1341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2762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52900" y="2762250"/>
            <a:ext cx="1276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95400" y="3886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0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52900" y="3886200"/>
            <a:ext cx="1276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95400" y="50101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KVM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152900" y="5010150"/>
            <a:ext cx="1276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năng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95400" y="61341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152900" y="6134100"/>
            <a:ext cx="1276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620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80962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Firecracker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(tài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Firecracker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(README)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2900e9f-1261-415e-bb48-9b8bfafd8c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2026-10-19T14:31:49Z</dcterms:created>
  <dcterms:modified xsi:type="dcterms:W3CDTF">2026-10-19T14:31:49Z</dcterms:modified>
</cp:coreProperties>
</file>