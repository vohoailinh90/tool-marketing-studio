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  <p:embeddedFont>
      <p:font typeface="Roboto Mono"/>
      <p:bold r:id="rId19"/>
    </p:embeddedFont>
    <p:embeddedFont>
      <p:font typeface="Be Vietnam Pro Semi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Relationship Id="rId20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906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46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8572500" cy="4972050"/>
          </a:xfrm>
          <a:prstGeom prst="rect">
            <a:avLst/>
          </a:prstGeom>
          <a:noFill/>
          <a:ln/>
        </p:spPr>
        <p:txBody>
          <a:bodyPr wrap="square" lIns="0" tIns="77152" rIns="0" bIns="-77152" rtlCol="0" anchor="t"/>
          <a:lstStyle/>
          <a:p>
            <a:pPr algn="l" indent="0" marL="0">
              <a:lnSpc>
                <a:spcPts val="8262"/>
              </a:lnSpc>
              <a:buNone/>
            </a:pPr>
            <a:r>
              <a:rPr lang="en-US" sz="8100" dirty="0" spc="-4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REST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API</a:t>
            </a:r>
            <a:r>
              <a:rPr lang="en-US" sz="8100" dirty="0" spc="-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81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GraphQL:</a:t>
            </a:r>
            <a:r>
              <a:rPr lang="en-US" sz="8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ai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chọn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8100" dirty="0" spc="-3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trả</a:t>
            </a:r>
            <a:r>
              <a:rPr lang="en-US" sz="8100" dirty="0" spc="-10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về?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6858000"/>
            <a:ext cx="8191500" cy="104775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 màn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30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sách,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30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 chọn.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962025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10096500" y="1524000"/>
            <a:ext cx="7277100" cy="3238500"/>
          </a:xfrm>
          <a:prstGeom prst="roundRect">
            <a:avLst>
              <a:gd name="adj" fmla="val 9412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477500" y="1857375"/>
            <a:ext cx="6477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5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 DỤ</a:t>
            </a:r>
            <a:r>
              <a:rPr lang="en-US" sz="2100" b="1" spc="9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100" b="1" spc="15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0477500" y="2571750"/>
            <a:ext cx="6477000" cy="1905000"/>
          </a:xfrm>
          <a:prstGeom prst="rect">
            <a:avLst/>
          </a:prstGeom>
          <a:noFill/>
          <a:ln/>
        </p:spPr>
        <p:txBody>
          <a:bodyPr wrap="square" lIns="0" tIns="12445" rIns="0" bIns="-12445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b="1" dirty="0" spc="5" kern="0">
                <a:solidFill>
                  <a:srgbClr val="F3EEE3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GET /books/7?fields=title,author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10096500" y="5143500"/>
            <a:ext cx="7277100" cy="3238500"/>
          </a:xfrm>
          <a:prstGeom prst="roundRect">
            <a:avLst>
              <a:gd name="adj" fmla="val 9412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77500" y="5476875"/>
            <a:ext cx="6477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5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 DỤ</a:t>
            </a:r>
            <a:r>
              <a:rPr lang="en-US" sz="2100" b="1" spc="14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GRAPHQL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0477500" y="6191250"/>
            <a:ext cx="6477000" cy="1905000"/>
          </a:xfrm>
          <a:prstGeom prst="rect">
            <a:avLst/>
          </a:prstGeom>
          <a:noFill/>
          <a:ln/>
        </p:spPr>
        <p:txBody>
          <a:bodyPr wrap="square" lIns="0" tIns="12445" rIns="0" bIns="-12445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b="1" dirty="0" spc="5" kern="0">
                <a:solidFill>
                  <a:srgbClr val="F3EEE3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title author</a:t>
            </a:r>
            <a:r>
              <a:rPr lang="en-US" sz="2550" b="1" dirty="0" spc="7" kern="0">
                <a:solidFill>
                  <a:srgbClr val="F3EEE3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{</a:t>
            </a:r>
            <a:r>
              <a:rPr lang="en-US" sz="2550" b="1" dirty="0" spc="5" kern="0">
                <a:solidFill>
                  <a:srgbClr val="F3EEE3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name</a:t>
            </a:r>
            <a:r>
              <a:rPr lang="en-US" sz="2550" b="1" dirty="0" spc="6" kern="0">
                <a:solidFill>
                  <a:srgbClr val="F3EEE3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}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3" name="Moda image moda-export-watermark-04be92d8-09d9-401a-84a6-a951b4861c8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BỐI</a:t>
            </a:r>
            <a:r>
              <a:rPr lang="en-US" sz="1800" b="1" spc="28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Màn</a:t>
            </a:r>
            <a:r>
              <a:rPr lang="en-US" sz="69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8001000" cy="2857500"/>
          </a:xfrm>
          <a:prstGeom prst="roundRect">
            <a:avLst>
              <a:gd name="adj" fmla="val 93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2385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</a:t>
            </a:r>
            <a:r>
              <a:rPr lang="en-US" sz="1950" b="1" spc="15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333500" y="4000500"/>
            <a:ext cx="7239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10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Tên</a:t>
            </a:r>
            <a:r>
              <a:rPr lang="en-US" sz="4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sách</a:t>
            </a:r>
            <a:endParaRPr lang="en-US" sz="4800" dirty="0"/>
          </a:p>
        </p:txBody>
      </p:sp>
      <p:sp>
        <p:nvSpPr>
          <p:cNvPr id="7" name="Shape 5"/>
          <p:cNvSpPr/>
          <p:nvPr/>
        </p:nvSpPr>
        <p:spPr>
          <a:xfrm>
            <a:off x="9372600" y="2857500"/>
            <a:ext cx="8001000" cy="2857500"/>
          </a:xfrm>
          <a:prstGeom prst="roundRect">
            <a:avLst>
              <a:gd name="adj" fmla="val 93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91700" y="32385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</a:t>
            </a:r>
            <a:r>
              <a:rPr lang="en-US" sz="1950" b="1" spc="14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9791700" y="4000500"/>
            <a:ext cx="7239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10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Tên</a:t>
            </a:r>
            <a:r>
              <a:rPr lang="en-US" sz="48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tác</a:t>
            </a:r>
            <a:r>
              <a:rPr lang="en-US" sz="4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giả</a:t>
            </a:r>
            <a:endParaRPr lang="en-US" sz="4800" dirty="0"/>
          </a:p>
        </p:txBody>
      </p:sp>
      <p:sp>
        <p:nvSpPr>
          <p:cNvPr id="10" name="Shape 8"/>
          <p:cNvSpPr/>
          <p:nvPr/>
        </p:nvSpPr>
        <p:spPr>
          <a:xfrm>
            <a:off x="914400" y="6096000"/>
            <a:ext cx="16459200" cy="2476500"/>
          </a:xfrm>
          <a:prstGeom prst="roundRect">
            <a:avLst>
              <a:gd name="adj" fmla="val 10769"/>
            </a:avLst>
          </a:prstGeom>
          <a:solidFill>
            <a:srgbClr val="14161C"/>
          </a:solidFill>
          <a:ln/>
        </p:spPr>
      </p:sp>
      <p:sp>
        <p:nvSpPr>
          <p:cNvPr id="11" name="Text 9"/>
          <p:cNvSpPr/>
          <p:nvPr/>
        </p:nvSpPr>
        <p:spPr>
          <a:xfrm>
            <a:off x="1333500" y="6429375"/>
            <a:ext cx="1562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 VÍ DỤ</a:t>
            </a:r>
            <a:r>
              <a:rPr lang="en-US" sz="1950" b="1" spc="13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CẠNH</a:t>
            </a:r>
            <a:r>
              <a:rPr lang="en-US" sz="1950" b="1" spc="1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endParaRPr lang="en-US" sz="1950" dirty="0"/>
          </a:p>
        </p:txBody>
      </p:sp>
      <p:sp>
        <p:nvSpPr>
          <p:cNvPr id="12" name="Text richtext-1792373841724-131651644"/>
          <p:cNvSpPr/>
          <p:nvPr/>
        </p:nvSpPr>
        <p:spPr>
          <a:xfrm>
            <a:off x="1333500" y="7048500"/>
            <a:ext cx="15621000" cy="1400175"/>
          </a:xfrm>
          <a:prstGeom prst="rect">
            <a:avLst/>
          </a:prstGeom>
          <a:noFill/>
          <a:ln/>
        </p:spPr>
        <p:txBody>
          <a:bodyPr wrap="square" lIns="0" tIns="1905" rIns="0" bIns="-1905" rtlCol="0" anchor="t"/>
          <a:lstStyle/>
          <a:p>
            <a:pPr algn="l" marL="381000" indent="-272202">
              <a:lnSpc>
                <a:spcPts val="4350"/>
              </a:lnSpc>
              <a:buSzPct val="100000"/>
              <a:buFont typeface="Arial"/>
              <a:buChar char="•"/>
            </a:pPr>
            <a:r>
              <a:rPr lang="en-US" sz="3000" dirty="0" spc="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So</a:t>
            </a:r>
            <a:r>
              <a:rPr lang="en-US" sz="30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cách</a:t>
            </a:r>
            <a:r>
              <a:rPr lang="en-US" sz="3000" dirty="0" spc="-2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yêu</a:t>
            </a:r>
            <a:r>
              <a:rPr lang="en-US" sz="300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cầu</a:t>
            </a:r>
            <a:endParaRPr lang="en-US" sz="3000" dirty="0"/>
          </a:p>
          <a:p>
            <a:pPr algn="l" marL="381000" indent="-272202">
              <a:lnSpc>
                <a:spcPts val="4350"/>
              </a:lnSpc>
              <a:buSzPct val="100000"/>
              <a:buFont typeface="Arial"/>
              <a:buChar char="•"/>
            </a:pPr>
            <a:r>
              <a:rPr lang="en-US" sz="300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3000" dirty="0" spc="-3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xếp</a:t>
            </a:r>
            <a:r>
              <a:rPr lang="en-US" sz="30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hạng</a:t>
            </a:r>
            <a:r>
              <a:rPr lang="en-US" sz="3000" dirty="0" spc="-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tốc</a:t>
            </a:r>
            <a:r>
              <a:rPr lang="en-US" sz="3000" dirty="0" spc="1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độ</a:t>
            </a:r>
            <a:endParaRPr lang="en-US" sz="300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46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72904264-c910-41be-8add-a3933956bf1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80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80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 · VÍ</a:t>
            </a:r>
            <a:r>
              <a:rPr lang="en-US" sz="1800" b="1" spc="30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1800" b="1" spc="25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800" b="1" spc="30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</a:t>
            </a:r>
            <a:r>
              <a:rPr lang="en-US" sz="6900" dirty="0" spc="2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tham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667000"/>
            <a:ext cx="4381500" cy="4381500"/>
          </a:xfrm>
          <a:prstGeom prst="rect">
            <a:avLst/>
          </a:prstGeom>
          <a:noFill/>
          <a:ln/>
        </p:spPr>
        <p:txBody>
          <a:bodyPr wrap="square" lIns="0" tIns="335280" rIns="0" bIns="-335280" rtlCol="0" anchor="t"/>
          <a:lstStyle/>
          <a:p>
            <a:pPr algn="l" indent="0" marL="0">
              <a:lnSpc>
                <a:spcPts val="33000"/>
              </a:lnSpc>
              <a:buNone/>
            </a:pPr>
            <a:r>
              <a:rPr lang="en-US" sz="33000" dirty="0" spc="5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3000" dirty="0"/>
          </a:p>
        </p:txBody>
      </p:sp>
      <p:sp>
        <p:nvSpPr>
          <p:cNvPr id="5" name="Text 3"/>
          <p:cNvSpPr/>
          <p:nvPr/>
        </p:nvSpPr>
        <p:spPr>
          <a:xfrm>
            <a:off x="914400" y="7143750"/>
            <a:ext cx="4953000" cy="10477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lần</a:t>
            </a:r>
            <a:r>
              <a:rPr lang="en-US" sz="270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gọi</a:t>
            </a:r>
            <a:r>
              <a:rPr lang="en-US" sz="2700" dirty="0" spc="-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lấy</a:t>
            </a:r>
            <a:r>
              <a:rPr lang="en-US" sz="270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tên</a:t>
            </a:r>
            <a:r>
              <a:rPr lang="en-US" sz="27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sách</a:t>
            </a:r>
            <a:r>
              <a:rPr lang="en-US" sz="2700" dirty="0" spc="-2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70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tác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giả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6096000" y="2857500"/>
            <a:ext cx="11277600" cy="1524000"/>
          </a:xfrm>
          <a:prstGeom prst="roundRect">
            <a:avLst>
              <a:gd name="adj" fmla="val 15000"/>
            </a:avLst>
          </a:prstGeom>
          <a:solidFill>
            <a:srgbClr val="CFE8E2"/>
          </a:solidFill>
          <a:ln/>
        </p:spPr>
      </p:sp>
      <p:sp>
        <p:nvSpPr>
          <p:cNvPr id="7" name="Text 5"/>
          <p:cNvSpPr/>
          <p:nvPr/>
        </p:nvSpPr>
        <p:spPr>
          <a:xfrm>
            <a:off x="6477000" y="3095625"/>
            <a:ext cx="1047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8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spc="13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1950" b="1" spc="15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6477000" y="3571875"/>
            <a:ext cx="1047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kern="0">
                <a:solidFill>
                  <a:srgbClr val="14161C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GET /books/7?fields=title,author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6096000" y="4572000"/>
            <a:ext cx="11277600" cy="1809750"/>
          </a:xfrm>
          <a:prstGeom prst="roundRect">
            <a:avLst>
              <a:gd name="adj" fmla="val 1263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77000" y="4810125"/>
            <a:ext cx="1047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8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spc="15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950" b="1" spc="15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r>
              <a:rPr lang="en-US" sz="1950" b="1" spc="15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6477000" y="5334000"/>
            <a:ext cx="10477500" cy="85725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Tham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fields</a:t>
            </a:r>
            <a:r>
              <a:rPr lang="en-US" sz="27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biểu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diễn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author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6096000" y="6572250"/>
            <a:ext cx="11277600" cy="1809750"/>
          </a:xfrm>
          <a:prstGeom prst="roundRect">
            <a:avLst>
              <a:gd name="adj" fmla="val 12632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77000" y="6810375"/>
            <a:ext cx="1047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8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LƯU</a:t>
            </a:r>
            <a:r>
              <a:rPr lang="en-US" sz="1950" b="1" spc="14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6477000" y="7334250"/>
            <a:ext cx="10477500" cy="85725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9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Tùy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700" dirty="0" spc="-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kế,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phải</a:t>
            </a:r>
            <a:r>
              <a:rPr lang="en-US" sz="27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REST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 có</a:t>
            </a:r>
            <a:endParaRPr lang="en-US" sz="2700" dirty="0"/>
          </a:p>
        </p:txBody>
      </p:sp>
      <p:sp>
        <p:nvSpPr>
          <p:cNvPr id="15" name="Shape 1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46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6668939f-b34e-4a50-8599-4a8dc9b42de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 2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180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GRAPHQL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Chọn</a:t>
            </a:r>
            <a:r>
              <a:rPr lang="en-US" sz="69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khuôn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schema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2095500"/>
          </a:xfrm>
          <a:prstGeom prst="roundRect">
            <a:avLst>
              <a:gd name="adj" fmla="val 12727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14325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TẦNG</a:t>
            </a:r>
            <a:r>
              <a:rPr lang="en-US" sz="1950" b="1" spc="1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950" b="1" spc="14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14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1950" b="1" spc="11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1950" b="1" spc="13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b="1" spc="1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950" b="1" spc="13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333500" y="3762375"/>
            <a:ext cx="15621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b="1" dirty="0" spc="3" kern="0">
                <a:solidFill>
                  <a:srgbClr val="F3EEE3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title  author</a:t>
            </a:r>
            <a:r>
              <a:rPr lang="en-US" sz="3900" b="1" dirty="0" spc="2" kern="0">
                <a:solidFill>
                  <a:srgbClr val="F3EEE3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{</a:t>
            </a:r>
            <a:r>
              <a:rPr lang="en-US" sz="3900" b="1" dirty="0" spc="3" kern="0">
                <a:solidFill>
                  <a:srgbClr val="F3EEE3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name }</a:t>
            </a:r>
            <a:endParaRPr lang="en-US" sz="3900" dirty="0"/>
          </a:p>
        </p:txBody>
      </p:sp>
      <p:sp>
        <p:nvSpPr>
          <p:cNvPr id="7" name="Shape 5"/>
          <p:cNvSpPr/>
          <p:nvPr/>
        </p:nvSpPr>
        <p:spPr>
          <a:xfrm>
            <a:off x="914400" y="5143500"/>
            <a:ext cx="16459200" cy="2286000"/>
          </a:xfrm>
          <a:prstGeom prst="roundRect">
            <a:avLst>
              <a:gd name="adj" fmla="val 11667"/>
            </a:avLst>
          </a:prstGeom>
          <a:solidFill>
            <a:srgbClr val="FF6A4D"/>
          </a:solidFill>
          <a:ln/>
        </p:spPr>
      </p:sp>
      <p:sp>
        <p:nvSpPr>
          <p:cNvPr id="8" name="Text 6"/>
          <p:cNvSpPr/>
          <p:nvPr/>
        </p:nvSpPr>
        <p:spPr>
          <a:xfrm>
            <a:off x="1333500" y="542925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0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TẦNG</a:t>
            </a:r>
            <a:r>
              <a:rPr lang="en-US" sz="1950" b="1" spc="15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DƯỚI</a:t>
            </a:r>
            <a:r>
              <a:rPr lang="en-US" sz="1950" b="1" spc="14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15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SCHEMA</a:t>
            </a:r>
            <a:r>
              <a:rPr lang="en-US" sz="1950" b="1" spc="13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b="1" spc="1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950" b="1" spc="15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1333500" y="6000750"/>
            <a:ext cx="15621000" cy="114300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140"/>
              </a:lnSpc>
              <a:buNone/>
            </a:pPr>
            <a:r>
              <a:rPr lang="en-US" sz="3600" dirty="0" spc="-2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Hợp</a:t>
            </a:r>
            <a:r>
              <a:rPr lang="en-US" sz="36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đồng</a:t>
            </a:r>
            <a:r>
              <a:rPr lang="en-US" sz="36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kiểu:</a:t>
            </a:r>
            <a:r>
              <a:rPr lang="en-US" sz="36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 các</a:t>
            </a:r>
            <a:r>
              <a:rPr lang="en-US" sz="3600" dirty="0" spc="-2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trường</a:t>
            </a:r>
            <a:r>
              <a:rPr lang="en-US" sz="3600" dirty="0" spc="-3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36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quan</a:t>
            </a:r>
            <a:r>
              <a:rPr lang="en-US" sz="36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hệ</a:t>
            </a:r>
            <a:r>
              <a:rPr lang="en-US" sz="36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ấy</a:t>
            </a:r>
            <a:endParaRPr lang="en-US" sz="3600" dirty="0"/>
          </a:p>
        </p:txBody>
      </p:sp>
      <p:sp>
        <p:nvSpPr>
          <p:cNvPr id="10" name="Shape 8"/>
          <p:cNvSpPr/>
          <p:nvPr/>
        </p:nvSpPr>
        <p:spPr>
          <a:xfrm>
            <a:off x="914400" y="7715250"/>
            <a:ext cx="16459200" cy="1143000"/>
          </a:xfrm>
          <a:prstGeom prst="roundRect">
            <a:avLst>
              <a:gd name="adj" fmla="val 20000"/>
            </a:avLst>
          </a:prstGeom>
          <a:solidFill>
            <a:srgbClr val="2C303C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8020050"/>
            <a:ext cx="15811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Máy</a:t>
            </a:r>
            <a:r>
              <a:rPr lang="en-US" sz="27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khách</a:t>
            </a:r>
            <a:r>
              <a:rPr lang="en-US" sz="27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7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tự</a:t>
            </a:r>
            <a:r>
              <a:rPr lang="en-US" sz="270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tạo</a:t>
            </a:r>
            <a:r>
              <a:rPr lang="en-US" sz="2700" dirty="0" spc="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trường</a:t>
            </a:r>
            <a:r>
              <a:rPr lang="en-US" sz="27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mới.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46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04/09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22fe75d3-1c86-4d0b-9c64-0707a06d779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80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80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CÙNG</a:t>
            </a:r>
            <a:r>
              <a:rPr lang="en-US" sz="180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180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Chọn</a:t>
            </a:r>
            <a:r>
              <a:rPr lang="en-US" sz="6900" dirty="0" spc="-5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trường</a:t>
            </a:r>
            <a:r>
              <a:rPr lang="en-US" sz="6900" dirty="0" spc="-4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chưa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6900" dirty="0" spc="-9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6900" dirty="0" spc="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đọc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429000"/>
            <a:ext cx="4762500" cy="2476500"/>
          </a:xfrm>
          <a:prstGeom prst="roundRect">
            <a:avLst>
              <a:gd name="adj" fmla="val 1076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71475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8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spc="13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4286250"/>
            <a:ext cx="4000500" cy="133350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140"/>
              </a:lnSpc>
              <a:buNone/>
            </a:pPr>
            <a:r>
              <a:rPr lang="en-US" sz="36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Chọn</a:t>
            </a:r>
            <a:r>
              <a:rPr lang="en-US" sz="3600" dirty="0" spc="-2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trường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6762750" y="3429000"/>
            <a:ext cx="4762500" cy="2476500"/>
          </a:xfrm>
          <a:prstGeom prst="roundRect">
            <a:avLst>
              <a:gd name="adj" fmla="val 10769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43750" y="371475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8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spc="15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950" b="1" spc="14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950" b="1" spc="15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7143750" y="4286250"/>
            <a:ext cx="4000500" cy="133350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140"/>
              </a:lnSpc>
              <a:buNone/>
            </a:pPr>
            <a:r>
              <a:rPr lang="en-US" sz="36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Quyền</a:t>
            </a:r>
            <a:r>
              <a:rPr lang="en-US" sz="3600" dirty="0" spc="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đọc</a:t>
            </a:r>
            <a:r>
              <a:rPr lang="en-US" sz="36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36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endParaRPr lang="en-US" sz="3600" dirty="0"/>
          </a:p>
        </p:txBody>
      </p:sp>
      <p:sp>
        <p:nvSpPr>
          <p:cNvPr id="10" name="Shape 8"/>
          <p:cNvSpPr/>
          <p:nvPr/>
        </p:nvSpPr>
        <p:spPr>
          <a:xfrm>
            <a:off x="12611100" y="3429000"/>
            <a:ext cx="4762500" cy="2476500"/>
          </a:xfrm>
          <a:prstGeom prst="roundRect">
            <a:avLst>
              <a:gd name="adj" fmla="val 10769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992100" y="371475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8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spc="15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950" b="1" spc="15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1950" b="1" spc="14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992100" y="4286250"/>
            <a:ext cx="4000500" cy="133350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140"/>
              </a:lnSpc>
              <a:buNone/>
            </a:pPr>
            <a:r>
              <a:rPr lang="en-US" sz="36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Công</a:t>
            </a:r>
            <a:r>
              <a:rPr lang="en-US" sz="36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 xử</a:t>
            </a:r>
            <a:r>
              <a:rPr lang="en-US" sz="36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lý</a:t>
            </a:r>
            <a:endParaRPr lang="en-US" sz="3600" dirty="0"/>
          </a:p>
        </p:txBody>
      </p:sp>
      <p:sp>
        <p:nvSpPr>
          <p:cNvPr id="13" name="Connector line-1792373885399-748409196"/>
          <p:cNvSpPr/>
          <p:nvPr/>
        </p:nvSpPr>
        <p:spPr>
          <a:xfrm>
            <a:off x="5676900" y="4667250"/>
            <a:ext cx="108585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4" name="Connector line-1792373885399-76494448"/>
          <p:cNvSpPr/>
          <p:nvPr/>
        </p:nvSpPr>
        <p:spPr>
          <a:xfrm>
            <a:off x="11525250" y="4667250"/>
            <a:ext cx="108585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914400" y="6572250"/>
            <a:ext cx="114300" cy="666750"/>
          </a:xfrm>
          <a:prstGeom prst="rect">
            <a:avLst/>
          </a:prstGeom>
          <a:solidFill>
            <a:srgbClr val="1F3FD1"/>
          </a:solidFill>
          <a:ln/>
        </p:spPr>
      </p:sp>
      <p:sp>
        <p:nvSpPr>
          <p:cNvPr id="16" name="Text 14"/>
          <p:cNvSpPr/>
          <p:nvPr/>
        </p:nvSpPr>
        <p:spPr>
          <a:xfrm>
            <a:off x="1333500" y="6619875"/>
            <a:ext cx="16002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85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8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285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r>
              <a:rPr lang="en-US" sz="28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2850" dirty="0"/>
          </a:p>
        </p:txBody>
      </p:sp>
      <p:sp>
        <p:nvSpPr>
          <p:cNvPr id="17" name="Text 15"/>
          <p:cNvSpPr/>
          <p:nvPr/>
        </p:nvSpPr>
        <p:spPr>
          <a:xfrm>
            <a:off x="1333500" y="7334250"/>
            <a:ext cx="16002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2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Đúng</a:t>
            </a:r>
            <a:r>
              <a:rPr lang="en-US" sz="2550" dirty="0" spc="-15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1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550" dirty="0" spc="-1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2550" dirty="0" spc="-2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2550" dirty="0" spc="-12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 nguyên</a:t>
            </a:r>
            <a:r>
              <a:rPr lang="en-US" sz="2550" dirty="0" spc="0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lẫn</a:t>
            </a:r>
            <a:r>
              <a:rPr lang="en-US" sz="2550" dirty="0" spc="-11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GraphQL.</a:t>
            </a:r>
            <a:endParaRPr lang="en-US" sz="2550" dirty="0"/>
          </a:p>
        </p:txBody>
      </p:sp>
      <p:sp>
        <p:nvSpPr>
          <p:cNvPr id="18" name="Shape 1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46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aa33d9c0-7886-4054-bf04-7e1678a48fa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TÓM</a:t>
            </a:r>
            <a:r>
              <a:rPr lang="en-US" sz="1800" b="1" spc="29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Cả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6900" dirty="0" spc="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đều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do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</a:t>
            </a: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kiểm</a:t>
            </a:r>
            <a:r>
              <a:rPr lang="en-US" sz="69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soát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5715000"/>
          </a:xfrm>
          <a:prstGeom prst="roundRect">
            <a:avLst>
              <a:gd name="adj" fmla="val 4667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333500" y="3143250"/>
            <a:ext cx="457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1800" b="1" spc="22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096000" y="3143250"/>
            <a:ext cx="5334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6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800" b="1" spc="22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800" b="1" spc="23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811000" y="3143250"/>
            <a:ext cx="5334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LƯU</a:t>
            </a:r>
            <a:r>
              <a:rPr lang="en-US" sz="1800" b="1" spc="22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endParaRPr lang="en-US" sz="1800" dirty="0"/>
          </a:p>
        </p:txBody>
      </p:sp>
      <p:sp>
        <p:nvSpPr>
          <p:cNvPr id="8" name="Connector line-1792373887425-183803378"/>
          <p:cNvSpPr/>
          <p:nvPr/>
        </p:nvSpPr>
        <p:spPr>
          <a:xfrm>
            <a:off x="914400" y="3714750"/>
            <a:ext cx="16459200" cy="0"/>
          </a:xfrm>
          <a:prstGeom prst="line">
            <a:avLst/>
          </a:prstGeom>
          <a:noFill/>
          <a:ln w="19050">
            <a:solidFill>
              <a:srgbClr val="2C303C"/>
            </a:solidFill>
            <a:prstDash val="solid"/>
            <a:headEnd type="none"/>
            <a:tailEnd type="none"/>
          </a:ln>
        </p:spPr>
      </p:sp>
      <p:sp>
        <p:nvSpPr>
          <p:cNvPr id="9" name="Text 7"/>
          <p:cNvSpPr/>
          <p:nvPr/>
        </p:nvSpPr>
        <p:spPr>
          <a:xfrm>
            <a:off x="1333500" y="4095750"/>
            <a:ext cx="4572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7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Tài</a:t>
            </a:r>
            <a:r>
              <a:rPr lang="en-US" sz="3300" dirty="0" spc="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nguyên</a:t>
            </a:r>
            <a:endParaRPr lang="en-US" sz="3300" dirty="0"/>
          </a:p>
        </p:txBody>
      </p:sp>
      <p:sp>
        <p:nvSpPr>
          <p:cNvPr id="10" name="Text 8"/>
          <p:cNvSpPr/>
          <p:nvPr/>
        </p:nvSpPr>
        <p:spPr>
          <a:xfrm>
            <a:off x="6096000" y="4152900"/>
            <a:ext cx="5334000" cy="85725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Tham</a:t>
            </a:r>
            <a:r>
              <a:rPr lang="en-US" sz="24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fields,</a:t>
            </a: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biểu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diễn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author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1811000" y="4152900"/>
            <a:ext cx="5334000" cy="85725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2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400" dirty="0" spc="1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400" dirty="0" spc="-14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REST</a:t>
            </a:r>
            <a:r>
              <a:rPr lang="en-US" sz="2400" dirty="0" spc="-1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2400" dirty="0" spc="3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400" dirty="0" spc="2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2400" dirty="0" spc="0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endParaRPr lang="en-US" sz="2400" dirty="0"/>
          </a:p>
        </p:txBody>
      </p:sp>
      <p:sp>
        <p:nvSpPr>
          <p:cNvPr id="12" name="Connector line-1792373887430-709374304"/>
          <p:cNvSpPr/>
          <p:nvPr/>
        </p:nvSpPr>
        <p:spPr>
          <a:xfrm>
            <a:off x="914400" y="5334000"/>
            <a:ext cx="16459200" cy="0"/>
          </a:xfrm>
          <a:prstGeom prst="line">
            <a:avLst/>
          </a:prstGeom>
          <a:noFill/>
          <a:ln w="19050">
            <a:solidFill>
              <a:srgbClr val="2C303C"/>
            </a:solidFill>
            <a:prstDash val="solid"/>
            <a:headEnd type="none"/>
            <a:tailEnd type="none"/>
          </a:ln>
        </p:spPr>
      </p:sp>
      <p:sp>
        <p:nvSpPr>
          <p:cNvPr id="13" name="Text 11"/>
          <p:cNvSpPr/>
          <p:nvPr/>
        </p:nvSpPr>
        <p:spPr>
          <a:xfrm>
            <a:off x="1333500" y="5715000"/>
            <a:ext cx="4572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5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GraphQL</a:t>
            </a:r>
            <a:endParaRPr lang="en-US" sz="3300" dirty="0"/>
          </a:p>
        </p:txBody>
      </p:sp>
      <p:sp>
        <p:nvSpPr>
          <p:cNvPr id="14" name="Text 12"/>
          <p:cNvSpPr/>
          <p:nvPr/>
        </p:nvSpPr>
        <p:spPr>
          <a:xfrm>
            <a:off x="6096000" y="5772150"/>
            <a:ext cx="5334000" cy="85725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Trường</a:t>
            </a:r>
            <a:r>
              <a:rPr lang="en-US" sz="240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4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4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schema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1811000" y="5772150"/>
            <a:ext cx="5334000" cy="85725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-12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400" dirty="0" spc="-1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2400" dirty="0" spc="1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4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400" dirty="0" spc="-9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400" dirty="0" spc="7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endParaRPr lang="en-US" sz="2400" dirty="0"/>
          </a:p>
        </p:txBody>
      </p:sp>
      <p:sp>
        <p:nvSpPr>
          <p:cNvPr id="16" name="Connector line-1792373887436-424555389"/>
          <p:cNvSpPr/>
          <p:nvPr/>
        </p:nvSpPr>
        <p:spPr>
          <a:xfrm>
            <a:off x="914400" y="6953250"/>
            <a:ext cx="16459200" cy="0"/>
          </a:xfrm>
          <a:prstGeom prst="line">
            <a:avLst/>
          </a:prstGeom>
          <a:noFill/>
          <a:ln w="19050">
            <a:solidFill>
              <a:srgbClr val="2C303C"/>
            </a:solidFill>
            <a:prstDash val="solid"/>
            <a:headEnd type="none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1333500" y="7334250"/>
            <a:ext cx="4572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Cả</a:t>
            </a:r>
            <a:r>
              <a:rPr lang="en-US" sz="3300" dirty="0" spc="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endParaRPr lang="en-US" sz="3300" dirty="0"/>
          </a:p>
        </p:txBody>
      </p:sp>
      <p:sp>
        <p:nvSpPr>
          <p:cNvPr id="18" name="Text 16"/>
          <p:cNvSpPr/>
          <p:nvPr/>
        </p:nvSpPr>
        <p:spPr>
          <a:xfrm>
            <a:off x="6096000" y="7391400"/>
            <a:ext cx="5334000" cy="85725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24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quyền,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 hạn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4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11811000" y="7391400"/>
            <a:ext cx="5334000" cy="85725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0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400" dirty="0" spc="7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400" dirty="0" spc="0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1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2400" dirty="0" spc="-14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r>
              <a:rPr lang="en-US" sz="2400" dirty="0" spc="10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46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06/09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7864bad8-8bdc-4a67-9389-f3ccf9a761e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THỬ</a:t>
            </a:r>
            <a:r>
              <a:rPr lang="en-US" sz="1800" b="1" spc="2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459200" cy="60960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0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3000" dirty="0" spc="-15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3000" dirty="0" spc="-16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3000" dirty="0" spc="-11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3000" dirty="0" spc="0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3000" dirty="0" spc="2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3000" dirty="0" spc="-20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3000" dirty="0" spc="-5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dirty="0" spc="-2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14400" y="2114550"/>
            <a:ext cx="16459200" cy="60960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-21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REST</a:t>
            </a:r>
            <a:r>
              <a:rPr lang="en-US" sz="3000" dirty="0" spc="1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luôn</a:t>
            </a:r>
            <a:r>
              <a:rPr lang="en-US" sz="3000" dirty="0" spc="-11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3000" dirty="0" spc="0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3000" dirty="0" spc="-2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lần,</a:t>
            </a:r>
            <a:r>
              <a:rPr lang="en-US" sz="3000" dirty="0" spc="-14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GraphQL</a:t>
            </a:r>
            <a:r>
              <a:rPr lang="en-US" sz="3000" dirty="0" spc="1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luôn</a:t>
            </a:r>
            <a:r>
              <a:rPr lang="en-US" sz="3000" dirty="0" spc="-2" kern="0">
                <a:solidFill>
                  <a:srgbClr val="4A494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 hơn?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3286125"/>
            <a:ext cx="114300" cy="123825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6" name="Text 4"/>
          <p:cNvSpPr/>
          <p:nvPr/>
        </p:nvSpPr>
        <p:spPr>
          <a:xfrm>
            <a:off x="1428750" y="3238500"/>
            <a:ext cx="15811500" cy="1333500"/>
          </a:xfrm>
          <a:prstGeom prst="rect">
            <a:avLst/>
          </a:prstGeom>
          <a:noFill/>
          <a:ln/>
        </p:spPr>
        <p:txBody>
          <a:bodyPr wrap="square" lIns="0" tIns="52578" rIns="0" bIns="-52578" rtlCol="0" anchor="ctr"/>
          <a:lstStyle/>
          <a:p>
            <a:pPr algn="l" indent="0" marL="0">
              <a:lnSpc>
                <a:spcPts val="7452"/>
              </a:lnSpc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Không.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r>
              <a:rPr lang="en-US" sz="6900" dirty="0" spc="-7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lượt</a:t>
            </a:r>
            <a:r>
              <a:rPr lang="en-US" sz="6900" dirty="0" spc="-4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gọi</a:t>
            </a:r>
            <a:r>
              <a:rPr lang="en-US" sz="6900" dirty="0" spc="-4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chưa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nói</a:t>
            </a:r>
            <a:r>
              <a:rPr lang="en-US" sz="6900" dirty="0" spc="-2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tốc</a:t>
            </a:r>
            <a:r>
              <a:rPr lang="en-US" sz="69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độ.</a:t>
            </a:r>
            <a:endParaRPr lang="en-US" sz="6900" dirty="0"/>
          </a:p>
        </p:txBody>
      </p:sp>
      <p:sp>
        <p:nvSpPr>
          <p:cNvPr id="7" name="Shape 5"/>
          <p:cNvSpPr/>
          <p:nvPr/>
        </p:nvSpPr>
        <p:spPr>
          <a:xfrm>
            <a:off x="914400" y="5334000"/>
            <a:ext cx="8001000" cy="2381250"/>
          </a:xfrm>
          <a:prstGeom prst="roundRect">
            <a:avLst>
              <a:gd name="adj" fmla="val 9600"/>
            </a:avLst>
          </a:prstGeom>
          <a:solidFill>
            <a:srgbClr val="CFE8E2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561975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HỢP ĐỒNG</a:t>
            </a:r>
            <a:r>
              <a:rPr lang="en-US" sz="1950" b="1" spc="13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b="1" spc="15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1950" b="1" spc="15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1295400" y="6191250"/>
            <a:ext cx="7239000" cy="123825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Cho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372600" y="5334000"/>
            <a:ext cx="8001000" cy="2381250"/>
          </a:xfrm>
          <a:prstGeom prst="roundRect">
            <a:avLst>
              <a:gd name="adj" fmla="val 9600"/>
            </a:avLst>
          </a:prstGeom>
          <a:solidFill>
            <a:srgbClr val="F8D9D0"/>
          </a:solidFill>
          <a:ln/>
        </p:spPr>
      </p:sp>
      <p:sp>
        <p:nvSpPr>
          <p:cNvPr id="11" name="Text 9"/>
          <p:cNvSpPr/>
          <p:nvPr/>
        </p:nvSpPr>
        <p:spPr>
          <a:xfrm>
            <a:off x="9753600" y="561975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4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VỚI</a:t>
            </a:r>
            <a:r>
              <a:rPr lang="en-US" sz="1950" b="1" spc="15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GRAPHQL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9753600" y="6191250"/>
            <a:ext cx="7239000" cy="123825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70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700" dirty="0" spc="-3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kéo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7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46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64259940-d46b-4ee2-b815-9551b0f511d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5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9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BỐI</a:t>
            </a:r>
            <a:r>
              <a:rPr lang="en-US" sz="1800" b="1" spc="28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6900" dirty="0" spc="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6900" dirty="0" spc="-7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 chọn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2905125"/>
            <a:ext cx="10477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-4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6600" dirty="0"/>
          </a:p>
        </p:txBody>
      </p:sp>
      <p:sp>
        <p:nvSpPr>
          <p:cNvPr id="6" name="Text 4"/>
          <p:cNvSpPr/>
          <p:nvPr/>
        </p:nvSpPr>
        <p:spPr>
          <a:xfrm>
            <a:off x="2476500" y="2952750"/>
            <a:ext cx="1447800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4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REST:</a:t>
            </a:r>
            <a:r>
              <a:rPr lang="en-US" sz="285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phong cách;</a:t>
            </a:r>
            <a:r>
              <a:rPr lang="en-US" sz="285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GraphQL:</a:t>
            </a:r>
            <a:r>
              <a:rPr lang="en-US" sz="285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ngôn</a:t>
            </a:r>
            <a:r>
              <a:rPr lang="en-US" sz="28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ngữ</a:t>
            </a:r>
            <a:r>
              <a:rPr lang="en-US" sz="285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truy</a:t>
            </a:r>
            <a:r>
              <a:rPr lang="en-US" sz="2850" dirty="0" spc="-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vấn</a:t>
            </a:r>
            <a:endParaRPr lang="en-US" sz="2850" dirty="0"/>
          </a:p>
        </p:txBody>
      </p:sp>
      <p:sp>
        <p:nvSpPr>
          <p:cNvPr id="7" name="Text 5"/>
          <p:cNvSpPr/>
          <p:nvPr/>
        </p:nvSpPr>
        <p:spPr>
          <a:xfrm>
            <a:off x="2476500" y="3543300"/>
            <a:ext cx="1447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6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Đường</a:t>
            </a:r>
            <a:r>
              <a:rPr lang="en-US" sz="2250" dirty="0" spc="2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2250" dirty="0" spc="1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250" dirty="0" spc="3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dirty="0" spc="6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250" dirty="0" spc="17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2250" dirty="0" spc="0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 tuân</a:t>
            </a:r>
            <a:r>
              <a:rPr lang="en-US" sz="2250" dirty="0" spc="2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thủ</a:t>
            </a:r>
            <a:r>
              <a:rPr lang="en-US" sz="2250" dirty="0" spc="-12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REST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43815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38250" y="4524375"/>
            <a:ext cx="10477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-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6600" dirty="0"/>
          </a:p>
        </p:txBody>
      </p:sp>
      <p:sp>
        <p:nvSpPr>
          <p:cNvPr id="10" name="Text 8"/>
          <p:cNvSpPr/>
          <p:nvPr/>
        </p:nvSpPr>
        <p:spPr>
          <a:xfrm>
            <a:off x="2476500" y="4572000"/>
            <a:ext cx="1447800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3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Phức</a:t>
            </a:r>
            <a:r>
              <a:rPr lang="en-US" sz="28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tạp</a:t>
            </a:r>
            <a:r>
              <a:rPr lang="en-US" sz="285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28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tự</a:t>
            </a:r>
            <a:r>
              <a:rPr lang="en-US" sz="285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biến</a:t>
            </a:r>
            <a:r>
              <a:rPr lang="en-US" sz="28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mất</a:t>
            </a:r>
            <a:endParaRPr lang="en-US" sz="2850" dirty="0"/>
          </a:p>
        </p:txBody>
      </p:sp>
      <p:sp>
        <p:nvSpPr>
          <p:cNvPr id="11" name="Text 9"/>
          <p:cNvSpPr/>
          <p:nvPr/>
        </p:nvSpPr>
        <p:spPr>
          <a:xfrm>
            <a:off x="2476500" y="5162550"/>
            <a:ext cx="1447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35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Vẫn</a:t>
            </a:r>
            <a:r>
              <a:rPr lang="en-US" sz="2250" dirty="0" spc="0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250" dirty="0" spc="-3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250" dirty="0" spc="20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250" dirty="0" spc="-5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sâu,</a:t>
            </a:r>
            <a:r>
              <a:rPr lang="en-US" sz="2250" dirty="0" spc="-3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250" dirty="0" spc="1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mục, chi phí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14400" y="600075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238250" y="6143625"/>
            <a:ext cx="10477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4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6600" dirty="0"/>
          </a:p>
        </p:txBody>
      </p:sp>
      <p:sp>
        <p:nvSpPr>
          <p:cNvPr id="14" name="Text 12"/>
          <p:cNvSpPr/>
          <p:nvPr/>
        </p:nvSpPr>
        <p:spPr>
          <a:xfrm>
            <a:off x="2476500" y="6191250"/>
            <a:ext cx="1447800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Bộ</a:t>
            </a:r>
            <a:r>
              <a:rPr lang="en-US" sz="285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r>
              <a:rPr lang="en-US" sz="285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đệm</a:t>
            </a:r>
            <a:r>
              <a:rPr lang="en-US" sz="28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285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thiết</a:t>
            </a:r>
            <a:r>
              <a:rPr lang="en-US" sz="2850" dirty="0" spc="-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</a:t>
            </a:r>
            <a:r>
              <a:rPr lang="en-US" sz="285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28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cả</a:t>
            </a:r>
            <a:r>
              <a:rPr lang="en-US" sz="285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endParaRPr lang="en-US" sz="2850" dirty="0"/>
          </a:p>
        </p:txBody>
      </p:sp>
      <p:sp>
        <p:nvSpPr>
          <p:cNvPr id="15" name="Text 13"/>
          <p:cNvSpPr/>
          <p:nvPr/>
        </p:nvSpPr>
        <p:spPr>
          <a:xfrm>
            <a:off x="2476500" y="6781800"/>
            <a:ext cx="1447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68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2250" dirty="0" spc="2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250" dirty="0" spc="0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nghệ</a:t>
            </a:r>
            <a:r>
              <a:rPr lang="en-US" sz="2250" dirty="0" spc="1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3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250" dirty="0" spc="0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250" dirty="0" spc="5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dirty="0" spc="-2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250" dirty="0" spc="2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luôn</a:t>
            </a:r>
            <a:r>
              <a:rPr lang="en-US" sz="2250" dirty="0" spc="0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14400" y="76200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/>
        </p:spPr>
      </p:sp>
      <p:sp>
        <p:nvSpPr>
          <p:cNvPr id="17" name="Text 15"/>
          <p:cNvSpPr/>
          <p:nvPr/>
        </p:nvSpPr>
        <p:spPr>
          <a:xfrm>
            <a:off x="1238250" y="7762875"/>
            <a:ext cx="10477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6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6600" dirty="0"/>
          </a:p>
        </p:txBody>
      </p:sp>
      <p:sp>
        <p:nvSpPr>
          <p:cNvPr id="18" name="Text 16"/>
          <p:cNvSpPr/>
          <p:nvPr/>
        </p:nvSpPr>
        <p:spPr>
          <a:xfrm>
            <a:off x="2476500" y="7810500"/>
            <a:ext cx="1447800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Thử</a:t>
            </a:r>
            <a:r>
              <a:rPr lang="en-US" sz="28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cùng</a:t>
            </a:r>
            <a:r>
              <a:rPr lang="en-US" sz="285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nhu</a:t>
            </a:r>
            <a:r>
              <a:rPr lang="en-US" sz="28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cầu,</a:t>
            </a:r>
            <a:r>
              <a:rPr lang="en-US" sz="28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cùng dữ</a:t>
            </a:r>
            <a:r>
              <a:rPr lang="en-US" sz="285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liệu,</a:t>
            </a:r>
            <a:r>
              <a:rPr lang="en-US" sz="285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285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đo</a:t>
            </a:r>
            <a:endParaRPr lang="en-US" sz="2850" dirty="0"/>
          </a:p>
        </p:txBody>
      </p:sp>
      <p:sp>
        <p:nvSpPr>
          <p:cNvPr id="19" name="Text 17"/>
          <p:cNvSpPr/>
          <p:nvPr/>
        </p:nvSpPr>
        <p:spPr>
          <a:xfrm>
            <a:off x="2476500" y="8401050"/>
            <a:ext cx="1447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1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Kích</a:t>
            </a:r>
            <a:r>
              <a:rPr lang="en-US" sz="2250" dirty="0" spc="5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thước,</a:t>
            </a:r>
            <a:r>
              <a:rPr lang="en-US" sz="2250" dirty="0" spc="1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250" dirty="0" spc="-2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gian,</a:t>
            </a:r>
            <a:r>
              <a:rPr lang="en-US" sz="2250" dirty="0" spc="-3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250" dirty="0" spc="0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250" dirty="0" spc="8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đọc,</a:t>
            </a:r>
            <a:r>
              <a:rPr lang="en-US" sz="2250" dirty="0" spc="1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 phí</a:t>
            </a:r>
            <a:endParaRPr lang="en-US" sz="2250" dirty="0"/>
          </a:p>
        </p:txBody>
      </p:sp>
      <p:sp>
        <p:nvSpPr>
          <p:cNvPr id="20" name="Shape 1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46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08/09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88d15290-890c-4688-aaec-37268c3980d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800" b="1" spc="20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 từ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9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tắt,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sáu nguồn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4953000" cy="2952750"/>
          </a:xfrm>
          <a:prstGeom prst="roundRect">
            <a:avLst>
              <a:gd name="adj" fmla="val 7742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2952750"/>
            <a:ext cx="4381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REST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238250" y="3667125"/>
            <a:ext cx="4381500" cy="6667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REpresentational</a:t>
            </a:r>
            <a:r>
              <a:rPr lang="en-US" sz="180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State</a:t>
            </a:r>
            <a:r>
              <a:rPr lang="en-US" sz="1800" dirty="0" spc="-2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Transfer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38250" y="4381500"/>
            <a:ext cx="4381500" cy="11430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Phong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1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kiến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trúc, giao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21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6096000" y="2762250"/>
            <a:ext cx="4953000" cy="2952750"/>
          </a:xfrm>
          <a:prstGeom prst="roundRect">
            <a:avLst>
              <a:gd name="adj" fmla="val 7742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6419850" y="2952750"/>
            <a:ext cx="4381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API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6419850" y="3667125"/>
            <a:ext cx="4381500" cy="6667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Application</a:t>
            </a: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Programming</a:t>
            </a:r>
            <a:r>
              <a:rPr lang="en-US" sz="18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Interface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419850" y="4381500"/>
            <a:ext cx="4381500" cy="11430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210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10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1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1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 dữ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914400" y="5905500"/>
            <a:ext cx="4953000" cy="2952750"/>
          </a:xfrm>
          <a:prstGeom prst="roundRect">
            <a:avLst>
              <a:gd name="adj" fmla="val 7742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238250" y="6096000"/>
            <a:ext cx="4381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QL</a:t>
            </a:r>
            <a:endParaRPr lang="en-US" sz="4200" dirty="0"/>
          </a:p>
        </p:txBody>
      </p:sp>
      <p:sp>
        <p:nvSpPr>
          <p:cNvPr id="14" name="Text 12"/>
          <p:cNvSpPr/>
          <p:nvPr/>
        </p:nvSpPr>
        <p:spPr>
          <a:xfrm>
            <a:off x="1238250" y="6810375"/>
            <a:ext cx="4381500" cy="6667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Query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Language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238250" y="7524750"/>
            <a:ext cx="4381500" cy="11430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Ngôn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1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vấn,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1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1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1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GraphQL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6096000" y="5905500"/>
            <a:ext cx="4953000" cy="2952750"/>
          </a:xfrm>
          <a:prstGeom prst="roundRect">
            <a:avLst>
              <a:gd name="adj" fmla="val 7742"/>
            </a:avLst>
          </a:prstGeom>
          <a:solidFill>
            <a:srgbClr val="1E212B"/>
          </a:solidFill>
          <a:ln/>
        </p:spPr>
      </p:sp>
      <p:sp>
        <p:nvSpPr>
          <p:cNvPr id="17" name="Text 15"/>
          <p:cNvSpPr/>
          <p:nvPr/>
        </p:nvSpPr>
        <p:spPr>
          <a:xfrm>
            <a:off x="6419850" y="6096000"/>
            <a:ext cx="4381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HTTP</a:t>
            </a:r>
            <a:endParaRPr lang="en-US" sz="4200" dirty="0"/>
          </a:p>
        </p:txBody>
      </p:sp>
      <p:sp>
        <p:nvSpPr>
          <p:cNvPr id="18" name="Text 16"/>
          <p:cNvSpPr/>
          <p:nvPr/>
        </p:nvSpPr>
        <p:spPr>
          <a:xfrm>
            <a:off x="6419850" y="6810375"/>
            <a:ext cx="4381500" cy="6667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3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HyperText</a:t>
            </a:r>
            <a:r>
              <a:rPr lang="en-US" sz="1800" dirty="0" spc="-2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Transfer</a:t>
            </a: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419850" y="7524750"/>
            <a:ext cx="4381500" cy="11430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1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1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1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11277600" y="2762250"/>
            <a:ext cx="6096000" cy="6096000"/>
          </a:xfrm>
          <a:prstGeom prst="roundRect">
            <a:avLst>
              <a:gd name="adj" fmla="val 3750"/>
            </a:avLst>
          </a:prstGeom>
          <a:solidFill>
            <a:srgbClr val="1E212B"/>
          </a:solidFill>
          <a:ln/>
        </p:spPr>
      </p:sp>
      <p:sp>
        <p:nvSpPr>
          <p:cNvPr id="21" name="Text 19"/>
          <p:cNvSpPr/>
          <p:nvPr/>
        </p:nvSpPr>
        <p:spPr>
          <a:xfrm>
            <a:off x="11620500" y="3048000"/>
            <a:ext cx="5524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22" name="Text richtext-1792373933033-13965835"/>
          <p:cNvSpPr/>
          <p:nvPr/>
        </p:nvSpPr>
        <p:spPr>
          <a:xfrm>
            <a:off x="11620500" y="3667125"/>
            <a:ext cx="5524500" cy="495300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marL="266700" indent="-190541">
              <a:lnSpc>
                <a:spcPts val="294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1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ByteByteGo,</a:t>
            </a:r>
            <a:r>
              <a:rPr lang="en-US" sz="21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body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ghim</a:t>
            </a:r>
            <a:endParaRPr lang="en-US" sz="2100" dirty="0"/>
          </a:p>
          <a:p>
            <a:pPr algn="l" marL="266700" indent="-190541">
              <a:lnSpc>
                <a:spcPts val="294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Fielding,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§5.1.4–5</a:t>
            </a:r>
            <a:endParaRPr lang="en-US" sz="2100" dirty="0"/>
          </a:p>
          <a:p>
            <a:pPr algn="l" marL="266700" indent="-190541">
              <a:lnSpc>
                <a:spcPts val="294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1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Microsoft:</a:t>
            </a:r>
            <a:r>
              <a:rPr lang="en-US" sz="21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100" dirty="0" spc="-3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 diện</a:t>
            </a:r>
            <a:r>
              <a:rPr lang="en-US" sz="21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1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endParaRPr lang="en-US" sz="2100" dirty="0"/>
          </a:p>
          <a:p>
            <a:pPr algn="l" marL="266700" indent="-190541">
              <a:lnSpc>
                <a:spcPts val="294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100" dirty="0" spc="-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Trường</a:t>
            </a:r>
            <a:r>
              <a:rPr lang="en-US" sz="210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1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 GraphQL</a:t>
            </a:r>
            <a:endParaRPr lang="en-US" sz="2100" dirty="0"/>
          </a:p>
          <a:p>
            <a:pPr algn="l" marL="266700" indent="-190541">
              <a:lnSpc>
                <a:spcPts val="294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1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Quyền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1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cập,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 hạn công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endParaRPr lang="en-US" sz="2100" dirty="0"/>
          </a:p>
          <a:p>
            <a:pPr algn="l" marL="266700" indent="-190541">
              <a:lnSpc>
                <a:spcPts val="2940"/>
              </a:lnSpc>
              <a:buSzPct val="100000"/>
              <a:buFont typeface="Arial"/>
              <a:buChar char="•"/>
            </a:pP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1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21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GraphQL</a:t>
            </a:r>
            <a:endParaRPr lang="en-US" sz="2100" dirty="0"/>
          </a:p>
        </p:txBody>
      </p:sp>
      <p:sp>
        <p:nvSpPr>
          <p:cNvPr id="23" name="Shape 2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46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09/09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d3219ffa-7c91-440a-804c-82c8242fac0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2026-10-19T02:55:54Z</dcterms:created>
  <dcterms:modified xsi:type="dcterms:W3CDTF">2026-10-19T02:55:54Z</dcterms:modified>
</cp:coreProperties>
</file>