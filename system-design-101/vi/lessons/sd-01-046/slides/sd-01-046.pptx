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Roboto Mono"/>
      <p:bold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GraphQL: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8100" dirty="0" spc="-10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màn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chọn.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0096500" y="1524000"/>
            <a:ext cx="72771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0" y="1857375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2100" b="1" spc="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0" y="257175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12445" rIns="0" bIns="-12445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/books/7?fields=title,author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0096500" y="5143500"/>
            <a:ext cx="7277100" cy="3238500"/>
          </a:xfrm>
          <a:prstGeom prst="roundRect">
            <a:avLst>
              <a:gd name="adj" fmla="val 941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77500" y="5476875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210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477500" y="619125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12445" rIns="0" bIns="-12445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b="1" dirty="0" spc="5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title author</a:t>
            </a:r>
            <a:r>
              <a:rPr lang="en-US" sz="2550" b="1" dirty="0" spc="7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</a:t>
            </a:r>
            <a:r>
              <a:rPr lang="en-US" sz="2550" b="1" dirty="0" spc="5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name</a:t>
            </a:r>
            <a:r>
              <a:rPr lang="en-US" sz="2550" b="1" dirty="0" spc="6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}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04be92d8-09d9-401a-84a6-a951b4861c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Màn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4000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b="1" spc="1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4000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0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Tên</a:t>
            </a:r>
            <a:r>
              <a:rPr lang="en-US" sz="4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14400" y="6096000"/>
            <a:ext cx="16459200" cy="2476500"/>
          </a:xfrm>
          <a:prstGeom prst="roundRect">
            <a:avLst>
              <a:gd name="adj" fmla="val 10769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429375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VÍ DỤ</a:t>
            </a:r>
            <a:r>
              <a:rPr lang="en-US" sz="1950" b="1" spc="13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1950" dirty="0"/>
          </a:p>
        </p:txBody>
      </p:sp>
      <p:sp>
        <p:nvSpPr>
          <p:cNvPr id="12" name="Text richtext-1792373841724-131651644"/>
          <p:cNvSpPr/>
          <p:nvPr/>
        </p:nvSpPr>
        <p:spPr>
          <a:xfrm>
            <a:off x="1333500" y="7048500"/>
            <a:ext cx="15621000" cy="1400175"/>
          </a:xfrm>
          <a:prstGeom prst="rect">
            <a:avLst/>
          </a:prstGeom>
          <a:noFill/>
          <a:ln/>
        </p:spPr>
        <p:txBody>
          <a:bodyPr wrap="square" lIns="0" tIns="1905" rIns="0" bIns="-1905" rtlCol="0" anchor="t"/>
          <a:lstStyle/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So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3000" dirty="0"/>
          </a:p>
          <a:p>
            <a:pPr algn="l" marL="381000" indent="-272202">
              <a:lnSpc>
                <a:spcPts val="4350"/>
              </a:lnSpc>
              <a:buSzPct val="100000"/>
              <a:buFont typeface="Arial"/>
              <a:buChar char="•"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xếp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hạng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tốc</a:t>
            </a:r>
            <a:r>
              <a:rPr lang="en-US" sz="3000" dirty="0" spc="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72904264-c910-41be-8add-a3933956bf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 VÍ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5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b="1" spc="3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4381500" cy="4381500"/>
          </a:xfrm>
          <a:prstGeom prst="rect">
            <a:avLst/>
          </a:prstGeom>
          <a:noFill/>
          <a:ln/>
        </p:spPr>
        <p:txBody>
          <a:bodyPr wrap="square" lIns="0" tIns="335280" rIns="0" bIns="-335280" rtlCol="0" anchor="t"/>
          <a:lstStyle/>
          <a:p>
            <a:pPr algn="l" indent="0" marL="0">
              <a:lnSpc>
                <a:spcPts val="33000"/>
              </a:lnSpc>
              <a:buNone/>
            </a:pPr>
            <a:r>
              <a:rPr lang="en-US" sz="330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0" dirty="0"/>
          </a:p>
        </p:txBody>
      </p:sp>
      <p:sp>
        <p:nvSpPr>
          <p:cNvPr id="5" name="Text 3"/>
          <p:cNvSpPr/>
          <p:nvPr/>
        </p:nvSpPr>
        <p:spPr>
          <a:xfrm>
            <a:off x="914400" y="7143750"/>
            <a:ext cx="4953000" cy="1047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lần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lấy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27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96000" y="2857500"/>
            <a:ext cx="11277600" cy="1524000"/>
          </a:xfrm>
          <a:prstGeom prst="roundRect">
            <a:avLst>
              <a:gd name="adj" fmla="val 15000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0" y="3095625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3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477000" y="3571875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14161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GET /books/7?fields=title,author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0" y="4572000"/>
            <a:ext cx="112776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7000" y="4810125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477000" y="5334000"/>
            <a:ext cx="10477500" cy="857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fields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6096000" y="6572250"/>
            <a:ext cx="112776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6810375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77000" y="7334250"/>
            <a:ext cx="10477500" cy="857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9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có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668939f-b34e-4a50-8599-4a8dc9b42d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khuôn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095500"/>
          </a:xfrm>
          <a:prstGeom prst="roundRect">
            <a:avLst>
              <a:gd name="adj" fmla="val 1272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1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spc="1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1950" b="1" spc="13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3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62375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3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title  author</a:t>
            </a:r>
            <a:r>
              <a:rPr lang="en-US" sz="3900" b="1" dirty="0" spc="2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{</a:t>
            </a:r>
            <a:r>
              <a:rPr lang="en-US" sz="3900" b="1" dirty="0" spc="3" kern="0">
                <a:solidFill>
                  <a:srgbClr val="F3EEE3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name }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14400" y="5143500"/>
            <a:ext cx="16459200" cy="2286000"/>
          </a:xfrm>
          <a:prstGeom prst="roundRect">
            <a:avLst>
              <a:gd name="adj" fmla="val 11667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429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19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b="1" spc="14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r>
              <a:rPr lang="en-US" sz="1950" b="1" spc="13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950" b="1" spc="15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6000750"/>
            <a:ext cx="156210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Hợp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kiểu: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các</a:t>
            </a:r>
            <a:r>
              <a:rPr lang="en-US" sz="36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36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quan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ấy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771525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2C303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80200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khách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22fe75d3-1c86-4d0b-9c64-0707a06d77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CÙNG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762500" cy="2476500"/>
          </a:xfrm>
          <a:prstGeom prst="roundRect">
            <a:avLst>
              <a:gd name="adj" fmla="val 1076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36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762750" y="3429000"/>
            <a:ext cx="47625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4375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4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750" y="42862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Quyền</a:t>
            </a:r>
            <a:r>
              <a:rPr lang="en-US" sz="36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611100" y="3429000"/>
            <a:ext cx="4762500" cy="2476500"/>
          </a:xfrm>
          <a:prstGeom prst="roundRect">
            <a:avLst>
              <a:gd name="adj" fmla="val 1076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92100" y="371475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950" b="1" spc="1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14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92100" y="4286250"/>
            <a:ext cx="4000500" cy="1333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 xử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600" dirty="0"/>
          </a:p>
        </p:txBody>
      </p:sp>
      <p:sp>
        <p:nvSpPr>
          <p:cNvPr id="13" name="Connector line-1792373885399-748409196"/>
          <p:cNvSpPr/>
          <p:nvPr/>
        </p:nvSpPr>
        <p:spPr>
          <a:xfrm>
            <a:off x="5676900" y="4667250"/>
            <a:ext cx="1085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3885399-76494448"/>
          <p:cNvSpPr/>
          <p:nvPr/>
        </p:nvSpPr>
        <p:spPr>
          <a:xfrm>
            <a:off x="11525250" y="4667250"/>
            <a:ext cx="10858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6572250"/>
            <a:ext cx="114300" cy="6667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6619875"/>
            <a:ext cx="1600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333500" y="7334250"/>
            <a:ext cx="16002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55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-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 nguyên</a:t>
            </a:r>
            <a:r>
              <a:rPr lang="en-US" sz="25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55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a33d9c0-7886-4054-bf04-7e1678a48f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soát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715000"/>
          </a:xfrm>
          <a:prstGeom prst="roundRect">
            <a:avLst>
              <a:gd name="adj" fmla="val 4667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6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1800" b="1" spc="23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11000" y="3143250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800" dirty="0"/>
          </a:p>
        </p:txBody>
      </p:sp>
      <p:sp>
        <p:nvSpPr>
          <p:cNvPr id="8" name="Connector line-1792373887425-183803378"/>
          <p:cNvSpPr/>
          <p:nvPr/>
        </p:nvSpPr>
        <p:spPr>
          <a:xfrm>
            <a:off x="914400" y="37147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333500" y="40957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33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096000" y="41529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fields,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author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0" y="41529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24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endParaRPr lang="en-US" sz="2400" dirty="0"/>
          </a:p>
        </p:txBody>
      </p:sp>
      <p:sp>
        <p:nvSpPr>
          <p:cNvPr id="12" name="Connector line-1792373887430-709374304"/>
          <p:cNvSpPr/>
          <p:nvPr/>
        </p:nvSpPr>
        <p:spPr>
          <a:xfrm>
            <a:off x="914400" y="533400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333500" y="571500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096000" y="577215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11000" y="577215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dirty="0" spc="-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9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dirty="0" spc="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400" dirty="0"/>
          </a:p>
        </p:txBody>
      </p:sp>
      <p:sp>
        <p:nvSpPr>
          <p:cNvPr id="16" name="Connector line-1792373887436-424555389"/>
          <p:cNvSpPr/>
          <p:nvPr/>
        </p:nvSpPr>
        <p:spPr>
          <a:xfrm>
            <a:off x="914400" y="6953250"/>
            <a:ext cx="164592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333500" y="7334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33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096000" y="73914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11000" y="7391400"/>
            <a:ext cx="5334000" cy="857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dirty="0" spc="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00" dirty="0" spc="-1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00" dirty="0" spc="1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7864bad8-8bdc-4a67-9389-f3ccf9a761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300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-2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dirty="0" spc="-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14550"/>
            <a:ext cx="16459200" cy="6096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2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000" dirty="0" spc="-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3000" dirty="0" spc="-1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r>
              <a:rPr lang="en-US" sz="300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00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86125"/>
            <a:ext cx="114300" cy="12382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238500"/>
            <a:ext cx="15811500" cy="13335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ctr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6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6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6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6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66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66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độ.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914400" y="5334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 ĐỒNG</a:t>
            </a:r>
            <a:r>
              <a:rPr lang="en-US" sz="1950" b="1" spc="13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5334000"/>
            <a:ext cx="8001000" cy="2381250"/>
          </a:xfrm>
          <a:prstGeom prst="roundRect">
            <a:avLst>
              <a:gd name="adj" fmla="val 9600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5619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195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61912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4259940-d46b-4ee2-b815-9551b0f511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800" b="1" spc="28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 chọn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051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476500" y="2952750"/>
            <a:ext cx="1447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REST: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phong cách;</a:t>
            </a:r>
            <a:r>
              <a:rPr lang="en-US" sz="28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GraphQL:</a:t>
            </a:r>
            <a:r>
              <a:rPr lang="en-US" sz="285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285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2476500" y="35433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tuân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25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38250" y="45243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476500" y="4572000"/>
            <a:ext cx="1447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Phức</a:t>
            </a: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28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biến</a:t>
            </a: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2476500" y="51625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2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-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sâu,</a:t>
            </a:r>
            <a:r>
              <a:rPr lang="en-US" sz="225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 chi phí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61436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476500" y="6191250"/>
            <a:ext cx="1447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285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28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2476500" y="67818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77628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2476500" y="7810500"/>
            <a:ext cx="14478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28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nhu</a:t>
            </a:r>
            <a:r>
              <a:rPr lang="en-US" sz="28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cầu,</a:t>
            </a:r>
            <a:r>
              <a:rPr lang="en-US" sz="28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 dữ</a:t>
            </a:r>
            <a:r>
              <a:rPr lang="en-US" sz="28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liệu,</a:t>
            </a:r>
            <a:r>
              <a:rPr lang="en-US" sz="285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285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2476500" y="84010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</a:t>
            </a:r>
            <a:r>
              <a:rPr lang="en-US" sz="2250" dirty="0" spc="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thước,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25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25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 phí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8d15290-890c-4688-aaec-37268c3980d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sáu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49530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95275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38250" y="3667125"/>
            <a:ext cx="4381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381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trúc, giao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096000" y="2762250"/>
            <a:ext cx="49530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419850" y="295275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19850" y="3667125"/>
            <a:ext cx="4381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850" y="438150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dữ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905500"/>
            <a:ext cx="49530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38250" y="609600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238250" y="6810375"/>
            <a:ext cx="4381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8250" y="752475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096000" y="5905500"/>
            <a:ext cx="49530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850" y="6096000"/>
            <a:ext cx="438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419850" y="6810375"/>
            <a:ext cx="4381500" cy="666750"/>
          </a:xfrm>
          <a:prstGeom prst="rect">
            <a:avLst/>
          </a:prstGeom>
          <a:noFill/>
          <a:ln/>
        </p:spPr>
        <p:txBody>
          <a:bodyPr wrap="square" lIns="0" tIns="9716" rIns="0" bIns="-9716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19850" y="7524750"/>
            <a:ext cx="4381500" cy="1143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277600" y="2762250"/>
            <a:ext cx="6096000" cy="6096000"/>
          </a:xfrm>
          <a:prstGeom prst="roundRect">
            <a:avLst>
              <a:gd name="adj" fmla="val 375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620500" y="3048000"/>
            <a:ext cx="552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2" name="Text richtext-1792373933033-13965835"/>
          <p:cNvSpPr/>
          <p:nvPr/>
        </p:nvSpPr>
        <p:spPr>
          <a:xfrm>
            <a:off x="11620500" y="3667125"/>
            <a:ext cx="5524500" cy="4953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Fielding,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§5.1.4–5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Microsoft: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dirty="0" spc="-3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r>
              <a:rPr lang="en-US" sz="21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 GraphQL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Quyền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cập,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 hạn công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100" dirty="0"/>
          </a:p>
          <a:p>
            <a:pPr algn="l" marL="266700" indent="-190541">
              <a:lnSpc>
                <a:spcPts val="294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GraphQL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d3219ffa-7c91-440a-804c-82c8242fac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2026-10-19T01:40:36Z</dcterms:created>
  <dcterms:modified xsi:type="dcterms:W3CDTF">2026-10-19T01:40:36Z</dcterms:modified>
</cp:coreProperties>
</file>