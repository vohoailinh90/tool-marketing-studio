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047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2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27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1239500" cy="3810000"/>
          </a:xfrm>
          <a:prstGeom prst="rect">
            <a:avLst/>
          </a:prstGeom>
          <a:noFill/>
          <a:ln/>
        </p:spPr>
        <p:txBody>
          <a:bodyPr wrap="square" lIns="0" tIns="61722" rIns="0" bIns="-61722" rtlCol="0" anchor="t"/>
          <a:lstStyle/>
          <a:p>
            <a:pPr algn="l" indent="0" marL="0">
              <a:lnSpc>
                <a:spcPts val="8748"/>
              </a:lnSpc>
              <a:buNone/>
            </a:pPr>
            <a:r>
              <a:rPr lang="en-US" sz="8100" dirty="0" spc="-11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Mười</a:t>
            </a:r>
            <a:r>
              <a:rPr lang="en-US" sz="81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8100" dirty="0" spc="-10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bước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endParaRPr lang="en-US" sz="8100" dirty="0"/>
          </a:p>
          <a:p>
            <a:pPr algn="l" indent="0" marL="0">
              <a:lnSpc>
                <a:spcPts val="8748"/>
              </a:lnSpc>
              <a:buNone/>
            </a:pP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lập</a:t>
            </a:r>
            <a:r>
              <a:rPr lang="en-US" sz="8100" dirty="0" spc="-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trình</a:t>
            </a:r>
            <a:r>
              <a:rPr lang="en-US" sz="81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viên</a:t>
            </a:r>
            <a:r>
              <a:rPr lang="en-US" sz="8100" dirty="0" spc="-4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mới</a:t>
            </a:r>
            <a:endParaRPr lang="en-US" sz="8100" dirty="0"/>
          </a:p>
          <a:p>
            <a:pPr algn="l" indent="0" marL="0">
              <a:lnSpc>
                <a:spcPts val="8748"/>
              </a:lnSpc>
              <a:buNone/>
            </a:pPr>
            <a:r>
              <a:rPr lang="en-US" sz="8100" dirty="0" spc="-8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vào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nghề</a:t>
            </a:r>
            <a:r>
              <a:rPr lang="en-US" sz="8100" dirty="0" spc="-7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tới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cấp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cao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5524500"/>
            <a:ext cx="10382250" cy="1143000"/>
          </a:xfrm>
          <a:prstGeom prst="rect">
            <a:avLst/>
          </a:prstGeom>
          <a:noFill/>
          <a:ln/>
        </p:spPr>
        <p:txBody>
          <a:bodyPr wrap="square" lIns="0" tIns="11430" rIns="0" bIns="-11430" rtlCol="0" anchor="t"/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300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30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nguồn,</a:t>
            </a:r>
            <a:r>
              <a:rPr lang="en-US" sz="30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 học</a:t>
            </a:r>
            <a:r>
              <a:rPr lang="en-US" sz="300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r>
              <a:rPr lang="en-US" sz="3000" dirty="0" spc="2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3000" dirty="0" spc="4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30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30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junior</a:t>
            </a:r>
            <a:r>
              <a:rPr lang="en-US" sz="3000" dirty="0" spc="-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300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senior?</a:t>
            </a:r>
            <a:endParaRPr lang="en-US" sz="3000" dirty="0"/>
          </a:p>
        </p:txBody>
      </p:sp>
      <p:sp>
        <p:nvSpPr>
          <p:cNvPr id="5" name="Connector line-1792338879805-207677860"/>
          <p:cNvSpPr/>
          <p:nvPr/>
        </p:nvSpPr>
        <p:spPr>
          <a:xfrm>
            <a:off x="914400" y="7048500"/>
            <a:ext cx="10515600" cy="0"/>
          </a:xfrm>
          <a:prstGeom prst="line">
            <a:avLst/>
          </a:prstGeom>
          <a:noFill/>
          <a:ln w="19050">
            <a:solidFill>
              <a:srgbClr val="2E3242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7315200"/>
            <a:ext cx="2476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7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11</a:t>
            </a:r>
            <a:endParaRPr lang="en-US" sz="5700" dirty="0"/>
          </a:p>
        </p:txBody>
      </p:sp>
      <p:sp>
        <p:nvSpPr>
          <p:cNvPr id="7" name="Text 5"/>
          <p:cNvSpPr/>
          <p:nvPr/>
        </p:nvSpPr>
        <p:spPr>
          <a:xfrm>
            <a:off x="914400" y="8191500"/>
            <a:ext cx="2476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3581400" y="7315200"/>
            <a:ext cx="2476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5700" dirty="0"/>
          </a:p>
        </p:txBody>
      </p:sp>
      <p:sp>
        <p:nvSpPr>
          <p:cNvPr id="9" name="Text 7"/>
          <p:cNvSpPr/>
          <p:nvPr/>
        </p:nvSpPr>
        <p:spPr>
          <a:xfrm>
            <a:off x="3581400" y="8191500"/>
            <a:ext cx="2476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6248400" y="7315200"/>
            <a:ext cx="2476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7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5700" dirty="0"/>
          </a:p>
        </p:txBody>
      </p:sp>
      <p:sp>
        <p:nvSpPr>
          <p:cNvPr id="11" name="Text 9"/>
          <p:cNvSpPr/>
          <p:nvPr/>
        </p:nvSpPr>
        <p:spPr>
          <a:xfrm>
            <a:off x="6248400" y="8191500"/>
            <a:ext cx="2667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2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điều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9296400" y="7315200"/>
            <a:ext cx="2476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7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5700" dirty="0"/>
          </a:p>
        </p:txBody>
      </p:sp>
      <p:sp>
        <p:nvSpPr>
          <p:cNvPr id="13" name="Text 11"/>
          <p:cNvSpPr/>
          <p:nvPr/>
        </p:nvSpPr>
        <p:spPr>
          <a:xfrm>
            <a:off x="9296400" y="8191500"/>
            <a:ext cx="2476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endParaRPr lang="en-US" sz="1950" dirty="0"/>
          </a:p>
        </p:txBody>
      </p:sp>
      <p:sp>
        <p:nvSpPr>
          <p:cNvPr id="14" name="Shape 12"/>
          <p:cNvSpPr/>
          <p:nvPr/>
        </p:nvSpPr>
        <p:spPr>
          <a:xfrm>
            <a:off x="12001500" y="914400"/>
            <a:ext cx="5372100" cy="1809750"/>
          </a:xfrm>
          <a:prstGeom prst="roundRect">
            <a:avLst>
              <a:gd name="adj" fmla="val 14737"/>
            </a:avLst>
          </a:prstGeom>
          <a:solidFill>
            <a:srgbClr val="1E212B"/>
          </a:solidFill>
          <a:ln w="19050">
            <a:solidFill>
              <a:srgbClr val="2E324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306300" y="1219200"/>
            <a:ext cx="685800" cy="952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16" name="Text 14"/>
          <p:cNvSpPr/>
          <p:nvPr/>
        </p:nvSpPr>
        <p:spPr>
          <a:xfrm>
            <a:off x="12306300" y="1447800"/>
            <a:ext cx="4762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800" b="1" spc="22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800" b="1" spc="22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1800" b="1" spc="22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2306300" y="1809750"/>
            <a:ext cx="4762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Cách</a:t>
            </a:r>
            <a:r>
              <a:rPr lang="en-US" sz="30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làm</a:t>
            </a:r>
            <a:r>
              <a:rPr lang="en-US" sz="30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</a:t>
            </a:r>
            <a:endParaRPr lang="en-US" sz="3000" dirty="0"/>
          </a:p>
        </p:txBody>
      </p:sp>
      <p:sp>
        <p:nvSpPr>
          <p:cNvPr id="18" name="Shape 16"/>
          <p:cNvSpPr/>
          <p:nvPr/>
        </p:nvSpPr>
        <p:spPr>
          <a:xfrm>
            <a:off x="12001500" y="2952750"/>
            <a:ext cx="5372100" cy="1809750"/>
          </a:xfrm>
          <a:prstGeom prst="roundRect">
            <a:avLst>
              <a:gd name="adj" fmla="val 14737"/>
            </a:avLst>
          </a:prstGeom>
          <a:solidFill>
            <a:srgbClr val="1E212B"/>
          </a:solidFill>
          <a:ln w="19050">
            <a:solidFill>
              <a:srgbClr val="2E324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2306300" y="3257550"/>
            <a:ext cx="685800" cy="952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20" name="Text 18"/>
          <p:cNvSpPr/>
          <p:nvPr/>
        </p:nvSpPr>
        <p:spPr>
          <a:xfrm>
            <a:off x="12306300" y="3486150"/>
            <a:ext cx="4762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800" b="1" spc="22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180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1800" b="1" spc="22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6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2306300" y="3848100"/>
            <a:ext cx="4762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6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Vận</a:t>
            </a:r>
            <a:r>
              <a:rPr lang="en-US" sz="30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hành</a:t>
            </a:r>
            <a:r>
              <a:rPr lang="en-US" sz="3000" dirty="0" spc="-3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30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dữ</a:t>
            </a:r>
            <a:r>
              <a:rPr lang="en-US" sz="30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endParaRPr lang="en-US" sz="3000" dirty="0"/>
          </a:p>
        </p:txBody>
      </p:sp>
      <p:sp>
        <p:nvSpPr>
          <p:cNvPr id="22" name="Shape 20"/>
          <p:cNvSpPr/>
          <p:nvPr/>
        </p:nvSpPr>
        <p:spPr>
          <a:xfrm>
            <a:off x="12001500" y="4991100"/>
            <a:ext cx="5372100" cy="1809750"/>
          </a:xfrm>
          <a:prstGeom prst="roundRect">
            <a:avLst>
              <a:gd name="adj" fmla="val 14737"/>
            </a:avLst>
          </a:prstGeom>
          <a:solidFill>
            <a:srgbClr val="1E212B"/>
          </a:solidFill>
          <a:ln w="19050">
            <a:solidFill>
              <a:srgbClr val="2E324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2306300" y="5295900"/>
            <a:ext cx="685800" cy="952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24" name="Text 22"/>
          <p:cNvSpPr/>
          <p:nvPr/>
        </p:nvSpPr>
        <p:spPr>
          <a:xfrm>
            <a:off x="12306300" y="5524500"/>
            <a:ext cx="4762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800" b="1" spc="22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7</a:t>
            </a:r>
            <a:r>
              <a:rPr lang="en-US" sz="1800" b="1" spc="17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22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12306300" y="5886450"/>
            <a:ext cx="4762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2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Tự</a:t>
            </a:r>
            <a:r>
              <a:rPr lang="en-US" sz="30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động</a:t>
            </a:r>
            <a:r>
              <a:rPr lang="en-US" sz="30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hóa</a:t>
            </a:r>
            <a:r>
              <a:rPr lang="en-US" sz="3000" dirty="0" spc="-3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30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nền</a:t>
            </a:r>
            <a:r>
              <a:rPr lang="en-US" sz="30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tảng</a:t>
            </a:r>
            <a:endParaRPr lang="en-US" sz="3000" dirty="0"/>
          </a:p>
        </p:txBody>
      </p:sp>
      <p:sp>
        <p:nvSpPr>
          <p:cNvPr id="26" name="Shape 24"/>
          <p:cNvSpPr/>
          <p:nvPr/>
        </p:nvSpPr>
        <p:spPr>
          <a:xfrm>
            <a:off x="12001500" y="7029450"/>
            <a:ext cx="5372100" cy="1809750"/>
          </a:xfrm>
          <a:prstGeom prst="roundRect">
            <a:avLst>
              <a:gd name="adj" fmla="val 14737"/>
            </a:avLst>
          </a:prstGeom>
          <a:solidFill>
            <a:srgbClr val="1E212B"/>
          </a:solidFill>
          <a:ln w="19050">
            <a:solidFill>
              <a:srgbClr val="2E324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2306300" y="7334250"/>
            <a:ext cx="685800" cy="95250"/>
          </a:xfrm>
          <a:prstGeom prst="roundRect">
            <a:avLst>
              <a:gd name="adj" fmla="val 50000"/>
            </a:avLst>
          </a:prstGeom>
          <a:solidFill>
            <a:srgbClr val="B79CFF"/>
          </a:solidFill>
          <a:ln/>
        </p:spPr>
      </p:sp>
      <p:sp>
        <p:nvSpPr>
          <p:cNvPr id="28" name="Text 26"/>
          <p:cNvSpPr/>
          <p:nvPr/>
        </p:nvSpPr>
        <p:spPr>
          <a:xfrm>
            <a:off x="12306300" y="7562850"/>
            <a:ext cx="4762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B79C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800" b="1" spc="225" kern="0" dirty="0">
                <a:solidFill>
                  <a:srgbClr val="B79C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9 ĐẾN</a:t>
            </a:r>
            <a:r>
              <a:rPr lang="en-US" sz="1800" b="1" spc="226" kern="0" dirty="0">
                <a:solidFill>
                  <a:srgbClr val="B79C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12306300" y="7924800"/>
            <a:ext cx="4762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6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Tầm</a:t>
            </a:r>
            <a:r>
              <a:rPr lang="en-US" sz="30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nhìn</a:t>
            </a:r>
            <a:endParaRPr lang="en-US" sz="3000" dirty="0"/>
          </a:p>
        </p:txBody>
      </p:sp>
      <p:sp>
        <p:nvSpPr>
          <p:cNvPr id="30" name="Text 28"/>
          <p:cNvSpPr/>
          <p:nvPr/>
        </p:nvSpPr>
        <p:spPr>
          <a:xfrm>
            <a:off x="914400" y="9525000"/>
            <a:ext cx="952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65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 mềm</a:t>
            </a:r>
            <a:endParaRPr lang="en-US" sz="165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54cd6538-e3f5-46b5-9ff7-e58c1194275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62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17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001000" cy="2286000"/>
          </a:xfrm>
          <a:prstGeom prst="rect">
            <a:avLst/>
          </a:prstGeom>
          <a:noFill/>
          <a:ln/>
        </p:spPr>
        <p:txBody>
          <a:bodyPr wrap="square" lIns="0" tIns="52578" rIns="0" bIns="-52578" rtlCol="0" anchor="t"/>
          <a:lstStyle/>
          <a:p>
            <a:pPr algn="l" indent="0" marL="0">
              <a:lnSpc>
                <a:spcPts val="7452"/>
              </a:lnSpc>
              <a:buNone/>
            </a:pPr>
            <a:r>
              <a:rPr lang="en-US" sz="6900" dirty="0" spc="-5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6900" dirty="0" spc="-3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mới</a:t>
            </a:r>
            <a:r>
              <a:rPr lang="en-US" sz="6900" dirty="0" spc="-5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vào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nghề</a:t>
            </a:r>
            <a:endParaRPr lang="en-US" sz="6900" dirty="0"/>
          </a:p>
          <a:p>
            <a:pPr algn="l" indent="0" marL="0">
              <a:lnSpc>
                <a:spcPts val="7452"/>
              </a:lnSpc>
              <a:buNone/>
            </a:pPr>
            <a:r>
              <a:rPr lang="en-US" sz="6900" dirty="0" spc="-8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tới</a:t>
            </a:r>
            <a:r>
              <a:rPr lang="en-US" sz="69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cấp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cao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771900"/>
            <a:ext cx="7620000" cy="161925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8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gợi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</a:t>
            </a:r>
            <a:r>
              <a:rPr lang="en-US" sz="28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mười</a:t>
            </a:r>
            <a:r>
              <a:rPr lang="en-US" sz="28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285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850" dirty="0" spc="4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</a:t>
            </a:r>
            <a:r>
              <a:rPr lang="en-US" sz="28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viên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8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nghề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(junior)</a:t>
            </a:r>
            <a:r>
              <a:rPr lang="en-US" sz="28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cấp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(senior).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914400" y="5715000"/>
            <a:ext cx="7620000" cy="2762250"/>
          </a:xfrm>
          <a:prstGeom prst="roundRect">
            <a:avLst>
              <a:gd name="adj" fmla="val 9655"/>
            </a:avLst>
          </a:prstGeom>
          <a:solidFill>
            <a:srgbClr val="F8D9D0"/>
          </a:solidFill>
          <a:ln/>
        </p:spPr>
      </p:sp>
      <p:sp>
        <p:nvSpPr>
          <p:cNvPr id="6" name="Text 4"/>
          <p:cNvSpPr/>
          <p:nvPr/>
        </p:nvSpPr>
        <p:spPr>
          <a:xfrm>
            <a:off x="1219200" y="5981700"/>
            <a:ext cx="4762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MỤC</a:t>
            </a: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800" dirty="0"/>
          </a:p>
        </p:txBody>
      </p:sp>
      <p:sp>
        <p:nvSpPr>
          <p:cNvPr id="7" name="Text richtext-1792339126427-950908799"/>
          <p:cNvSpPr/>
          <p:nvPr/>
        </p:nvSpPr>
        <p:spPr>
          <a:xfrm>
            <a:off x="1219200" y="6438900"/>
            <a:ext cx="7010400" cy="1809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marL="323850" indent="-231371">
              <a:lnSpc>
                <a:spcPts val="3443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Nhớ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mười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 tự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Biết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học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 mỗi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buSzPct val="100000"/>
              <a:buFont typeface="Arial"/>
              <a:buChar char="•"/>
            </a:pP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Biết</a:t>
            </a:r>
            <a:r>
              <a:rPr lang="en-US" sz="25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đây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lộ</a:t>
            </a:r>
            <a:r>
              <a:rPr lang="en-US" sz="25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525000" y="1295400"/>
            <a:ext cx="7467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1800" b="1" spc="22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1800" b="1" spc="21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80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9525000" y="1752600"/>
            <a:ext cx="3429000" cy="1143000"/>
          </a:xfrm>
          <a:prstGeom prst="roundRect">
            <a:avLst>
              <a:gd name="adj" fmla="val 2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4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4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học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2954000" y="1752600"/>
            <a:ext cx="609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+</a:t>
            </a:r>
            <a:endParaRPr lang="en-US" sz="4200" dirty="0"/>
          </a:p>
        </p:txBody>
      </p:sp>
      <p:sp>
        <p:nvSpPr>
          <p:cNvPr id="12" name="Text 10"/>
          <p:cNvSpPr/>
          <p:nvPr/>
        </p:nvSpPr>
        <p:spPr>
          <a:xfrm>
            <a:off x="13563600" y="1752600"/>
            <a:ext cx="3429000" cy="1143000"/>
          </a:xfrm>
          <a:prstGeom prst="roundRect">
            <a:avLst>
              <a:gd name="adj" fmla="val 20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4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Vài</a:t>
            </a:r>
            <a:r>
              <a:rPr lang="en-US" sz="24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ví</a:t>
            </a:r>
            <a:r>
              <a:rPr lang="en-US" sz="24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r>
              <a:rPr lang="en-US" sz="24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4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endParaRPr lang="en-US" sz="2400" dirty="0"/>
          </a:p>
        </p:txBody>
      </p:sp>
      <p:sp>
        <p:nvSpPr>
          <p:cNvPr id="13" name="Connector line-1792339126461-936874245"/>
          <p:cNvSpPr/>
          <p:nvPr/>
        </p:nvSpPr>
        <p:spPr>
          <a:xfrm>
            <a:off x="9525000" y="3219450"/>
            <a:ext cx="7467600" cy="0"/>
          </a:xfrm>
          <a:prstGeom prst="line">
            <a:avLst/>
          </a:prstGeom>
          <a:noFill/>
          <a:ln w="19050">
            <a:solidFill>
              <a:srgbClr val="DDD5C1"/>
            </a:solidFill>
            <a:prstDash val="lgDash"/>
            <a:headEnd type="none"/>
            <a:tailEnd type="none"/>
          </a:ln>
        </p:spPr>
      </p:sp>
      <p:sp>
        <p:nvSpPr>
          <p:cNvPr id="14" name="Text 12"/>
          <p:cNvSpPr/>
          <p:nvPr/>
        </p:nvSpPr>
        <p:spPr>
          <a:xfrm>
            <a:off x="9525000" y="3467100"/>
            <a:ext cx="7467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1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BỐN</a:t>
            </a:r>
            <a:r>
              <a:rPr lang="en-US" sz="180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NHÓM, MƯỜI</a:t>
            </a:r>
            <a:r>
              <a:rPr lang="en-US" sz="1800" b="1" spc="20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800" b="1" spc="22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9525000" y="3924300"/>
            <a:ext cx="7467600" cy="990600"/>
          </a:xfrm>
          <a:prstGeom prst="roundRect">
            <a:avLst>
              <a:gd name="adj" fmla="val 23077"/>
            </a:avLst>
          </a:prstGeom>
          <a:solidFill>
            <a:srgbClr val="1F3FD1"/>
          </a:solidFill>
          <a:ln/>
        </p:spPr>
      </p:sp>
      <p:sp>
        <p:nvSpPr>
          <p:cNvPr id="16" name="Text 14"/>
          <p:cNvSpPr/>
          <p:nvPr/>
        </p:nvSpPr>
        <p:spPr>
          <a:xfrm>
            <a:off x="9829800" y="3924300"/>
            <a:ext cx="457200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endParaRPr lang="en-US" sz="2550" dirty="0"/>
          </a:p>
        </p:txBody>
      </p:sp>
      <p:sp>
        <p:nvSpPr>
          <p:cNvPr id="17" name="Text 15"/>
          <p:cNvSpPr/>
          <p:nvPr/>
        </p:nvSpPr>
        <p:spPr>
          <a:xfrm>
            <a:off x="14401800" y="3924300"/>
            <a:ext cx="228600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50" dirty="0" spc="11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2250" dirty="0" spc="4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2250" dirty="0" spc="12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2250" dirty="0" spc="2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endParaRPr lang="en-US" sz="2250" dirty="0"/>
          </a:p>
        </p:txBody>
      </p:sp>
      <p:sp>
        <p:nvSpPr>
          <p:cNvPr id="18" name="Shape 16"/>
          <p:cNvSpPr/>
          <p:nvPr/>
        </p:nvSpPr>
        <p:spPr>
          <a:xfrm>
            <a:off x="9525000" y="5048250"/>
            <a:ext cx="7467600" cy="990600"/>
          </a:xfrm>
          <a:prstGeom prst="roundRect">
            <a:avLst>
              <a:gd name="adj" fmla="val 23077"/>
            </a:avLst>
          </a:prstGeom>
          <a:solidFill>
            <a:srgbClr val="B45309"/>
          </a:solidFill>
          <a:ln/>
        </p:spPr>
      </p:sp>
      <p:sp>
        <p:nvSpPr>
          <p:cNvPr id="19" name="Text 17"/>
          <p:cNvSpPr/>
          <p:nvPr/>
        </p:nvSpPr>
        <p:spPr>
          <a:xfrm>
            <a:off x="9829800" y="5048250"/>
            <a:ext cx="457200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 spc="-4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Vận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r>
              <a:rPr lang="en-US" sz="2550" b="1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2550" dirty="0"/>
          </a:p>
        </p:txBody>
      </p:sp>
      <p:sp>
        <p:nvSpPr>
          <p:cNvPr id="20" name="Text 18"/>
          <p:cNvSpPr/>
          <p:nvPr/>
        </p:nvSpPr>
        <p:spPr>
          <a:xfrm>
            <a:off x="14401800" y="5048250"/>
            <a:ext cx="228600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50" dirty="0" spc="11" kern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2250" dirty="0" spc="1" kern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2250" dirty="0" spc="12" kern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2250" dirty="0" spc="5" kern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6</a:t>
            </a:r>
            <a:endParaRPr lang="en-US" sz="2250" dirty="0"/>
          </a:p>
        </p:txBody>
      </p:sp>
      <p:sp>
        <p:nvSpPr>
          <p:cNvPr id="21" name="Shape 19"/>
          <p:cNvSpPr/>
          <p:nvPr/>
        </p:nvSpPr>
        <p:spPr>
          <a:xfrm>
            <a:off x="9525000" y="6172200"/>
            <a:ext cx="7467600" cy="990600"/>
          </a:xfrm>
          <a:prstGeom prst="roundRect">
            <a:avLst>
              <a:gd name="adj" fmla="val 23077"/>
            </a:avLst>
          </a:prstGeom>
          <a:solidFill>
            <a:srgbClr val="0F766E"/>
          </a:solidFill>
          <a:ln/>
        </p:spPr>
      </p:sp>
      <p:sp>
        <p:nvSpPr>
          <p:cNvPr id="22" name="Text 20"/>
          <p:cNvSpPr/>
          <p:nvPr/>
        </p:nvSpPr>
        <p:spPr>
          <a:xfrm>
            <a:off x="9829800" y="6172200"/>
            <a:ext cx="457200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 spc="-9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Tự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2550" b="1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tảng</a:t>
            </a:r>
            <a:endParaRPr lang="en-US" sz="2550" dirty="0"/>
          </a:p>
        </p:txBody>
      </p:sp>
      <p:sp>
        <p:nvSpPr>
          <p:cNvPr id="23" name="Text 21"/>
          <p:cNvSpPr/>
          <p:nvPr/>
        </p:nvSpPr>
        <p:spPr>
          <a:xfrm>
            <a:off x="14401800" y="6172200"/>
            <a:ext cx="228600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50" dirty="0" spc="11" kern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2250" dirty="0" spc="1" kern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7</a:t>
            </a:r>
            <a:r>
              <a:rPr lang="en-US" sz="2250" dirty="0" spc="-16" kern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3" kern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</a:t>
            </a:r>
            <a:endParaRPr lang="en-US" sz="2250" dirty="0"/>
          </a:p>
        </p:txBody>
      </p:sp>
      <p:sp>
        <p:nvSpPr>
          <p:cNvPr id="24" name="Shape 22"/>
          <p:cNvSpPr/>
          <p:nvPr/>
        </p:nvSpPr>
        <p:spPr>
          <a:xfrm>
            <a:off x="9525000" y="7296150"/>
            <a:ext cx="7467600" cy="990600"/>
          </a:xfrm>
          <a:prstGeom prst="roundRect">
            <a:avLst>
              <a:gd name="adj" fmla="val 23077"/>
            </a:avLst>
          </a:prstGeom>
          <a:solidFill>
            <a:srgbClr val="6D28D9"/>
          </a:solidFill>
          <a:ln/>
        </p:spPr>
      </p:sp>
      <p:sp>
        <p:nvSpPr>
          <p:cNvPr id="25" name="Text 23"/>
          <p:cNvSpPr/>
          <p:nvPr/>
        </p:nvSpPr>
        <p:spPr>
          <a:xfrm>
            <a:off x="9829800" y="7296150"/>
            <a:ext cx="457200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 spc="-8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Tầm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nhìn</a:t>
            </a:r>
            <a:endParaRPr lang="en-US" sz="2550" dirty="0"/>
          </a:p>
        </p:txBody>
      </p:sp>
      <p:sp>
        <p:nvSpPr>
          <p:cNvPr id="26" name="Text 24"/>
          <p:cNvSpPr/>
          <p:nvPr/>
        </p:nvSpPr>
        <p:spPr>
          <a:xfrm>
            <a:off x="14401800" y="7296150"/>
            <a:ext cx="228600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50" dirty="0" spc="11" kern="0">
                <a:solidFill>
                  <a:srgbClr val="E4DAF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2250" dirty="0" spc="4" kern="0">
                <a:solidFill>
                  <a:srgbClr val="E4DAF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9</a:t>
            </a:r>
            <a:r>
              <a:rPr lang="en-US" sz="2250" dirty="0" spc="12" kern="0">
                <a:solidFill>
                  <a:srgbClr val="E4DAF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2250" dirty="0" spc="5" kern="0">
                <a:solidFill>
                  <a:srgbClr val="E4DAF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</a:t>
            </a:r>
            <a:endParaRPr lang="en-US" sz="2250" dirty="0"/>
          </a:p>
        </p:txBody>
      </p:sp>
      <p:sp>
        <p:nvSpPr>
          <p:cNvPr id="27" name="Shape 25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27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38" name="Shape 3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9" name="Moda image moda-export-watermark-1a222ef4-4254-4f45-9146-b6a4a2c1a0e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62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95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2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195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2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195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001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Cách làm</a:t>
            </a: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2781300"/>
            <a:ext cx="8001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 spc="-1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Cộng</a:t>
            </a:r>
            <a:r>
              <a:rPr lang="en-US" sz="330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tác,</a:t>
            </a:r>
            <a:r>
              <a:rPr lang="en-US" sz="3300" b="1" dirty="0" spc="-16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3300" b="1" dirty="0" spc="-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ngữ,</a:t>
            </a:r>
            <a:r>
              <a:rPr lang="en-US" sz="330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3600450"/>
            <a:ext cx="7620000" cy="104775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850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tiên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lộ</a:t>
            </a:r>
            <a:r>
              <a:rPr lang="en-US" sz="285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trình.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914400" y="4953000"/>
            <a:ext cx="180975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22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2876550" y="4953000"/>
            <a:ext cx="180975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4838700" y="4953000"/>
            <a:ext cx="180975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22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914400" y="6286500"/>
            <a:ext cx="7620000" cy="2190750"/>
          </a:xfrm>
          <a:prstGeom prst="roundRect">
            <a:avLst>
              <a:gd name="adj" fmla="val 12174"/>
            </a:avLst>
          </a:prstGeom>
          <a:solidFill>
            <a:srgbClr val="1E212B"/>
          </a:solidFill>
          <a:ln w="19050">
            <a:solidFill>
              <a:srgbClr val="2E324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219200" y="6572250"/>
            <a:ext cx="4762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19200" y="7010400"/>
            <a:ext cx="7010400" cy="123825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-8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Tên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 cụ chỉ là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ví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endParaRPr lang="en-US" sz="2700" dirty="0"/>
          </a:p>
          <a:p>
            <a:pPr algn="l" indent="0" marL="0">
              <a:lnSpc>
                <a:spcPts val="3645"/>
              </a:lnSpc>
              <a:buNone/>
            </a:pPr>
            <a:r>
              <a:rPr lang="en-US" sz="2700" dirty="0" spc="-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và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700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gian.</a:t>
            </a:r>
            <a:endParaRPr lang="en-US" sz="2700" dirty="0"/>
          </a:p>
        </p:txBody>
      </p:sp>
      <p:sp>
        <p:nvSpPr>
          <p:cNvPr id="12" name="Shape 10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E324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525000" y="1295400"/>
            <a:ext cx="7467600" cy="2209800"/>
          </a:xfrm>
          <a:prstGeom prst="roundRect">
            <a:avLst>
              <a:gd name="adj" fmla="val 10345"/>
            </a:avLst>
          </a:prstGeom>
          <a:solidFill>
            <a:srgbClr val="14161C"/>
          </a:solidFill>
          <a:ln/>
        </p:spPr>
      </p:sp>
      <p:sp>
        <p:nvSpPr>
          <p:cNvPr id="14" name="Text 12"/>
          <p:cNvSpPr/>
          <p:nvPr/>
        </p:nvSpPr>
        <p:spPr>
          <a:xfrm>
            <a:off x="9753600" y="1524000"/>
            <a:ext cx="838200" cy="8382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3900" dirty="0"/>
          </a:p>
        </p:txBody>
      </p:sp>
      <p:sp>
        <p:nvSpPr>
          <p:cNvPr id="15" name="Text 13"/>
          <p:cNvSpPr/>
          <p:nvPr/>
        </p:nvSpPr>
        <p:spPr>
          <a:xfrm>
            <a:off x="10820400" y="1485900"/>
            <a:ext cx="60198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Công</a:t>
            </a:r>
            <a:r>
              <a:rPr lang="en-US" sz="315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cụ</a:t>
            </a:r>
            <a:r>
              <a:rPr lang="en-US" sz="315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cộng</a:t>
            </a:r>
            <a:r>
              <a:rPr lang="en-US" sz="315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tác</a:t>
            </a:r>
            <a:endParaRPr lang="en-US" sz="3150" dirty="0"/>
          </a:p>
        </p:txBody>
      </p:sp>
      <p:sp>
        <p:nvSpPr>
          <p:cNvPr id="16" name="Text 14"/>
          <p:cNvSpPr/>
          <p:nvPr/>
        </p:nvSpPr>
        <p:spPr>
          <a:xfrm>
            <a:off x="10820400" y="2133600"/>
            <a:ext cx="6019800" cy="8001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Phát</a:t>
            </a:r>
            <a:r>
              <a:rPr lang="en-US" sz="225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2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mềm</a:t>
            </a:r>
            <a:r>
              <a:rPr lang="en-US" sz="22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250" dirty="0" spc="-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hoạt</a:t>
            </a:r>
            <a:r>
              <a:rPr lang="en-US" sz="2250" dirty="0" spc="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250" dirty="0" spc="-2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xã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hội.</a:t>
            </a:r>
            <a:endParaRPr lang="en-US" sz="2250" dirty="0"/>
          </a:p>
        </p:txBody>
      </p:sp>
      <p:sp>
        <p:nvSpPr>
          <p:cNvPr id="17" name="Text 15"/>
          <p:cNvSpPr/>
          <p:nvPr/>
        </p:nvSpPr>
        <p:spPr>
          <a:xfrm>
            <a:off x="10820400" y="2971800"/>
            <a:ext cx="6019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9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Jira,</a:t>
            </a:r>
            <a:r>
              <a:rPr lang="en-US" sz="2100" b="1" dirty="0" spc="-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Confluence,</a:t>
            </a:r>
            <a:r>
              <a:rPr lang="en-US" sz="2100" b="1" dirty="0" spc="-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Slack,</a:t>
            </a:r>
            <a:r>
              <a:rPr lang="en-US" sz="210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MS</a:t>
            </a:r>
            <a:r>
              <a:rPr lang="en-US" sz="2100" b="1" dirty="0" spc="-3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Teams,</a:t>
            </a:r>
            <a:r>
              <a:rPr lang="en-US" sz="2100" b="1" dirty="0" spc="-8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Zoom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9525000" y="3695700"/>
            <a:ext cx="7467600" cy="2209800"/>
          </a:xfrm>
          <a:prstGeom prst="roundRect">
            <a:avLst>
              <a:gd name="adj" fmla="val 10345"/>
            </a:avLst>
          </a:prstGeom>
          <a:solidFill>
            <a:srgbClr val="14161C"/>
          </a:solidFill>
          <a:ln/>
        </p:spPr>
      </p:sp>
      <p:sp>
        <p:nvSpPr>
          <p:cNvPr id="19" name="Text 17"/>
          <p:cNvSpPr/>
          <p:nvPr/>
        </p:nvSpPr>
        <p:spPr>
          <a:xfrm>
            <a:off x="9753600" y="3924300"/>
            <a:ext cx="838200" cy="8382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3900" dirty="0"/>
          </a:p>
        </p:txBody>
      </p:sp>
      <p:sp>
        <p:nvSpPr>
          <p:cNvPr id="20" name="Text 18"/>
          <p:cNvSpPr/>
          <p:nvPr/>
        </p:nvSpPr>
        <p:spPr>
          <a:xfrm>
            <a:off x="10820400" y="3886200"/>
            <a:ext cx="60198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dirty="0" spc="-2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Ngôn</a:t>
            </a:r>
            <a:r>
              <a:rPr lang="en-US" sz="315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ngữ</a:t>
            </a:r>
            <a:r>
              <a:rPr lang="en-US" sz="315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lập</a:t>
            </a:r>
            <a:r>
              <a:rPr lang="en-US" sz="3150" dirty="0" spc="-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trình</a:t>
            </a:r>
            <a:endParaRPr lang="en-US" sz="3150" dirty="0"/>
          </a:p>
        </p:txBody>
      </p:sp>
      <p:sp>
        <p:nvSpPr>
          <p:cNvPr id="21" name="Text 19"/>
          <p:cNvSpPr/>
          <p:nvPr/>
        </p:nvSpPr>
        <p:spPr>
          <a:xfrm>
            <a:off x="10820400" y="4533900"/>
            <a:ext cx="6019800" cy="8001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Thành thạo</a:t>
            </a:r>
            <a:r>
              <a:rPr lang="en-US" sz="225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2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25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25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ngữ.</a:t>
            </a:r>
            <a:endParaRPr lang="en-US" sz="2250" dirty="0"/>
          </a:p>
        </p:txBody>
      </p:sp>
      <p:sp>
        <p:nvSpPr>
          <p:cNvPr id="22" name="Text 20"/>
          <p:cNvSpPr/>
          <p:nvPr/>
        </p:nvSpPr>
        <p:spPr>
          <a:xfrm>
            <a:off x="10820400" y="5372100"/>
            <a:ext cx="6019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2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Java,</a:t>
            </a:r>
            <a:r>
              <a:rPr lang="en-US" sz="2100" b="1" dirty="0" spc="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Python,</a:t>
            </a:r>
            <a:r>
              <a:rPr lang="en-US" sz="2100" b="1" dirty="0" spc="-9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JavaScript,</a:t>
            </a:r>
            <a:r>
              <a:rPr lang="en-US" sz="2100" b="1" dirty="0" spc="-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C#,</a:t>
            </a:r>
            <a:r>
              <a:rPr lang="en-US" sz="2100" b="1" dirty="0" spc="-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Go</a:t>
            </a:r>
            <a:endParaRPr lang="en-US" sz="2100" dirty="0"/>
          </a:p>
        </p:txBody>
      </p:sp>
      <p:sp>
        <p:nvSpPr>
          <p:cNvPr id="23" name="Shape 21"/>
          <p:cNvSpPr/>
          <p:nvPr/>
        </p:nvSpPr>
        <p:spPr>
          <a:xfrm>
            <a:off x="9525000" y="6096000"/>
            <a:ext cx="7467600" cy="2209800"/>
          </a:xfrm>
          <a:prstGeom prst="roundRect">
            <a:avLst>
              <a:gd name="adj" fmla="val 10345"/>
            </a:avLst>
          </a:prstGeom>
          <a:solidFill>
            <a:srgbClr val="14161C"/>
          </a:solidFill>
          <a:ln/>
        </p:spPr>
      </p:sp>
      <p:sp>
        <p:nvSpPr>
          <p:cNvPr id="24" name="Text 22"/>
          <p:cNvSpPr/>
          <p:nvPr/>
        </p:nvSpPr>
        <p:spPr>
          <a:xfrm>
            <a:off x="9753600" y="6324600"/>
            <a:ext cx="838200" cy="8382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3900" dirty="0"/>
          </a:p>
        </p:txBody>
      </p:sp>
      <p:sp>
        <p:nvSpPr>
          <p:cNvPr id="25" name="Text 23"/>
          <p:cNvSpPr/>
          <p:nvPr/>
        </p:nvSpPr>
        <p:spPr>
          <a:xfrm>
            <a:off x="10820400" y="6286500"/>
            <a:ext cx="60198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Phát</a:t>
            </a:r>
            <a:r>
              <a:rPr lang="en-US" sz="315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triển</a:t>
            </a:r>
            <a:r>
              <a:rPr lang="en-US" sz="315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API</a:t>
            </a:r>
            <a:endParaRPr lang="en-US" sz="3150" dirty="0"/>
          </a:p>
        </p:txBody>
      </p:sp>
      <p:sp>
        <p:nvSpPr>
          <p:cNvPr id="26" name="Text 24"/>
          <p:cNvSpPr/>
          <p:nvPr/>
        </p:nvSpPr>
        <p:spPr>
          <a:xfrm>
            <a:off x="10820400" y="6934200"/>
            <a:ext cx="6019800" cy="8001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Học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kỹ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25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API.</a:t>
            </a:r>
            <a:endParaRPr lang="en-US" sz="2250" dirty="0"/>
          </a:p>
        </p:txBody>
      </p:sp>
      <p:sp>
        <p:nvSpPr>
          <p:cNvPr id="27" name="Text 25"/>
          <p:cNvSpPr/>
          <p:nvPr/>
        </p:nvSpPr>
        <p:spPr>
          <a:xfrm>
            <a:off x="10820400" y="7772400"/>
            <a:ext cx="6019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56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REST,</a:t>
            </a:r>
            <a:r>
              <a:rPr lang="en-US" sz="2100" b="1" dirty="0" spc="-7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GraphQL,</a:t>
            </a:r>
            <a:r>
              <a:rPr lang="en-US" sz="2100" b="1" dirty="0" spc="-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gRPC</a:t>
            </a:r>
            <a:endParaRPr lang="en-US" sz="2100" dirty="0"/>
          </a:p>
        </p:txBody>
      </p:sp>
      <p:sp>
        <p:nvSpPr>
          <p:cNvPr id="28" name="Shape 26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27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650" dirty="0"/>
          </a:p>
        </p:txBody>
      </p:sp>
      <p:sp>
        <p:nvSpPr>
          <p:cNvPr id="39" name="Shape 3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0" name="Moda image moda-export-watermark-5bdb556d-3021-4f35-a59f-e5228a786ac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62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950" b="1" spc="22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 ·</a:t>
            </a:r>
            <a:r>
              <a:rPr lang="en-US" sz="1950" b="1" spc="22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1950" b="1" spc="22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1950" b="1" spc="22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1950" b="1" spc="22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6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001000" cy="2286000"/>
          </a:xfrm>
          <a:prstGeom prst="rect">
            <a:avLst/>
          </a:prstGeom>
          <a:noFill/>
          <a:ln/>
        </p:spPr>
        <p:txBody>
          <a:bodyPr wrap="square" lIns="0" tIns="52578" rIns="0" bIns="-52578" rtlCol="0" anchor="t"/>
          <a:lstStyle/>
          <a:p>
            <a:pPr algn="l" indent="0" marL="0">
              <a:lnSpc>
                <a:spcPts val="7452"/>
              </a:lnSpc>
              <a:buNone/>
            </a:pPr>
            <a:r>
              <a:rPr lang="en-US" sz="6900" dirty="0" spc="-14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Vận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hành</a:t>
            </a:r>
            <a:r>
              <a:rPr lang="en-US" sz="6900" dirty="0" spc="-7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endParaRPr lang="en-US" sz="6900" dirty="0"/>
          </a:p>
          <a:p>
            <a:pPr algn="l" indent="0" marL="0">
              <a:lnSpc>
                <a:spcPts val="7452"/>
              </a:lnSpc>
              <a:buNone/>
            </a:pPr>
            <a:r>
              <a:rPr lang="en-US" sz="69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dữ</a:t>
            </a:r>
            <a:r>
              <a:rPr lang="en-US" sz="69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486150"/>
            <a:ext cx="8001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 spc="-20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3300" b="1" dirty="0" spc="-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chủ,</a:t>
            </a:r>
            <a:r>
              <a:rPr lang="en-US" sz="3300" b="1" dirty="0" spc="0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3300" b="1" dirty="0" spc="-2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vệ,</a:t>
            </a:r>
            <a:r>
              <a:rPr lang="en-US" sz="3300" b="1" dirty="0" spc="-9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3300" b="1" dirty="0" spc="-7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3300" b="1" dirty="0" spc="-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3300" b="1" dirty="0" spc="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4305300"/>
            <a:ext cx="7620000" cy="9525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850" dirty="0" spc="-4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lộ</a:t>
            </a:r>
            <a:r>
              <a:rPr lang="en-US" sz="28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trình.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914400" y="5467350"/>
            <a:ext cx="1809750" cy="6858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2876550" y="5467350"/>
            <a:ext cx="1809750" cy="6858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4838700" y="5467350"/>
            <a:ext cx="1809750" cy="6858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22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6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914400" y="6572250"/>
            <a:ext cx="7620000" cy="1905000"/>
          </a:xfrm>
          <a:prstGeom prst="roundRect">
            <a:avLst>
              <a:gd name="adj" fmla="val 14000"/>
            </a:avLst>
          </a:prstGeom>
          <a:solidFill>
            <a:srgbClr val="F3DFB8"/>
          </a:solidFill>
          <a:ln/>
        </p:spPr>
      </p:sp>
      <p:sp>
        <p:nvSpPr>
          <p:cNvPr id="10" name="Text 8"/>
          <p:cNvSpPr/>
          <p:nvPr/>
        </p:nvSpPr>
        <p:spPr>
          <a:xfrm>
            <a:off x="1219200" y="6838950"/>
            <a:ext cx="4762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19200" y="7277100"/>
            <a:ext cx="7010400" cy="104775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r>
              <a:rPr lang="en-US" sz="270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gộp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việc:</a:t>
            </a:r>
            <a:endParaRPr lang="en-US" sz="2700" dirty="0"/>
          </a:p>
          <a:p>
            <a:pPr algn="l" indent="0" marL="0">
              <a:lnSpc>
                <a:spcPts val="3645"/>
              </a:lnSpc>
              <a:buNone/>
            </a:pPr>
            <a:r>
              <a:rPr lang="en-US" sz="2700" dirty="0" spc="-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xác</a:t>
            </a:r>
            <a:r>
              <a:rPr lang="en-US" sz="270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270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 thử.</a:t>
            </a:r>
            <a:endParaRPr lang="en-US" sz="2700" dirty="0"/>
          </a:p>
        </p:txBody>
      </p:sp>
      <p:sp>
        <p:nvSpPr>
          <p:cNvPr id="12" name="Shape 10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525000" y="1295400"/>
            <a:ext cx="7467600" cy="2209800"/>
          </a:xfrm>
          <a:prstGeom prst="roundRect">
            <a:avLst>
              <a:gd name="adj" fmla="val 10345"/>
            </a:avLst>
          </a:prstGeom>
          <a:solidFill>
            <a:srgbClr val="F3DFB8"/>
          </a:solidFill>
          <a:ln/>
        </p:spPr>
      </p:sp>
      <p:sp>
        <p:nvSpPr>
          <p:cNvPr id="14" name="Text 12"/>
          <p:cNvSpPr/>
          <p:nvPr/>
        </p:nvSpPr>
        <p:spPr>
          <a:xfrm>
            <a:off x="9753600" y="1524000"/>
            <a:ext cx="838200" cy="8382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3900" dirty="0"/>
          </a:p>
        </p:txBody>
      </p:sp>
      <p:sp>
        <p:nvSpPr>
          <p:cNvPr id="15" name="Text 13"/>
          <p:cNvSpPr/>
          <p:nvPr/>
        </p:nvSpPr>
        <p:spPr>
          <a:xfrm>
            <a:off x="10820400" y="1485900"/>
            <a:ext cx="60198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Máy</a:t>
            </a:r>
            <a:r>
              <a:rPr lang="en-US" sz="315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chủ</a:t>
            </a:r>
            <a:r>
              <a:rPr lang="en-US" sz="315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web</a:t>
            </a:r>
            <a:r>
              <a:rPr lang="en-US" sz="3150" dirty="0" spc="-3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315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lưu</a:t>
            </a:r>
            <a:r>
              <a:rPr lang="en-US" sz="315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trữ</a:t>
            </a:r>
            <a:endParaRPr lang="en-US" sz="3150" dirty="0"/>
          </a:p>
        </p:txBody>
      </p:sp>
      <p:sp>
        <p:nvSpPr>
          <p:cNvPr id="16" name="Text 14"/>
          <p:cNvSpPr/>
          <p:nvPr/>
        </p:nvSpPr>
        <p:spPr>
          <a:xfrm>
            <a:off x="10820400" y="2133600"/>
            <a:ext cx="6019800" cy="8001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Biết</a:t>
            </a:r>
            <a:r>
              <a:rPr lang="en-US" sz="22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2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r>
              <a:rPr lang="en-US" sz="22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r>
              <a:rPr lang="en-US" sz="22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tảng</a:t>
            </a:r>
            <a:r>
              <a:rPr lang="en-US" sz="22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đám</a:t>
            </a:r>
            <a:r>
              <a:rPr lang="en-US" sz="22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mây.</a:t>
            </a:r>
            <a:endParaRPr lang="en-US" sz="2250" dirty="0"/>
          </a:p>
        </p:txBody>
      </p:sp>
      <p:sp>
        <p:nvSpPr>
          <p:cNvPr id="17" name="Text 15"/>
          <p:cNvSpPr/>
          <p:nvPr/>
        </p:nvSpPr>
        <p:spPr>
          <a:xfrm>
            <a:off x="10820400" y="2971800"/>
            <a:ext cx="6019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45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AWS,</a:t>
            </a:r>
            <a:r>
              <a:rPr lang="en-US" sz="2100" b="1" dirty="0" spc="-8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Azure,</a:t>
            </a:r>
            <a:r>
              <a:rPr lang="en-US" sz="2100" b="1" dirty="0" spc="-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GCP,</a:t>
            </a:r>
            <a:r>
              <a:rPr lang="en-US" sz="2100" b="1" dirty="0" spc="-15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Kubernetes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9525000" y="3695700"/>
            <a:ext cx="7467600" cy="2209800"/>
          </a:xfrm>
          <a:prstGeom prst="roundRect">
            <a:avLst>
              <a:gd name="adj" fmla="val 10345"/>
            </a:avLst>
          </a:prstGeom>
          <a:solidFill>
            <a:srgbClr val="F3DFB8"/>
          </a:solidFill>
          <a:ln/>
        </p:spPr>
      </p:sp>
      <p:sp>
        <p:nvSpPr>
          <p:cNvPr id="19" name="Text 17"/>
          <p:cNvSpPr/>
          <p:nvPr/>
        </p:nvSpPr>
        <p:spPr>
          <a:xfrm>
            <a:off x="9753600" y="3924300"/>
            <a:ext cx="838200" cy="8382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5</a:t>
            </a:r>
            <a:endParaRPr lang="en-US" sz="3900" dirty="0"/>
          </a:p>
        </p:txBody>
      </p:sp>
      <p:sp>
        <p:nvSpPr>
          <p:cNvPr id="20" name="Text 18"/>
          <p:cNvSpPr/>
          <p:nvPr/>
        </p:nvSpPr>
        <p:spPr>
          <a:xfrm>
            <a:off x="10820400" y="3886200"/>
            <a:ext cx="60198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dirty="0" spc="-2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Xác</a:t>
            </a:r>
            <a:r>
              <a:rPr lang="en-US" sz="3150" dirty="0" spc="-2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thực</a:t>
            </a:r>
            <a:r>
              <a:rPr lang="en-US" sz="3150" dirty="0" spc="-3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315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kiểm</a:t>
            </a:r>
            <a:r>
              <a:rPr lang="en-US" sz="315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thử</a:t>
            </a:r>
            <a:endParaRPr lang="en-US" sz="3150" dirty="0"/>
          </a:p>
        </p:txBody>
      </p:sp>
      <p:sp>
        <p:nvSpPr>
          <p:cNvPr id="21" name="Text 19"/>
          <p:cNvSpPr/>
          <p:nvPr/>
        </p:nvSpPr>
        <p:spPr>
          <a:xfrm>
            <a:off x="10820400" y="4533900"/>
            <a:ext cx="6019800" cy="8001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Bảo</a:t>
            </a:r>
            <a:r>
              <a:rPr lang="en-US" sz="22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vệ</a:t>
            </a:r>
            <a:r>
              <a:rPr lang="en-US" sz="2250" dirty="0" spc="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22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thạo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thử.</a:t>
            </a:r>
            <a:endParaRPr lang="en-US" sz="2250" dirty="0"/>
          </a:p>
        </p:txBody>
      </p:sp>
      <p:sp>
        <p:nvSpPr>
          <p:cNvPr id="22" name="Text 20"/>
          <p:cNvSpPr/>
          <p:nvPr/>
        </p:nvSpPr>
        <p:spPr>
          <a:xfrm>
            <a:off x="10820400" y="5372100"/>
            <a:ext cx="6019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5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JWT,</a:t>
            </a:r>
            <a:r>
              <a:rPr lang="en-US" sz="2100" b="1" dirty="0" spc="-16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OAuth2,</a:t>
            </a:r>
            <a:r>
              <a:rPr lang="en-US" sz="2100" b="1" dirty="0" spc="0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TDD,</a:t>
            </a:r>
            <a:r>
              <a:rPr lang="en-US" sz="2100" b="1" dirty="0" spc="-7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100" b="1" dirty="0" spc="-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100" b="1" dirty="0" spc="7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100" b="1" dirty="0" spc="-4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cuối</a:t>
            </a:r>
            <a:endParaRPr lang="en-US" sz="2100" dirty="0"/>
          </a:p>
        </p:txBody>
      </p:sp>
      <p:sp>
        <p:nvSpPr>
          <p:cNvPr id="23" name="Shape 21"/>
          <p:cNvSpPr/>
          <p:nvPr/>
        </p:nvSpPr>
        <p:spPr>
          <a:xfrm>
            <a:off x="9525000" y="6096000"/>
            <a:ext cx="7467600" cy="2209800"/>
          </a:xfrm>
          <a:prstGeom prst="roundRect">
            <a:avLst>
              <a:gd name="adj" fmla="val 10345"/>
            </a:avLst>
          </a:prstGeom>
          <a:solidFill>
            <a:srgbClr val="F3DFB8"/>
          </a:solidFill>
          <a:ln/>
        </p:spPr>
      </p:sp>
      <p:sp>
        <p:nvSpPr>
          <p:cNvPr id="24" name="Text 22"/>
          <p:cNvSpPr/>
          <p:nvPr/>
        </p:nvSpPr>
        <p:spPr>
          <a:xfrm>
            <a:off x="9753600" y="6324600"/>
            <a:ext cx="838200" cy="8382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6</a:t>
            </a:r>
            <a:endParaRPr lang="en-US" sz="3900" dirty="0"/>
          </a:p>
        </p:txBody>
      </p:sp>
      <p:sp>
        <p:nvSpPr>
          <p:cNvPr id="25" name="Text 23"/>
          <p:cNvSpPr/>
          <p:nvPr/>
        </p:nvSpPr>
        <p:spPr>
          <a:xfrm>
            <a:off x="10820400" y="6286500"/>
            <a:ext cx="60198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Cơ</a:t>
            </a:r>
            <a:r>
              <a:rPr lang="en-US" sz="315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sở</a:t>
            </a:r>
            <a:r>
              <a:rPr lang="en-US" sz="315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dữ</a:t>
            </a:r>
            <a:r>
              <a:rPr lang="en-US" sz="315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endParaRPr lang="en-US" sz="3150" dirty="0"/>
          </a:p>
        </p:txBody>
      </p:sp>
      <p:sp>
        <p:nvSpPr>
          <p:cNvPr id="26" name="Text 24"/>
          <p:cNvSpPr/>
          <p:nvPr/>
        </p:nvSpPr>
        <p:spPr>
          <a:xfrm>
            <a:off x="10820400" y="6934200"/>
            <a:ext cx="6019800" cy="8001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Cả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 lẫn phi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 hệ.</a:t>
            </a:r>
            <a:endParaRPr lang="en-US" sz="2250" dirty="0"/>
          </a:p>
        </p:txBody>
      </p:sp>
      <p:sp>
        <p:nvSpPr>
          <p:cNvPr id="27" name="Text 25"/>
          <p:cNvSpPr/>
          <p:nvPr/>
        </p:nvSpPr>
        <p:spPr>
          <a:xfrm>
            <a:off x="10820400" y="7772400"/>
            <a:ext cx="6019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16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Postgres,</a:t>
            </a:r>
            <a:r>
              <a:rPr lang="en-US" sz="2100" b="1" dirty="0" spc="3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MySQL,</a:t>
            </a:r>
            <a:r>
              <a:rPr lang="en-US" sz="2100" b="1" dirty="0" spc="-7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MongoDB,</a:t>
            </a:r>
            <a:r>
              <a:rPr lang="en-US" sz="2100" b="1" dirty="0" spc="-20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Redis</a:t>
            </a:r>
            <a:endParaRPr lang="en-US" sz="2100" dirty="0"/>
          </a:p>
        </p:txBody>
      </p:sp>
      <p:sp>
        <p:nvSpPr>
          <p:cNvPr id="28" name="Shape 26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27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39" name="Shape 3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0" name="Moda image moda-export-watermark-8a56d988-b5ce-47b0-b2fe-d63b19e1312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62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950" b="1" spc="22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22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4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1950" b="1" spc="22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7</a:t>
            </a:r>
            <a:r>
              <a:rPr lang="en-US" sz="1950" b="1" spc="17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001000" cy="2286000"/>
          </a:xfrm>
          <a:prstGeom prst="rect">
            <a:avLst/>
          </a:prstGeom>
          <a:noFill/>
          <a:ln/>
        </p:spPr>
        <p:txBody>
          <a:bodyPr wrap="square" lIns="0" tIns="52578" rIns="0" bIns="-52578" rtlCol="0" anchor="t"/>
          <a:lstStyle/>
          <a:p>
            <a:pPr algn="l" indent="0" marL="0">
              <a:lnSpc>
                <a:spcPts val="7452"/>
              </a:lnSpc>
              <a:buNone/>
            </a:pPr>
            <a:r>
              <a:rPr lang="en-US" sz="6900" dirty="0" spc="-5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Tự</a:t>
            </a:r>
            <a:r>
              <a:rPr lang="en-US" sz="6900" dirty="0" spc="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động</a:t>
            </a:r>
            <a:r>
              <a:rPr lang="en-US" sz="6900" dirty="0" spc="-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hóa</a:t>
            </a:r>
            <a:endParaRPr lang="en-US" sz="6900" dirty="0"/>
          </a:p>
          <a:p>
            <a:pPr algn="l" indent="0" marL="0">
              <a:lnSpc>
                <a:spcPts val="7452"/>
              </a:lnSpc>
              <a:buNone/>
            </a:pPr>
            <a:r>
              <a:rPr lang="en-US" sz="6900" dirty="0" spc="-1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và</a:t>
            </a:r>
            <a:r>
              <a:rPr lang="en-US" sz="69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nền</a:t>
            </a:r>
            <a:r>
              <a:rPr lang="en-US" sz="69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tảng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486150"/>
            <a:ext cx="8001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 spc="-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CI/CD</a:t>
            </a:r>
            <a:r>
              <a:rPr lang="en-US" sz="3300" b="1" dirty="0" spc="-3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300" b="1" dirty="0" spc="-2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DSA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4305300"/>
            <a:ext cx="7620000" cy="9525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850" dirty="0" spc="-4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lộ</a:t>
            </a:r>
            <a:r>
              <a:rPr lang="en-US" sz="285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trình.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914400" y="5467350"/>
            <a:ext cx="1809750" cy="6858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22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7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2876550" y="5467350"/>
            <a:ext cx="1809750" cy="6858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22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6572250"/>
            <a:ext cx="7620000" cy="1905000"/>
          </a:xfrm>
          <a:prstGeom prst="roundRect">
            <a:avLst>
              <a:gd name="adj" fmla="val 14000"/>
            </a:avLst>
          </a:prstGeom>
          <a:solidFill>
            <a:srgbClr val="1E212B"/>
          </a:solidFill>
          <a:ln w="19050">
            <a:solidFill>
              <a:srgbClr val="2E324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19200" y="6838950"/>
            <a:ext cx="4762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19200" y="7277100"/>
            <a:ext cx="7010400" cy="104775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CI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70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700" dirty="0" spc="-2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endParaRPr lang="en-US" sz="2700" dirty="0"/>
          </a:p>
          <a:p>
            <a:pPr algn="l" indent="0" marL="0">
              <a:lnSpc>
                <a:spcPts val="3645"/>
              </a:lnSpc>
              <a:buNone/>
            </a:pPr>
            <a:r>
              <a:rPr lang="en-US" sz="27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thay</a:t>
            </a:r>
            <a:r>
              <a:rPr lang="en-US" sz="2700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mã.</a:t>
            </a:r>
            <a:endParaRPr lang="en-US" sz="270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E324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525000" y="1295400"/>
            <a:ext cx="7467600" cy="3905250"/>
          </a:xfrm>
          <a:prstGeom prst="roundRect">
            <a:avLst>
              <a:gd name="adj" fmla="val 5854"/>
            </a:avLst>
          </a:prstGeom>
          <a:solidFill>
            <a:srgbClr val="14161C"/>
          </a:solidFill>
          <a:ln/>
        </p:spPr>
      </p:sp>
      <p:sp>
        <p:nvSpPr>
          <p:cNvPr id="13" name="Text 11"/>
          <p:cNvSpPr/>
          <p:nvPr/>
        </p:nvSpPr>
        <p:spPr>
          <a:xfrm>
            <a:off x="9753600" y="1524000"/>
            <a:ext cx="838200" cy="8382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7</a:t>
            </a:r>
            <a:endParaRPr lang="en-US" sz="3900" dirty="0"/>
          </a:p>
        </p:txBody>
      </p:sp>
      <p:sp>
        <p:nvSpPr>
          <p:cNvPr id="14" name="Text 12"/>
          <p:cNvSpPr/>
          <p:nvPr/>
        </p:nvSpPr>
        <p:spPr>
          <a:xfrm>
            <a:off x="10820400" y="1485900"/>
            <a:ext cx="60198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dirty="0" spc="-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CI/CD</a:t>
            </a:r>
            <a:endParaRPr lang="en-US" sz="3150" dirty="0"/>
          </a:p>
        </p:txBody>
      </p:sp>
      <p:sp>
        <p:nvSpPr>
          <p:cNvPr id="15" name="Text 13"/>
          <p:cNvSpPr/>
          <p:nvPr/>
        </p:nvSpPr>
        <p:spPr>
          <a:xfrm>
            <a:off x="10820400" y="2133600"/>
            <a:ext cx="6019800" cy="8572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Học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tích</a:t>
            </a:r>
            <a:r>
              <a:rPr lang="en-US" sz="225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225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tục</a:t>
            </a:r>
            <a:r>
              <a:rPr lang="en-US" sz="2250" dirty="0" spc="-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 phối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225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tục.</a:t>
            </a:r>
            <a:endParaRPr lang="en-US" sz="2250" dirty="0"/>
          </a:p>
        </p:txBody>
      </p:sp>
      <p:sp>
        <p:nvSpPr>
          <p:cNvPr id="16" name="Text 14"/>
          <p:cNvSpPr/>
          <p:nvPr/>
        </p:nvSpPr>
        <p:spPr>
          <a:xfrm>
            <a:off x="9753600" y="3238500"/>
            <a:ext cx="2028825" cy="1257300"/>
          </a:xfrm>
          <a:prstGeom prst="roundRect">
            <a:avLst>
              <a:gd name="adj" fmla="val 15152"/>
            </a:avLst>
          </a:prstGeom>
          <a:solidFill>
            <a:srgbClr val="272B3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Thay</a:t>
            </a:r>
            <a:r>
              <a:rPr lang="en-US" sz="19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19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endParaRPr lang="en-US" sz="1950" dirty="0"/>
          </a:p>
        </p:txBody>
      </p:sp>
      <p:sp>
        <p:nvSpPr>
          <p:cNvPr id="17" name="Connector line-1792339336887-88315849"/>
          <p:cNvSpPr/>
          <p:nvPr/>
        </p:nvSpPr>
        <p:spPr>
          <a:xfrm>
            <a:off x="11839575" y="3867150"/>
            <a:ext cx="342900" cy="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triangle"/>
          </a:ln>
        </p:spPr>
      </p:sp>
      <p:sp>
        <p:nvSpPr>
          <p:cNvPr id="18" name="Text 16"/>
          <p:cNvSpPr/>
          <p:nvPr/>
        </p:nvSpPr>
        <p:spPr>
          <a:xfrm>
            <a:off x="12239625" y="3238500"/>
            <a:ext cx="2028825" cy="1257300"/>
          </a:xfrm>
          <a:prstGeom prst="roundRect">
            <a:avLst>
              <a:gd name="adj" fmla="val 15152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CI:</a:t>
            </a:r>
            <a:r>
              <a:rPr lang="en-US" sz="19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19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19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195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endParaRPr lang="en-US" sz="1950" dirty="0"/>
          </a:p>
        </p:txBody>
      </p:sp>
      <p:sp>
        <p:nvSpPr>
          <p:cNvPr id="19" name="Connector line-1792339336901-534470390"/>
          <p:cNvSpPr/>
          <p:nvPr/>
        </p:nvSpPr>
        <p:spPr>
          <a:xfrm>
            <a:off x="14325600" y="3867150"/>
            <a:ext cx="342900" cy="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14725650" y="3238500"/>
            <a:ext cx="2028825" cy="1257300"/>
          </a:xfrm>
          <a:prstGeom prst="roundRect">
            <a:avLst>
              <a:gd name="adj" fmla="val 15152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CD:</a:t>
            </a:r>
            <a:r>
              <a:rPr lang="en-US" sz="19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19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nơi</a:t>
            </a:r>
            <a:r>
              <a:rPr lang="en-US" sz="19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</a:t>
            </a:r>
            <a:r>
              <a:rPr lang="en-US" sz="19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sàng</a:t>
            </a:r>
            <a:r>
              <a:rPr lang="en-US" sz="19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9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endParaRPr lang="en-US" sz="1950" dirty="0"/>
          </a:p>
        </p:txBody>
      </p:sp>
      <p:sp>
        <p:nvSpPr>
          <p:cNvPr id="21" name="Text 19"/>
          <p:cNvSpPr/>
          <p:nvPr/>
        </p:nvSpPr>
        <p:spPr>
          <a:xfrm>
            <a:off x="9753600" y="4686300"/>
            <a:ext cx="70104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GitHub</a:t>
            </a:r>
            <a:r>
              <a:rPr lang="en-US" sz="2100" b="1" dirty="0" spc="-6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Actions,</a:t>
            </a:r>
            <a:r>
              <a:rPr lang="en-US" sz="2100" b="1" dirty="0" spc="0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Jenkins,</a:t>
            </a:r>
            <a:r>
              <a:rPr lang="en-US" sz="2100" b="1" dirty="0" spc="-9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CircleCI</a:t>
            </a:r>
            <a:endParaRPr lang="en-US" sz="2100" dirty="0"/>
          </a:p>
        </p:txBody>
      </p:sp>
      <p:sp>
        <p:nvSpPr>
          <p:cNvPr id="22" name="Shape 20"/>
          <p:cNvSpPr/>
          <p:nvPr/>
        </p:nvSpPr>
        <p:spPr>
          <a:xfrm>
            <a:off x="9525000" y="5391150"/>
            <a:ext cx="7467600" cy="2990850"/>
          </a:xfrm>
          <a:prstGeom prst="roundRect">
            <a:avLst>
              <a:gd name="adj" fmla="val 7643"/>
            </a:avLst>
          </a:prstGeom>
          <a:solidFill>
            <a:srgbClr val="14161C"/>
          </a:solidFill>
          <a:ln/>
        </p:spPr>
      </p:sp>
      <p:sp>
        <p:nvSpPr>
          <p:cNvPr id="23" name="Text 21"/>
          <p:cNvSpPr/>
          <p:nvPr/>
        </p:nvSpPr>
        <p:spPr>
          <a:xfrm>
            <a:off x="9753600" y="5619750"/>
            <a:ext cx="838200" cy="8382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8</a:t>
            </a:r>
            <a:endParaRPr lang="en-US" sz="3900" dirty="0"/>
          </a:p>
        </p:txBody>
      </p:sp>
      <p:sp>
        <p:nvSpPr>
          <p:cNvPr id="24" name="Text 22"/>
          <p:cNvSpPr/>
          <p:nvPr/>
        </p:nvSpPr>
        <p:spPr>
          <a:xfrm>
            <a:off x="10820400" y="5581650"/>
            <a:ext cx="6019800" cy="609600"/>
          </a:xfrm>
          <a:prstGeom prst="rect">
            <a:avLst/>
          </a:prstGeom>
          <a:noFill/>
          <a:ln/>
        </p:spPr>
        <p:txBody>
          <a:bodyPr wrap="square" lIns="0" tIns="20002" rIns="0" bIns="-20002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15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Cấu</a:t>
            </a:r>
            <a:r>
              <a:rPr lang="en-US" sz="315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trúc</a:t>
            </a:r>
            <a:r>
              <a:rPr lang="en-US" sz="315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dữ</a:t>
            </a:r>
            <a:r>
              <a:rPr lang="en-US" sz="315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r>
              <a:rPr lang="en-US" sz="3150" dirty="0" spc="-3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315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thuật</a:t>
            </a:r>
            <a:r>
              <a:rPr lang="en-US" sz="3150" dirty="0" spc="-1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toán</a:t>
            </a:r>
            <a:endParaRPr lang="en-US" sz="3150" dirty="0"/>
          </a:p>
        </p:txBody>
      </p:sp>
      <p:sp>
        <p:nvSpPr>
          <p:cNvPr id="25" name="Text 23"/>
          <p:cNvSpPr/>
          <p:nvPr/>
        </p:nvSpPr>
        <p:spPr>
          <a:xfrm>
            <a:off x="10820400" y="6286500"/>
            <a:ext cx="6019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Nắm</a:t>
            </a:r>
            <a:r>
              <a:rPr lang="en-US" sz="2250" dirty="0" spc="1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vững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r>
              <a:rPr lang="en-US" sz="225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tảng</a:t>
            </a:r>
            <a:r>
              <a:rPr lang="en-US" sz="225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25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DSA.</a:t>
            </a:r>
            <a:endParaRPr lang="en-US" sz="2250" dirty="0"/>
          </a:p>
        </p:txBody>
      </p:sp>
      <p:sp>
        <p:nvSpPr>
          <p:cNvPr id="26" name="Text 24"/>
          <p:cNvSpPr/>
          <p:nvPr/>
        </p:nvSpPr>
        <p:spPr>
          <a:xfrm>
            <a:off x="10820400" y="7124700"/>
            <a:ext cx="1238250" cy="685800"/>
          </a:xfrm>
          <a:prstGeom prst="roundRect">
            <a:avLst>
              <a:gd name="adj" fmla="val 47222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Big</a:t>
            </a:r>
            <a:r>
              <a:rPr lang="en-US" sz="21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</a:t>
            </a:r>
            <a:endParaRPr lang="en-US" sz="2100" dirty="0"/>
          </a:p>
        </p:txBody>
      </p:sp>
      <p:sp>
        <p:nvSpPr>
          <p:cNvPr id="27" name="Text 25"/>
          <p:cNvSpPr/>
          <p:nvPr/>
        </p:nvSpPr>
        <p:spPr>
          <a:xfrm>
            <a:off x="12211050" y="7124700"/>
            <a:ext cx="1619250" cy="685800"/>
          </a:xfrm>
          <a:prstGeom prst="roundRect">
            <a:avLst>
              <a:gd name="adj" fmla="val 47222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Sắp</a:t>
            </a:r>
            <a:r>
              <a:rPr lang="en-US" sz="2100" b="1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endParaRPr lang="en-US" sz="2100" dirty="0"/>
          </a:p>
        </p:txBody>
      </p:sp>
      <p:sp>
        <p:nvSpPr>
          <p:cNvPr id="28" name="Text 26"/>
          <p:cNvSpPr/>
          <p:nvPr/>
        </p:nvSpPr>
        <p:spPr>
          <a:xfrm>
            <a:off x="13982700" y="7124700"/>
            <a:ext cx="1047750" cy="685800"/>
          </a:xfrm>
          <a:prstGeom prst="roundRect">
            <a:avLst>
              <a:gd name="adj" fmla="val 47222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Cây</a:t>
            </a:r>
            <a:endParaRPr lang="en-US" sz="2100" dirty="0"/>
          </a:p>
        </p:txBody>
      </p:sp>
      <p:sp>
        <p:nvSpPr>
          <p:cNvPr id="29" name="Text 27"/>
          <p:cNvSpPr/>
          <p:nvPr/>
        </p:nvSpPr>
        <p:spPr>
          <a:xfrm>
            <a:off x="15182850" y="7124700"/>
            <a:ext cx="1333500" cy="685800"/>
          </a:xfrm>
          <a:prstGeom prst="roundRect">
            <a:avLst>
              <a:gd name="adj" fmla="val 47222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Đồ</a:t>
            </a:r>
            <a:r>
              <a:rPr lang="en-US" sz="21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thị</a:t>
            </a:r>
            <a:endParaRPr lang="en-US" sz="2100" dirty="0"/>
          </a:p>
        </p:txBody>
      </p:sp>
      <p:sp>
        <p:nvSpPr>
          <p:cNvPr id="30" name="Shape 28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27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41" name="Shape 3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2" name="Moda image moda-export-watermark-b3667654-2e80-409b-9702-2fee93db23a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62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6D28D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950" b="1" spc="227" kern="0" dirty="0">
                <a:solidFill>
                  <a:srgbClr val="6D28D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1950" b="1" spc="221" kern="0" dirty="0">
                <a:solidFill>
                  <a:srgbClr val="6D28D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4" kern="0" dirty="0">
                <a:solidFill>
                  <a:srgbClr val="6D28D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1950" b="1" spc="226" kern="0" dirty="0">
                <a:solidFill>
                  <a:srgbClr val="6D28D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9</a:t>
            </a:r>
            <a:r>
              <a:rPr lang="en-US" sz="1950" b="1" spc="225" kern="0" dirty="0">
                <a:solidFill>
                  <a:srgbClr val="6D28D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1950" b="1" spc="226" kern="0" dirty="0">
                <a:solidFill>
                  <a:srgbClr val="6D28D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001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0" dirty="0" spc="-16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Tầm</a:t>
            </a:r>
            <a:r>
              <a:rPr lang="en-US" sz="7500" dirty="0" spc="-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nhìn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2781300"/>
            <a:ext cx="8001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 spc="-7" kern="0">
                <a:solidFill>
                  <a:srgbClr val="6D28D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Hệ</a:t>
            </a:r>
            <a:r>
              <a:rPr lang="en-US" sz="3300" b="1" dirty="0" spc="-11" kern="0">
                <a:solidFill>
                  <a:srgbClr val="6D28D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thống,</a:t>
            </a:r>
            <a:r>
              <a:rPr lang="en-US" sz="3300" b="1" dirty="0" spc="-1" kern="0">
                <a:solidFill>
                  <a:srgbClr val="6D28D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mẫu</a:t>
            </a:r>
            <a:r>
              <a:rPr lang="en-US" sz="3300" b="1" dirty="0" spc="-8" kern="0">
                <a:solidFill>
                  <a:srgbClr val="6D28D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3300" b="1" dirty="0" spc="-31" kern="0">
                <a:solidFill>
                  <a:srgbClr val="6D28D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kế,</a:t>
            </a:r>
            <a:r>
              <a:rPr lang="en-US" sz="3300" b="1" dirty="0" spc="-3" kern="0">
                <a:solidFill>
                  <a:srgbClr val="6D28D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3600450"/>
            <a:ext cx="7620000" cy="104775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cuối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lộ</a:t>
            </a:r>
            <a:r>
              <a:rPr lang="en-US" sz="28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trình.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914400" y="4953000"/>
            <a:ext cx="1809750" cy="68580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22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9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2876550" y="4953000"/>
            <a:ext cx="1809750" cy="68580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4838700" y="4953000"/>
            <a:ext cx="1809750" cy="68580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22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914400" y="6286500"/>
            <a:ext cx="7620000" cy="2190750"/>
          </a:xfrm>
          <a:prstGeom prst="roundRect">
            <a:avLst>
              <a:gd name="adj" fmla="val 12174"/>
            </a:avLst>
          </a:prstGeom>
          <a:solidFill>
            <a:srgbClr val="E4DAF6"/>
          </a:solidFill>
          <a:ln/>
        </p:spPr>
      </p:sp>
      <p:sp>
        <p:nvSpPr>
          <p:cNvPr id="10" name="Text 8"/>
          <p:cNvSpPr/>
          <p:nvPr/>
        </p:nvSpPr>
        <p:spPr>
          <a:xfrm>
            <a:off x="1219200" y="6572250"/>
            <a:ext cx="4762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6D28D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6D28D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19200" y="7010400"/>
            <a:ext cx="7010400" cy="123825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9</a:t>
            </a:r>
            <a:r>
              <a:rPr lang="en-US" sz="270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gộp</a:t>
            </a:r>
            <a:r>
              <a:rPr lang="en-US" sz="2700" dirty="0" spc="-4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rất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70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</a:t>
            </a:r>
            <a:endParaRPr lang="en-US" sz="2700" dirty="0"/>
          </a:p>
          <a:p>
            <a:pPr algn="l" indent="0" marL="0">
              <a:lnSpc>
                <a:spcPts val="3645"/>
              </a:lnSpc>
              <a:buNone/>
            </a:pP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của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2700" dirty="0" spc="-4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thống.</a:t>
            </a:r>
            <a:endParaRPr lang="en-US" sz="2700" dirty="0"/>
          </a:p>
        </p:txBody>
      </p:sp>
      <p:sp>
        <p:nvSpPr>
          <p:cNvPr id="12" name="Shape 10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525000" y="1295400"/>
            <a:ext cx="7467600" cy="2209800"/>
          </a:xfrm>
          <a:prstGeom prst="roundRect">
            <a:avLst>
              <a:gd name="adj" fmla="val 10345"/>
            </a:avLst>
          </a:prstGeom>
          <a:solidFill>
            <a:srgbClr val="E4DAF6"/>
          </a:solidFill>
          <a:ln/>
        </p:spPr>
      </p:sp>
      <p:sp>
        <p:nvSpPr>
          <p:cNvPr id="14" name="Text 12"/>
          <p:cNvSpPr/>
          <p:nvPr/>
        </p:nvSpPr>
        <p:spPr>
          <a:xfrm>
            <a:off x="9753600" y="1524000"/>
            <a:ext cx="838200" cy="83820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9</a:t>
            </a:r>
            <a:endParaRPr lang="en-US" sz="3900" dirty="0"/>
          </a:p>
        </p:txBody>
      </p:sp>
      <p:sp>
        <p:nvSpPr>
          <p:cNvPr id="15" name="Text 13"/>
          <p:cNvSpPr/>
          <p:nvPr/>
        </p:nvSpPr>
        <p:spPr>
          <a:xfrm>
            <a:off x="10820400" y="1485900"/>
            <a:ext cx="60198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Thiết</a:t>
            </a:r>
            <a:r>
              <a:rPr lang="en-US" sz="3150" dirty="0" spc="-2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kế</a:t>
            </a:r>
            <a:r>
              <a:rPr lang="en-US" sz="315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hệ</a:t>
            </a:r>
            <a:r>
              <a:rPr lang="en-US" sz="315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thống</a:t>
            </a:r>
            <a:endParaRPr lang="en-US" sz="3150" dirty="0"/>
          </a:p>
        </p:txBody>
      </p:sp>
      <p:sp>
        <p:nvSpPr>
          <p:cNvPr id="16" name="Text 14"/>
          <p:cNvSpPr/>
          <p:nvPr/>
        </p:nvSpPr>
        <p:spPr>
          <a:xfrm>
            <a:off x="10820400" y="2133600"/>
            <a:ext cx="6019800" cy="8001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Học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khái niệm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như:</a:t>
            </a:r>
            <a:endParaRPr lang="en-US" sz="2250" dirty="0"/>
          </a:p>
        </p:txBody>
      </p:sp>
      <p:sp>
        <p:nvSpPr>
          <p:cNvPr id="17" name="Text 15"/>
          <p:cNvSpPr/>
          <p:nvPr/>
        </p:nvSpPr>
        <p:spPr>
          <a:xfrm>
            <a:off x="10820400" y="2971800"/>
            <a:ext cx="6019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3" kern="0">
                <a:solidFill>
                  <a:srgbClr val="6D28D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mạng,</a:t>
            </a:r>
            <a:r>
              <a:rPr lang="en-US" sz="2100" b="1" dirty="0" spc="-6" kern="0">
                <a:solidFill>
                  <a:srgbClr val="6D28D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100" b="1" dirty="0" spc="-4" kern="0">
                <a:solidFill>
                  <a:srgbClr val="6D28D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2100" b="1" dirty="0" spc="-2" kern="0">
                <a:solidFill>
                  <a:srgbClr val="6D28D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đệm,</a:t>
            </a:r>
            <a:r>
              <a:rPr lang="en-US" sz="2100" b="1" dirty="0" spc="0" kern="0">
                <a:solidFill>
                  <a:srgbClr val="6D28D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CDN,</a:t>
            </a:r>
            <a:r>
              <a:rPr lang="en-US" sz="2100" b="1" dirty="0" spc="-1" kern="0">
                <a:solidFill>
                  <a:srgbClr val="6D28D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cân</a:t>
            </a:r>
            <a:r>
              <a:rPr lang="en-US" sz="2100" b="1" dirty="0" spc="-2" kern="0">
                <a:solidFill>
                  <a:srgbClr val="6D28D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100" b="1" dirty="0" spc="-5" kern="0">
                <a:solidFill>
                  <a:srgbClr val="6D28D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9525000" y="3695700"/>
            <a:ext cx="7467600" cy="2209800"/>
          </a:xfrm>
          <a:prstGeom prst="roundRect">
            <a:avLst>
              <a:gd name="adj" fmla="val 10345"/>
            </a:avLst>
          </a:prstGeom>
          <a:solidFill>
            <a:srgbClr val="E4DAF6"/>
          </a:solidFill>
          <a:ln/>
        </p:spPr>
      </p:sp>
      <p:sp>
        <p:nvSpPr>
          <p:cNvPr id="19" name="Text 17"/>
          <p:cNvSpPr/>
          <p:nvPr/>
        </p:nvSpPr>
        <p:spPr>
          <a:xfrm>
            <a:off x="9753600" y="3924300"/>
            <a:ext cx="838200" cy="83820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dirty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10</a:t>
            </a:r>
            <a:endParaRPr lang="en-US" sz="3900" dirty="0"/>
          </a:p>
        </p:txBody>
      </p:sp>
      <p:sp>
        <p:nvSpPr>
          <p:cNvPr id="20" name="Text 18"/>
          <p:cNvSpPr/>
          <p:nvPr/>
        </p:nvSpPr>
        <p:spPr>
          <a:xfrm>
            <a:off x="10820400" y="3886200"/>
            <a:ext cx="60198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Mẫu</a:t>
            </a:r>
            <a:r>
              <a:rPr lang="en-US" sz="315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thiết</a:t>
            </a:r>
            <a:r>
              <a:rPr lang="en-US" sz="3150" dirty="0" spc="-2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kế</a:t>
            </a:r>
            <a:endParaRPr lang="en-US" sz="3150" dirty="0"/>
          </a:p>
        </p:txBody>
      </p:sp>
      <p:sp>
        <p:nvSpPr>
          <p:cNvPr id="21" name="Text 19"/>
          <p:cNvSpPr/>
          <p:nvPr/>
        </p:nvSpPr>
        <p:spPr>
          <a:xfrm>
            <a:off x="10820400" y="4533900"/>
            <a:ext cx="6019800" cy="8001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Thành thạo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 áp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mẫu.</a:t>
            </a:r>
            <a:endParaRPr lang="en-US" sz="2250" dirty="0"/>
          </a:p>
        </p:txBody>
      </p:sp>
      <p:sp>
        <p:nvSpPr>
          <p:cNvPr id="22" name="Text 20"/>
          <p:cNvSpPr/>
          <p:nvPr/>
        </p:nvSpPr>
        <p:spPr>
          <a:xfrm>
            <a:off x="10820400" y="5372100"/>
            <a:ext cx="6019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14" kern="0">
                <a:solidFill>
                  <a:srgbClr val="6D28D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dependency</a:t>
            </a:r>
            <a:r>
              <a:rPr lang="en-US" sz="2100" b="1" dirty="0" spc="-6" kern="0">
                <a:solidFill>
                  <a:srgbClr val="6D28D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injection, factory,</a:t>
            </a:r>
            <a:r>
              <a:rPr lang="en-US" sz="2100" b="1" dirty="0" spc="-18" kern="0">
                <a:solidFill>
                  <a:srgbClr val="6D28D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proxy</a:t>
            </a:r>
            <a:endParaRPr lang="en-US" sz="2100" dirty="0"/>
          </a:p>
        </p:txBody>
      </p:sp>
      <p:sp>
        <p:nvSpPr>
          <p:cNvPr id="23" name="Shape 21"/>
          <p:cNvSpPr/>
          <p:nvPr/>
        </p:nvSpPr>
        <p:spPr>
          <a:xfrm>
            <a:off x="9525000" y="6096000"/>
            <a:ext cx="7467600" cy="2209800"/>
          </a:xfrm>
          <a:prstGeom prst="roundRect">
            <a:avLst>
              <a:gd name="adj" fmla="val 10345"/>
            </a:avLst>
          </a:prstGeom>
          <a:solidFill>
            <a:srgbClr val="E4DAF6"/>
          </a:solidFill>
          <a:ln/>
        </p:spPr>
      </p:sp>
      <p:sp>
        <p:nvSpPr>
          <p:cNvPr id="24" name="Text 22"/>
          <p:cNvSpPr/>
          <p:nvPr/>
        </p:nvSpPr>
        <p:spPr>
          <a:xfrm>
            <a:off x="9753600" y="6324600"/>
            <a:ext cx="838200" cy="83820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11</a:t>
            </a:r>
            <a:endParaRPr lang="en-US" sz="3900" dirty="0"/>
          </a:p>
        </p:txBody>
      </p:sp>
      <p:sp>
        <p:nvSpPr>
          <p:cNvPr id="25" name="Text 23"/>
          <p:cNvSpPr/>
          <p:nvPr/>
        </p:nvSpPr>
        <p:spPr>
          <a:xfrm>
            <a:off x="10820400" y="6286500"/>
            <a:ext cx="60198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Công</a:t>
            </a:r>
            <a:r>
              <a:rPr lang="en-US" sz="315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cụ</a:t>
            </a:r>
            <a:r>
              <a:rPr lang="en-US" sz="315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AI</a:t>
            </a:r>
            <a:endParaRPr lang="en-US" sz="3150" dirty="0"/>
          </a:p>
        </p:txBody>
      </p:sp>
      <p:sp>
        <p:nvSpPr>
          <p:cNvPr id="26" name="Text 24"/>
          <p:cNvSpPr/>
          <p:nvPr/>
        </p:nvSpPr>
        <p:spPr>
          <a:xfrm>
            <a:off x="10820400" y="6934200"/>
            <a:ext cx="6019800" cy="8001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Để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nghề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nghiệp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bền</a:t>
            </a:r>
            <a:r>
              <a:rPr lang="en-US" sz="22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2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tương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lai.</a:t>
            </a:r>
            <a:endParaRPr lang="en-US" sz="2250" dirty="0"/>
          </a:p>
        </p:txBody>
      </p:sp>
      <p:sp>
        <p:nvSpPr>
          <p:cNvPr id="27" name="Text 25"/>
          <p:cNvSpPr/>
          <p:nvPr/>
        </p:nvSpPr>
        <p:spPr>
          <a:xfrm>
            <a:off x="10820400" y="7772400"/>
            <a:ext cx="6019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2" kern="0">
                <a:solidFill>
                  <a:srgbClr val="6D28D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GitHub</a:t>
            </a:r>
            <a:r>
              <a:rPr lang="en-US" sz="2100" b="1" dirty="0" spc="-7" kern="0">
                <a:solidFill>
                  <a:srgbClr val="6D28D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Copilot,</a:t>
            </a:r>
            <a:r>
              <a:rPr lang="en-US" sz="2100" b="1" dirty="0" spc="-35" kern="0">
                <a:solidFill>
                  <a:srgbClr val="6D28D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ChatGPT,</a:t>
            </a:r>
            <a:r>
              <a:rPr lang="en-US" sz="2100" b="1" dirty="0" spc="-10" kern="0">
                <a:solidFill>
                  <a:srgbClr val="6D28D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Langchain</a:t>
            </a:r>
            <a:endParaRPr lang="en-US" sz="2100" dirty="0"/>
          </a:p>
        </p:txBody>
      </p:sp>
      <p:sp>
        <p:nvSpPr>
          <p:cNvPr id="28" name="Shape 26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27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39" name="Shape 3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0" name="Moda image moda-export-watermark-017400b8-39b9-401e-8f22-4838ee13b6d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62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ĐƯỜNG</a:t>
            </a:r>
            <a:r>
              <a:rPr lang="en-US" sz="1950" b="1" spc="20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</a:t>
            </a:r>
            <a:r>
              <a:rPr lang="en-US" sz="1950" b="1" spc="21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ĐÁNH</a:t>
            </a:r>
            <a:r>
              <a:rPr lang="en-US" sz="1950" b="1" spc="23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5240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13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Toàn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cảnh</a:t>
            </a:r>
            <a:r>
              <a:rPr lang="en-US" sz="6900" dirty="0" spc="-8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mười</a:t>
            </a:r>
            <a:r>
              <a:rPr lang="en-US" sz="69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900" dirty="0" spc="-9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bước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590800"/>
            <a:ext cx="2286000" cy="4953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 làm</a:t>
            </a:r>
            <a:r>
              <a:rPr lang="en-US" sz="18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3352800" y="2590800"/>
            <a:ext cx="3086100" cy="4953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3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Vận</a:t>
            </a:r>
            <a:r>
              <a:rPr lang="en-US" sz="18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r>
              <a:rPr lang="en-US" sz="1800" b="1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 liệu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591300" y="2590800"/>
            <a:ext cx="3619500" cy="4953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6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Tự</a:t>
            </a:r>
            <a:r>
              <a:rPr lang="en-US" sz="18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18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1800" b="1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r>
              <a:rPr lang="en-US" sz="18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tảng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0363200" y="2590800"/>
            <a:ext cx="1619250" cy="49530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5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Tầm</a:t>
            </a:r>
            <a:r>
              <a:rPr lang="en-US" sz="18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nhìn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914400" y="3390900"/>
            <a:ext cx="2495550" cy="2286000"/>
          </a:xfrm>
          <a:prstGeom prst="roundRect">
            <a:avLst>
              <a:gd name="adj" fmla="val 10000"/>
            </a:avLst>
          </a:prstGeom>
          <a:solidFill>
            <a:srgbClr val="DDE3FA"/>
          </a:solidFill>
          <a:ln/>
        </p:spPr>
      </p:sp>
      <p:sp>
        <p:nvSpPr>
          <p:cNvPr id="9" name="Text 7"/>
          <p:cNvSpPr/>
          <p:nvPr/>
        </p:nvSpPr>
        <p:spPr>
          <a:xfrm>
            <a:off x="1104900" y="3562350"/>
            <a:ext cx="800100" cy="8001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3300" dirty="0"/>
          </a:p>
        </p:txBody>
      </p:sp>
      <p:sp>
        <p:nvSpPr>
          <p:cNvPr id="10" name="Shape 8"/>
          <p:cNvSpPr/>
          <p:nvPr/>
        </p:nvSpPr>
        <p:spPr>
          <a:xfrm>
            <a:off x="3707130" y="3390900"/>
            <a:ext cx="2495550" cy="2286000"/>
          </a:xfrm>
          <a:prstGeom prst="roundRect">
            <a:avLst>
              <a:gd name="adj" fmla="val 10000"/>
            </a:avLst>
          </a:prstGeom>
          <a:solidFill>
            <a:srgbClr val="DDE3FA"/>
          </a:solidFill>
          <a:ln/>
        </p:spPr>
      </p:sp>
      <p:sp>
        <p:nvSpPr>
          <p:cNvPr id="11" name="Text 9"/>
          <p:cNvSpPr/>
          <p:nvPr/>
        </p:nvSpPr>
        <p:spPr>
          <a:xfrm>
            <a:off x="3897630" y="3562350"/>
            <a:ext cx="800100" cy="8001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3300" dirty="0"/>
          </a:p>
        </p:txBody>
      </p:sp>
      <p:sp>
        <p:nvSpPr>
          <p:cNvPr id="12" name="Shape 10"/>
          <p:cNvSpPr/>
          <p:nvPr/>
        </p:nvSpPr>
        <p:spPr>
          <a:xfrm>
            <a:off x="6499860" y="3390900"/>
            <a:ext cx="2495550" cy="2286000"/>
          </a:xfrm>
          <a:prstGeom prst="roundRect">
            <a:avLst>
              <a:gd name="adj" fmla="val 10000"/>
            </a:avLst>
          </a:prstGeom>
          <a:solidFill>
            <a:srgbClr val="DDE3FA"/>
          </a:solidFill>
          <a:ln/>
        </p:spPr>
      </p:sp>
      <p:sp>
        <p:nvSpPr>
          <p:cNvPr id="13" name="Text 11"/>
          <p:cNvSpPr/>
          <p:nvPr/>
        </p:nvSpPr>
        <p:spPr>
          <a:xfrm>
            <a:off x="6690360" y="3562350"/>
            <a:ext cx="800100" cy="8001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3300" dirty="0"/>
          </a:p>
        </p:txBody>
      </p:sp>
      <p:sp>
        <p:nvSpPr>
          <p:cNvPr id="14" name="Shape 12"/>
          <p:cNvSpPr/>
          <p:nvPr/>
        </p:nvSpPr>
        <p:spPr>
          <a:xfrm>
            <a:off x="9292590" y="3390900"/>
            <a:ext cx="2495550" cy="2286000"/>
          </a:xfrm>
          <a:prstGeom prst="roundRect">
            <a:avLst>
              <a:gd name="adj" fmla="val 10000"/>
            </a:avLst>
          </a:prstGeom>
          <a:solidFill>
            <a:srgbClr val="F3DFB8"/>
          </a:solidFill>
          <a:ln/>
        </p:spPr>
      </p:sp>
      <p:sp>
        <p:nvSpPr>
          <p:cNvPr id="15" name="Text 13"/>
          <p:cNvSpPr/>
          <p:nvPr/>
        </p:nvSpPr>
        <p:spPr>
          <a:xfrm>
            <a:off x="9483090" y="3562350"/>
            <a:ext cx="800100" cy="8001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3300" dirty="0"/>
          </a:p>
        </p:txBody>
      </p:sp>
      <p:sp>
        <p:nvSpPr>
          <p:cNvPr id="16" name="Shape 14"/>
          <p:cNvSpPr/>
          <p:nvPr/>
        </p:nvSpPr>
        <p:spPr>
          <a:xfrm>
            <a:off x="12085320" y="3390900"/>
            <a:ext cx="2495550" cy="2286000"/>
          </a:xfrm>
          <a:prstGeom prst="roundRect">
            <a:avLst>
              <a:gd name="adj" fmla="val 10000"/>
            </a:avLst>
          </a:prstGeom>
          <a:solidFill>
            <a:srgbClr val="F3DFB8"/>
          </a:solidFill>
          <a:ln/>
        </p:spPr>
      </p:sp>
      <p:sp>
        <p:nvSpPr>
          <p:cNvPr id="17" name="Text 15"/>
          <p:cNvSpPr/>
          <p:nvPr/>
        </p:nvSpPr>
        <p:spPr>
          <a:xfrm>
            <a:off x="12275820" y="3562350"/>
            <a:ext cx="800100" cy="8001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5</a:t>
            </a:r>
            <a:endParaRPr lang="en-US" sz="3300" dirty="0"/>
          </a:p>
        </p:txBody>
      </p:sp>
      <p:sp>
        <p:nvSpPr>
          <p:cNvPr id="18" name="Shape 16"/>
          <p:cNvSpPr/>
          <p:nvPr/>
        </p:nvSpPr>
        <p:spPr>
          <a:xfrm>
            <a:off x="14878050" y="3390900"/>
            <a:ext cx="2495550" cy="2286000"/>
          </a:xfrm>
          <a:prstGeom prst="roundRect">
            <a:avLst>
              <a:gd name="adj" fmla="val 10000"/>
            </a:avLst>
          </a:prstGeom>
          <a:solidFill>
            <a:srgbClr val="F3DFB8"/>
          </a:solidFill>
          <a:ln/>
        </p:spPr>
      </p:sp>
      <p:sp>
        <p:nvSpPr>
          <p:cNvPr id="19" name="Text 17"/>
          <p:cNvSpPr/>
          <p:nvPr/>
        </p:nvSpPr>
        <p:spPr>
          <a:xfrm>
            <a:off x="15068550" y="3562350"/>
            <a:ext cx="800100" cy="8001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6</a:t>
            </a:r>
            <a:endParaRPr lang="en-US" sz="3300" dirty="0"/>
          </a:p>
        </p:txBody>
      </p:sp>
      <p:sp>
        <p:nvSpPr>
          <p:cNvPr id="20" name="Connector line-1792339428282-589468313"/>
          <p:cNvSpPr/>
          <p:nvPr/>
        </p:nvSpPr>
        <p:spPr>
          <a:xfrm>
            <a:off x="3448050" y="3962400"/>
            <a:ext cx="228600" cy="0"/>
          </a:xfrm>
          <a:prstGeom prst="line">
            <a:avLst/>
          </a:prstGeom>
          <a:noFill/>
          <a:ln w="38100">
            <a:solidFill>
              <a:srgbClr val="6B6A66"/>
            </a:solidFill>
            <a:prstDash val="solid"/>
            <a:headEnd type="none"/>
            <a:tailEnd type="triangle"/>
          </a:ln>
        </p:spPr>
      </p:sp>
      <p:sp>
        <p:nvSpPr>
          <p:cNvPr id="21" name="Connector line-1792339428282-455026309"/>
          <p:cNvSpPr/>
          <p:nvPr/>
        </p:nvSpPr>
        <p:spPr>
          <a:xfrm>
            <a:off x="6240780" y="3962400"/>
            <a:ext cx="228600" cy="0"/>
          </a:xfrm>
          <a:prstGeom prst="line">
            <a:avLst/>
          </a:prstGeom>
          <a:noFill/>
          <a:ln w="38100">
            <a:solidFill>
              <a:srgbClr val="6B6A66"/>
            </a:solidFill>
            <a:prstDash val="solid"/>
            <a:headEnd type="none"/>
            <a:tailEnd type="triangle"/>
          </a:ln>
        </p:spPr>
      </p:sp>
      <p:sp>
        <p:nvSpPr>
          <p:cNvPr id="22" name="Connector line-1792339428283-455501030"/>
          <p:cNvSpPr/>
          <p:nvPr/>
        </p:nvSpPr>
        <p:spPr>
          <a:xfrm>
            <a:off x="9033510" y="3962400"/>
            <a:ext cx="228600" cy="0"/>
          </a:xfrm>
          <a:prstGeom prst="line">
            <a:avLst/>
          </a:prstGeom>
          <a:noFill/>
          <a:ln w="38100">
            <a:solidFill>
              <a:srgbClr val="6B6A66"/>
            </a:solidFill>
            <a:prstDash val="solid"/>
            <a:headEnd type="none"/>
            <a:tailEnd type="triangle"/>
          </a:ln>
        </p:spPr>
      </p:sp>
      <p:sp>
        <p:nvSpPr>
          <p:cNvPr id="23" name="Connector line-1792339428283-471846636"/>
          <p:cNvSpPr/>
          <p:nvPr/>
        </p:nvSpPr>
        <p:spPr>
          <a:xfrm>
            <a:off x="11826240" y="3962400"/>
            <a:ext cx="228600" cy="0"/>
          </a:xfrm>
          <a:prstGeom prst="line">
            <a:avLst/>
          </a:prstGeom>
          <a:noFill/>
          <a:ln w="38100">
            <a:solidFill>
              <a:srgbClr val="6B6A66"/>
            </a:solidFill>
            <a:prstDash val="solid"/>
            <a:headEnd type="none"/>
            <a:tailEnd type="triangle"/>
          </a:ln>
        </p:spPr>
      </p:sp>
      <p:sp>
        <p:nvSpPr>
          <p:cNvPr id="24" name="Connector line-1792339428283-832233530"/>
          <p:cNvSpPr/>
          <p:nvPr/>
        </p:nvSpPr>
        <p:spPr>
          <a:xfrm>
            <a:off x="14618970" y="3962400"/>
            <a:ext cx="228600" cy="0"/>
          </a:xfrm>
          <a:prstGeom prst="line">
            <a:avLst/>
          </a:prstGeom>
          <a:noFill/>
          <a:ln w="38100">
            <a:solidFill>
              <a:srgbClr val="6B6A66"/>
            </a:solidFill>
            <a:prstDash val="solid"/>
            <a:headEnd type="none"/>
            <a:tailEnd type="triangle"/>
          </a:ln>
        </p:spPr>
      </p:sp>
      <p:sp>
        <p:nvSpPr>
          <p:cNvPr id="25" name="Text 23"/>
          <p:cNvSpPr/>
          <p:nvPr/>
        </p:nvSpPr>
        <p:spPr>
          <a:xfrm>
            <a:off x="1104900" y="4495800"/>
            <a:ext cx="2114550" cy="1066800"/>
          </a:xfrm>
          <a:prstGeom prst="rect">
            <a:avLst/>
          </a:prstGeom>
          <a:noFill/>
          <a:ln/>
        </p:spPr>
        <p:txBody>
          <a:bodyPr wrap="square" lIns="0" tIns="14669" rIns="0" bIns="-14669" rtlCol="0" anchor="t"/>
          <a:lstStyle/>
          <a:p>
            <a:pPr algn="l" indent="0" marL="0">
              <a:lnSpc>
                <a:spcPts val="2625"/>
              </a:lnSpc>
              <a:buNone/>
            </a:pPr>
            <a:r>
              <a:rPr lang="en-US" sz="21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Công</a:t>
            </a:r>
            <a:r>
              <a:rPr lang="en-US" sz="21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21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cộng</a:t>
            </a:r>
            <a:r>
              <a:rPr lang="en-US" sz="21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endParaRPr lang="en-US" sz="2100" dirty="0"/>
          </a:p>
        </p:txBody>
      </p:sp>
      <p:sp>
        <p:nvSpPr>
          <p:cNvPr id="26" name="Text 24"/>
          <p:cNvSpPr/>
          <p:nvPr/>
        </p:nvSpPr>
        <p:spPr>
          <a:xfrm>
            <a:off x="3897630" y="4495800"/>
            <a:ext cx="2114550" cy="1066800"/>
          </a:xfrm>
          <a:prstGeom prst="rect">
            <a:avLst/>
          </a:prstGeom>
          <a:noFill/>
          <a:ln/>
        </p:spPr>
        <p:txBody>
          <a:bodyPr wrap="square" lIns="0" tIns="14669" rIns="0" bIns="-14669" rtlCol="0" anchor="t"/>
          <a:lstStyle/>
          <a:p>
            <a:pPr algn="l" indent="0" marL="0">
              <a:lnSpc>
                <a:spcPts val="2625"/>
              </a:lnSpc>
              <a:buNone/>
            </a:pPr>
            <a:r>
              <a:rPr lang="en-US" sz="210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Ngôn</a:t>
            </a:r>
            <a:r>
              <a:rPr lang="en-US" sz="21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1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</a:t>
            </a:r>
            <a:r>
              <a:rPr lang="en-US" sz="21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endParaRPr lang="en-US" sz="2100" dirty="0"/>
          </a:p>
        </p:txBody>
      </p:sp>
      <p:sp>
        <p:nvSpPr>
          <p:cNvPr id="27" name="Text 25"/>
          <p:cNvSpPr/>
          <p:nvPr/>
        </p:nvSpPr>
        <p:spPr>
          <a:xfrm>
            <a:off x="6690360" y="4495800"/>
            <a:ext cx="2114550" cy="1066800"/>
          </a:xfrm>
          <a:prstGeom prst="rect">
            <a:avLst/>
          </a:prstGeom>
          <a:noFill/>
          <a:ln/>
        </p:spPr>
        <p:txBody>
          <a:bodyPr wrap="square" lIns="0" tIns="14669" rIns="0" bIns="-14669" rtlCol="0" anchor="t"/>
          <a:lstStyle/>
          <a:p>
            <a:pPr algn="l" indent="0" marL="0">
              <a:lnSpc>
                <a:spcPts val="2625"/>
              </a:lnSpc>
              <a:buNone/>
            </a:pPr>
            <a:r>
              <a:rPr lang="en-US" sz="21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Phát</a:t>
            </a:r>
            <a:r>
              <a:rPr lang="en-US" sz="21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endParaRPr lang="en-US" sz="2100" dirty="0"/>
          </a:p>
        </p:txBody>
      </p:sp>
      <p:sp>
        <p:nvSpPr>
          <p:cNvPr id="28" name="Text 26"/>
          <p:cNvSpPr/>
          <p:nvPr/>
        </p:nvSpPr>
        <p:spPr>
          <a:xfrm>
            <a:off x="9483090" y="4495800"/>
            <a:ext cx="2114550" cy="1066800"/>
          </a:xfrm>
          <a:prstGeom prst="rect">
            <a:avLst/>
          </a:prstGeom>
          <a:noFill/>
          <a:ln/>
        </p:spPr>
        <p:txBody>
          <a:bodyPr wrap="square" lIns="0" tIns="14669" rIns="0" bIns="-14669" rtlCol="0" anchor="t"/>
          <a:lstStyle/>
          <a:p>
            <a:pPr algn="l" indent="0" marL="0">
              <a:lnSpc>
                <a:spcPts val="2625"/>
              </a:lnSpc>
              <a:buNone/>
            </a:pPr>
            <a:r>
              <a:rPr lang="en-US" sz="21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100" b="1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 và</a:t>
            </a:r>
            <a:r>
              <a:rPr lang="en-US" sz="2100" b="1" dirty="0" spc="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trữ</a:t>
            </a:r>
            <a:endParaRPr lang="en-US" sz="2100" dirty="0"/>
          </a:p>
        </p:txBody>
      </p:sp>
      <p:sp>
        <p:nvSpPr>
          <p:cNvPr id="29" name="Text 27"/>
          <p:cNvSpPr/>
          <p:nvPr/>
        </p:nvSpPr>
        <p:spPr>
          <a:xfrm>
            <a:off x="12275820" y="4495800"/>
            <a:ext cx="2114550" cy="1066800"/>
          </a:xfrm>
          <a:prstGeom prst="rect">
            <a:avLst/>
          </a:prstGeom>
          <a:noFill/>
          <a:ln/>
        </p:spPr>
        <p:txBody>
          <a:bodyPr wrap="square" lIns="0" tIns="14669" rIns="0" bIns="-14669" rtlCol="0" anchor="t"/>
          <a:lstStyle/>
          <a:p>
            <a:pPr algn="l" indent="0" marL="0">
              <a:lnSpc>
                <a:spcPts val="2625"/>
              </a:lnSpc>
              <a:buNone/>
            </a:pPr>
            <a:r>
              <a:rPr lang="en-US" sz="2100" b="1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Xác</a:t>
            </a:r>
            <a:r>
              <a:rPr lang="en-US" sz="210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2100" b="1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endParaRPr lang="en-US" sz="2100" dirty="0"/>
          </a:p>
        </p:txBody>
      </p:sp>
      <p:sp>
        <p:nvSpPr>
          <p:cNvPr id="30" name="Text 28"/>
          <p:cNvSpPr/>
          <p:nvPr/>
        </p:nvSpPr>
        <p:spPr>
          <a:xfrm>
            <a:off x="15068550" y="4495800"/>
            <a:ext cx="2114550" cy="1066800"/>
          </a:xfrm>
          <a:prstGeom prst="rect">
            <a:avLst/>
          </a:prstGeom>
          <a:noFill/>
          <a:ln/>
        </p:spPr>
        <p:txBody>
          <a:bodyPr wrap="square" lIns="0" tIns="14669" rIns="0" bIns="-14669" rtlCol="0" anchor="t"/>
          <a:lstStyle/>
          <a:p>
            <a:pPr algn="l" indent="0" marL="0">
              <a:lnSpc>
                <a:spcPts val="2625"/>
              </a:lnSpc>
              <a:buNone/>
            </a:pPr>
            <a:r>
              <a:rPr lang="en-US" sz="21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Cơ</a:t>
            </a:r>
            <a:r>
              <a:rPr lang="en-US" sz="21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21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2100" dirty="0"/>
          </a:p>
        </p:txBody>
      </p:sp>
      <p:sp>
        <p:nvSpPr>
          <p:cNvPr id="31" name="Connector line-1792339428297-335439761"/>
          <p:cNvSpPr/>
          <p:nvPr/>
        </p:nvSpPr>
        <p:spPr>
          <a:xfrm>
            <a:off x="16125825" y="5676900"/>
            <a:ext cx="0" cy="342900"/>
          </a:xfrm>
          <a:prstGeom prst="line">
            <a:avLst/>
          </a:prstGeom>
          <a:noFill/>
          <a:ln w="38100">
            <a:solidFill>
              <a:srgbClr val="6B6A66"/>
            </a:solidFill>
            <a:prstDash val="solid"/>
            <a:headEnd type="none"/>
            <a:tailEnd type="none"/>
          </a:ln>
        </p:spPr>
      </p:sp>
      <p:sp>
        <p:nvSpPr>
          <p:cNvPr id="32" name="Connector line-1792339428297-494610064"/>
          <p:cNvSpPr/>
          <p:nvPr/>
        </p:nvSpPr>
        <p:spPr>
          <a:xfrm flipH="1">
            <a:off x="2162175" y="6019800"/>
            <a:ext cx="13963650" cy="0"/>
          </a:xfrm>
          <a:prstGeom prst="line">
            <a:avLst/>
          </a:prstGeom>
          <a:noFill/>
          <a:ln w="38100">
            <a:solidFill>
              <a:srgbClr val="6B6A66"/>
            </a:solidFill>
            <a:prstDash val="solid"/>
            <a:headEnd type="none"/>
            <a:tailEnd type="none"/>
          </a:ln>
        </p:spPr>
      </p:sp>
      <p:sp>
        <p:nvSpPr>
          <p:cNvPr id="33" name="Connector line-1792339428297-147182829"/>
          <p:cNvSpPr/>
          <p:nvPr/>
        </p:nvSpPr>
        <p:spPr>
          <a:xfrm>
            <a:off x="2162175" y="6019800"/>
            <a:ext cx="0" cy="342900"/>
          </a:xfrm>
          <a:prstGeom prst="line">
            <a:avLst/>
          </a:prstGeom>
          <a:noFill/>
          <a:ln w="38100">
            <a:solidFill>
              <a:srgbClr val="6B6A66"/>
            </a:solidFill>
            <a:prstDash val="solid"/>
            <a:headEnd type="none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914400" y="6477000"/>
            <a:ext cx="2495550" cy="2286000"/>
          </a:xfrm>
          <a:prstGeom prst="roundRect">
            <a:avLst>
              <a:gd name="adj" fmla="val 10000"/>
            </a:avLst>
          </a:prstGeom>
          <a:solidFill>
            <a:srgbClr val="CFE8E2"/>
          </a:solidFill>
          <a:ln/>
        </p:spPr>
      </p:sp>
      <p:sp>
        <p:nvSpPr>
          <p:cNvPr id="35" name="Text 33"/>
          <p:cNvSpPr/>
          <p:nvPr/>
        </p:nvSpPr>
        <p:spPr>
          <a:xfrm>
            <a:off x="1104900" y="6648450"/>
            <a:ext cx="800100" cy="8001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7</a:t>
            </a:r>
            <a:endParaRPr lang="en-US" sz="3300" dirty="0"/>
          </a:p>
        </p:txBody>
      </p:sp>
      <p:sp>
        <p:nvSpPr>
          <p:cNvPr id="36" name="Shape 34"/>
          <p:cNvSpPr/>
          <p:nvPr/>
        </p:nvSpPr>
        <p:spPr>
          <a:xfrm>
            <a:off x="3707130" y="6477000"/>
            <a:ext cx="2495550" cy="2286000"/>
          </a:xfrm>
          <a:prstGeom prst="roundRect">
            <a:avLst>
              <a:gd name="adj" fmla="val 10000"/>
            </a:avLst>
          </a:prstGeom>
          <a:solidFill>
            <a:srgbClr val="CFE8E2"/>
          </a:solidFill>
          <a:ln/>
        </p:spPr>
      </p:sp>
      <p:sp>
        <p:nvSpPr>
          <p:cNvPr id="37" name="Text 35"/>
          <p:cNvSpPr/>
          <p:nvPr/>
        </p:nvSpPr>
        <p:spPr>
          <a:xfrm>
            <a:off x="3897630" y="6648450"/>
            <a:ext cx="800100" cy="8001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8</a:t>
            </a:r>
            <a:endParaRPr lang="en-US" sz="3300" dirty="0"/>
          </a:p>
        </p:txBody>
      </p:sp>
      <p:sp>
        <p:nvSpPr>
          <p:cNvPr id="38" name="Shape 36"/>
          <p:cNvSpPr/>
          <p:nvPr/>
        </p:nvSpPr>
        <p:spPr>
          <a:xfrm>
            <a:off x="6499860" y="6477000"/>
            <a:ext cx="2495550" cy="2286000"/>
          </a:xfrm>
          <a:prstGeom prst="roundRect">
            <a:avLst>
              <a:gd name="adj" fmla="val 10000"/>
            </a:avLst>
          </a:prstGeom>
          <a:solidFill>
            <a:srgbClr val="E4DAF6"/>
          </a:solidFill>
          <a:ln/>
        </p:spPr>
      </p:sp>
      <p:sp>
        <p:nvSpPr>
          <p:cNvPr id="39" name="Text 37"/>
          <p:cNvSpPr/>
          <p:nvPr/>
        </p:nvSpPr>
        <p:spPr>
          <a:xfrm>
            <a:off x="6690360" y="6648450"/>
            <a:ext cx="800100" cy="80010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9</a:t>
            </a:r>
            <a:endParaRPr lang="en-US" sz="3300" dirty="0"/>
          </a:p>
        </p:txBody>
      </p:sp>
      <p:sp>
        <p:nvSpPr>
          <p:cNvPr id="40" name="Shape 38"/>
          <p:cNvSpPr/>
          <p:nvPr/>
        </p:nvSpPr>
        <p:spPr>
          <a:xfrm>
            <a:off x="9292590" y="6477000"/>
            <a:ext cx="2495550" cy="2286000"/>
          </a:xfrm>
          <a:prstGeom prst="roundRect">
            <a:avLst>
              <a:gd name="adj" fmla="val 10000"/>
            </a:avLst>
          </a:prstGeom>
          <a:solidFill>
            <a:srgbClr val="E4DAF6"/>
          </a:solidFill>
          <a:ln/>
        </p:spPr>
      </p:sp>
      <p:sp>
        <p:nvSpPr>
          <p:cNvPr id="41" name="Text 39"/>
          <p:cNvSpPr/>
          <p:nvPr/>
        </p:nvSpPr>
        <p:spPr>
          <a:xfrm>
            <a:off x="9483090" y="6648450"/>
            <a:ext cx="800100" cy="80010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10</a:t>
            </a:r>
            <a:endParaRPr lang="en-US" sz="3300" dirty="0"/>
          </a:p>
        </p:txBody>
      </p:sp>
      <p:sp>
        <p:nvSpPr>
          <p:cNvPr id="42" name="Shape 40"/>
          <p:cNvSpPr/>
          <p:nvPr/>
        </p:nvSpPr>
        <p:spPr>
          <a:xfrm>
            <a:off x="12085320" y="6477000"/>
            <a:ext cx="2495550" cy="2286000"/>
          </a:xfrm>
          <a:prstGeom prst="roundRect">
            <a:avLst>
              <a:gd name="adj" fmla="val 10000"/>
            </a:avLst>
          </a:prstGeom>
          <a:solidFill>
            <a:srgbClr val="E4DAF6"/>
          </a:solidFill>
          <a:ln/>
        </p:spPr>
      </p:sp>
      <p:sp>
        <p:nvSpPr>
          <p:cNvPr id="43" name="Text 41"/>
          <p:cNvSpPr/>
          <p:nvPr/>
        </p:nvSpPr>
        <p:spPr>
          <a:xfrm>
            <a:off x="12275820" y="6648450"/>
            <a:ext cx="800100" cy="80010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11</a:t>
            </a:r>
            <a:endParaRPr lang="en-US" sz="3300" dirty="0"/>
          </a:p>
        </p:txBody>
      </p:sp>
      <p:sp>
        <p:nvSpPr>
          <p:cNvPr id="44" name="Connector line-1792339428306-77221715"/>
          <p:cNvSpPr/>
          <p:nvPr/>
        </p:nvSpPr>
        <p:spPr>
          <a:xfrm>
            <a:off x="3448050" y="7048500"/>
            <a:ext cx="228600" cy="0"/>
          </a:xfrm>
          <a:prstGeom prst="line">
            <a:avLst/>
          </a:prstGeom>
          <a:noFill/>
          <a:ln w="38100">
            <a:solidFill>
              <a:srgbClr val="6B6A66"/>
            </a:solidFill>
            <a:prstDash val="solid"/>
            <a:headEnd type="none"/>
            <a:tailEnd type="triangle"/>
          </a:ln>
        </p:spPr>
      </p:sp>
      <p:sp>
        <p:nvSpPr>
          <p:cNvPr id="45" name="Connector line-1792339428306-79298275"/>
          <p:cNvSpPr/>
          <p:nvPr/>
        </p:nvSpPr>
        <p:spPr>
          <a:xfrm>
            <a:off x="6240780" y="7048500"/>
            <a:ext cx="228600" cy="0"/>
          </a:xfrm>
          <a:prstGeom prst="line">
            <a:avLst/>
          </a:prstGeom>
          <a:noFill/>
          <a:ln w="38100">
            <a:solidFill>
              <a:srgbClr val="6B6A66"/>
            </a:solidFill>
            <a:prstDash val="solid"/>
            <a:headEnd type="none"/>
            <a:tailEnd type="triangle"/>
          </a:ln>
        </p:spPr>
      </p:sp>
      <p:sp>
        <p:nvSpPr>
          <p:cNvPr id="46" name="Connector line-1792339428306-439604099"/>
          <p:cNvSpPr/>
          <p:nvPr/>
        </p:nvSpPr>
        <p:spPr>
          <a:xfrm>
            <a:off x="9033510" y="7048500"/>
            <a:ext cx="228600" cy="0"/>
          </a:xfrm>
          <a:prstGeom prst="line">
            <a:avLst/>
          </a:prstGeom>
          <a:noFill/>
          <a:ln w="38100">
            <a:solidFill>
              <a:srgbClr val="6B6A66"/>
            </a:solidFill>
            <a:prstDash val="solid"/>
            <a:headEnd type="none"/>
            <a:tailEnd type="triangle"/>
          </a:ln>
        </p:spPr>
      </p:sp>
      <p:sp>
        <p:nvSpPr>
          <p:cNvPr id="47" name="Connector line-1792339428307-292652747"/>
          <p:cNvSpPr/>
          <p:nvPr/>
        </p:nvSpPr>
        <p:spPr>
          <a:xfrm>
            <a:off x="11826240" y="7048500"/>
            <a:ext cx="228600" cy="0"/>
          </a:xfrm>
          <a:prstGeom prst="line">
            <a:avLst/>
          </a:prstGeom>
          <a:noFill/>
          <a:ln w="38100">
            <a:solidFill>
              <a:srgbClr val="6B6A66"/>
            </a:solidFill>
            <a:prstDash val="solid"/>
            <a:headEnd type="none"/>
            <a:tailEnd type="triangle"/>
          </a:ln>
        </p:spPr>
      </p:sp>
      <p:sp>
        <p:nvSpPr>
          <p:cNvPr id="48" name="Text 46"/>
          <p:cNvSpPr/>
          <p:nvPr/>
        </p:nvSpPr>
        <p:spPr>
          <a:xfrm>
            <a:off x="1104900" y="7581900"/>
            <a:ext cx="2114550" cy="1066800"/>
          </a:xfrm>
          <a:prstGeom prst="rect">
            <a:avLst/>
          </a:prstGeom>
          <a:noFill/>
          <a:ln/>
        </p:spPr>
        <p:txBody>
          <a:bodyPr wrap="square" lIns="0" tIns="14669" rIns="0" bIns="-14669" rtlCol="0" anchor="t"/>
          <a:lstStyle/>
          <a:p>
            <a:pPr algn="l" indent="0" marL="0">
              <a:lnSpc>
                <a:spcPts val="2625"/>
              </a:lnSpc>
              <a:buNone/>
            </a:pPr>
            <a:r>
              <a:rPr lang="en-US" sz="2100" b="1" dirty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CI/CD</a:t>
            </a:r>
            <a:endParaRPr lang="en-US" sz="2100" dirty="0"/>
          </a:p>
        </p:txBody>
      </p:sp>
      <p:sp>
        <p:nvSpPr>
          <p:cNvPr id="49" name="Text 47"/>
          <p:cNvSpPr/>
          <p:nvPr/>
        </p:nvSpPr>
        <p:spPr>
          <a:xfrm>
            <a:off x="3897630" y="7581900"/>
            <a:ext cx="2114550" cy="1123950"/>
          </a:xfrm>
          <a:prstGeom prst="rect">
            <a:avLst/>
          </a:prstGeom>
          <a:noFill/>
          <a:ln/>
        </p:spPr>
        <p:txBody>
          <a:bodyPr wrap="square" lIns="0" tIns="14669" rIns="0" bIns="-14669" rtlCol="0" anchor="t"/>
          <a:lstStyle/>
          <a:p>
            <a:pPr algn="l" indent="0" marL="0">
              <a:lnSpc>
                <a:spcPts val="2625"/>
              </a:lnSpc>
              <a:buNone/>
            </a:pPr>
            <a:r>
              <a:rPr lang="en-US" sz="210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Cấu</a:t>
            </a:r>
            <a:r>
              <a:rPr lang="en-US" sz="21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</a:t>
            </a:r>
            <a:r>
              <a:rPr lang="en-US" sz="21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100" b="1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 toán</a:t>
            </a:r>
            <a:endParaRPr lang="en-US" sz="2100" dirty="0"/>
          </a:p>
        </p:txBody>
      </p:sp>
      <p:sp>
        <p:nvSpPr>
          <p:cNvPr id="50" name="Text 48"/>
          <p:cNvSpPr/>
          <p:nvPr/>
        </p:nvSpPr>
        <p:spPr>
          <a:xfrm>
            <a:off x="6690360" y="7581900"/>
            <a:ext cx="2114550" cy="1066800"/>
          </a:xfrm>
          <a:prstGeom prst="rect">
            <a:avLst/>
          </a:prstGeom>
          <a:noFill/>
          <a:ln/>
        </p:spPr>
        <p:txBody>
          <a:bodyPr wrap="square" lIns="0" tIns="14669" rIns="0" bIns="-14669" rtlCol="0" anchor="t"/>
          <a:lstStyle/>
          <a:p>
            <a:pPr algn="l" indent="0" marL="0">
              <a:lnSpc>
                <a:spcPts val="2625"/>
              </a:lnSpc>
              <a:buNone/>
            </a:pPr>
            <a:r>
              <a:rPr lang="en-US" sz="21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Thiết</a:t>
            </a:r>
            <a:r>
              <a:rPr lang="en-US" sz="2100" b="1" dirty="0" spc="-3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1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1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endParaRPr lang="en-US" sz="2100" dirty="0"/>
          </a:p>
        </p:txBody>
      </p:sp>
      <p:sp>
        <p:nvSpPr>
          <p:cNvPr id="51" name="Text 49"/>
          <p:cNvSpPr/>
          <p:nvPr/>
        </p:nvSpPr>
        <p:spPr>
          <a:xfrm>
            <a:off x="9483090" y="7581900"/>
            <a:ext cx="2114550" cy="1066800"/>
          </a:xfrm>
          <a:prstGeom prst="rect">
            <a:avLst/>
          </a:prstGeom>
          <a:noFill/>
          <a:ln/>
        </p:spPr>
        <p:txBody>
          <a:bodyPr wrap="square" lIns="0" tIns="14669" rIns="0" bIns="-14669" rtlCol="0" anchor="t"/>
          <a:lstStyle/>
          <a:p>
            <a:pPr algn="l" indent="0" marL="0">
              <a:lnSpc>
                <a:spcPts val="2625"/>
              </a:lnSpc>
              <a:buNone/>
            </a:pPr>
            <a:r>
              <a:rPr lang="en-US" sz="21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Mẫu</a:t>
            </a:r>
            <a:r>
              <a:rPr lang="en-US" sz="21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2100" b="1" dirty="0" spc="-3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endParaRPr lang="en-US" sz="2100" dirty="0"/>
          </a:p>
        </p:txBody>
      </p:sp>
      <p:sp>
        <p:nvSpPr>
          <p:cNvPr id="52" name="Text 50"/>
          <p:cNvSpPr/>
          <p:nvPr/>
        </p:nvSpPr>
        <p:spPr>
          <a:xfrm>
            <a:off x="12275820" y="7581900"/>
            <a:ext cx="2114550" cy="1066800"/>
          </a:xfrm>
          <a:prstGeom prst="rect">
            <a:avLst/>
          </a:prstGeom>
          <a:noFill/>
          <a:ln/>
        </p:spPr>
        <p:txBody>
          <a:bodyPr wrap="square" lIns="0" tIns="14669" rIns="0" bIns="-14669" rtlCol="0" anchor="t"/>
          <a:lstStyle/>
          <a:p>
            <a:pPr algn="l" indent="0" marL="0">
              <a:lnSpc>
                <a:spcPts val="2625"/>
              </a:lnSpc>
              <a:buNone/>
            </a:pPr>
            <a:r>
              <a:rPr lang="en-US" sz="21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Công</a:t>
            </a:r>
            <a:r>
              <a:rPr lang="en-US" sz="21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endParaRPr lang="en-US" sz="2100" dirty="0"/>
          </a:p>
        </p:txBody>
      </p:sp>
      <p:sp>
        <p:nvSpPr>
          <p:cNvPr id="53" name="Shape 51"/>
          <p:cNvSpPr/>
          <p:nvPr/>
        </p:nvSpPr>
        <p:spPr>
          <a:xfrm>
            <a:off x="14878050" y="6477000"/>
            <a:ext cx="2495550" cy="2286000"/>
          </a:xfrm>
          <a:prstGeom prst="roundRect">
            <a:avLst>
              <a:gd name="adj" fmla="val 10000"/>
            </a:avLst>
          </a:prstGeom>
          <a:solidFill>
            <a:srgbClr val="F8D9D0"/>
          </a:solidFill>
          <a:ln/>
        </p:spPr>
      </p:sp>
      <p:sp>
        <p:nvSpPr>
          <p:cNvPr id="54" name="Text 52"/>
          <p:cNvSpPr/>
          <p:nvPr/>
        </p:nvSpPr>
        <p:spPr>
          <a:xfrm>
            <a:off x="15106650" y="6743700"/>
            <a:ext cx="2095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CHÚ</a:t>
            </a:r>
            <a:endParaRPr lang="en-US" sz="1800" dirty="0"/>
          </a:p>
        </p:txBody>
      </p:sp>
      <p:sp>
        <p:nvSpPr>
          <p:cNvPr id="55" name="Text 53"/>
          <p:cNvSpPr/>
          <p:nvPr/>
        </p:nvSpPr>
        <p:spPr>
          <a:xfrm>
            <a:off x="15106650" y="7200900"/>
            <a:ext cx="2038350" cy="1428750"/>
          </a:xfrm>
          <a:prstGeom prst="rect">
            <a:avLst/>
          </a:prstGeom>
          <a:noFill/>
          <a:ln/>
        </p:spPr>
        <p:txBody>
          <a:bodyPr wrap="square" lIns="0" tIns="14669" rIns="0" bIns="-14669" rtlCol="0" anchor="t"/>
          <a:lstStyle/>
          <a:p>
            <a:pPr algn="l" indent="0" marL="0">
              <a:lnSpc>
                <a:spcPts val="2625"/>
              </a:lnSpc>
              <a:buNone/>
            </a:pPr>
            <a:r>
              <a:rPr lang="en-US" sz="21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Thứ</a:t>
            </a:r>
            <a:r>
              <a:rPr lang="en-US" sz="21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100" b="1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100" b="1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21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1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21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2100" dirty="0"/>
          </a:p>
        </p:txBody>
      </p:sp>
      <p:sp>
        <p:nvSpPr>
          <p:cNvPr id="56" name="Shape 54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27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67" name="Shape 6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8" name="Moda image moda-export-watermark-38c56171-a645-448b-a0af-67abdccff7d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62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1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b="1" spc="1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LỘ</a:t>
            </a: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001000" cy="2286000"/>
          </a:xfrm>
          <a:prstGeom prst="rect">
            <a:avLst/>
          </a:prstGeom>
          <a:noFill/>
          <a:ln/>
        </p:spPr>
        <p:txBody>
          <a:bodyPr wrap="square" lIns="0" tIns="52578" rIns="0" bIns="-52578" rtlCol="0" anchor="t"/>
          <a:lstStyle/>
          <a:p>
            <a:pPr algn="l" indent="0" marL="0">
              <a:lnSpc>
                <a:spcPts val="7452"/>
              </a:lnSpc>
              <a:buNone/>
            </a:pPr>
            <a:r>
              <a:rPr lang="en-US" sz="6900" dirty="0" spc="-3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Giới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</a:t>
            </a:r>
            <a:endParaRPr lang="en-US" sz="6900" dirty="0"/>
          </a:p>
          <a:p>
            <a:pPr algn="l" indent="0" marL="0">
              <a:lnSpc>
                <a:spcPts val="7452"/>
              </a:lnSpc>
              <a:buNone/>
            </a:pP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cần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486150"/>
            <a:ext cx="8191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 spc="-50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Lộ</a:t>
            </a:r>
            <a:r>
              <a:rPr lang="en-US" sz="3300" b="1" dirty="0" spc="5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trình,</a:t>
            </a:r>
            <a:r>
              <a:rPr lang="en-US" sz="3300" b="1" dirty="0" spc="-1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3300" b="1" dirty="0" spc="-7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3300" b="1" dirty="0" spc="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chuẩn</a:t>
            </a:r>
            <a:r>
              <a:rPr lang="en-US" sz="3300" b="1" dirty="0" spc="-10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nghề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4305300"/>
            <a:ext cx="7620000" cy="142875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28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r>
              <a:rPr lang="en-US" sz="285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28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9</a:t>
            </a:r>
            <a:r>
              <a:rPr lang="en-US" sz="28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gộp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việc,</a:t>
            </a:r>
            <a:r>
              <a:rPr lang="en-US" sz="28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8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gộp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nguồn.</a:t>
            </a:r>
            <a:endParaRPr lang="en-US" sz="2850" dirty="0"/>
          </a:p>
        </p:txBody>
      </p:sp>
      <p:sp>
        <p:nvSpPr>
          <p:cNvPr id="6" name="Shape 4"/>
          <p:cNvSpPr/>
          <p:nvPr/>
        </p:nvSpPr>
        <p:spPr>
          <a:xfrm>
            <a:off x="914400" y="6572250"/>
            <a:ext cx="7620000" cy="1905000"/>
          </a:xfrm>
          <a:prstGeom prst="roundRect">
            <a:avLst>
              <a:gd name="adj" fmla="val 14000"/>
            </a:avLst>
          </a:prstGeom>
          <a:solidFill>
            <a:srgbClr val="1E212B"/>
          </a:solidFill>
          <a:ln w="19050">
            <a:solidFill>
              <a:srgbClr val="2E324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19200" y="6838950"/>
            <a:ext cx="4762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19200" y="7277100"/>
            <a:ext cx="7010400" cy="104775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7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bốn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bài,</a:t>
            </a:r>
            <a:endParaRPr lang="en-US" sz="2700" dirty="0"/>
          </a:p>
          <a:p>
            <a:pPr algn="l" indent="0" marL="0">
              <a:lnSpc>
                <a:spcPts val="3645"/>
              </a:lnSpc>
              <a:buNone/>
            </a:pP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nguồn.</a:t>
            </a:r>
            <a:endParaRPr lang="en-US" sz="2700" dirty="0"/>
          </a:p>
        </p:txBody>
      </p:sp>
      <p:sp>
        <p:nvSpPr>
          <p:cNvPr id="9" name="Shape 7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E32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525000" y="1295400"/>
            <a:ext cx="7467600" cy="1657350"/>
          </a:xfrm>
          <a:prstGeom prst="roundRect">
            <a:avLst>
              <a:gd name="adj" fmla="val 13793"/>
            </a:avLst>
          </a:prstGeom>
          <a:solidFill>
            <a:srgbClr val="14161C"/>
          </a:solidFill>
          <a:ln/>
        </p:spPr>
      </p:sp>
      <p:sp>
        <p:nvSpPr>
          <p:cNvPr id="11" name="Text 9"/>
          <p:cNvSpPr/>
          <p:nvPr/>
        </p:nvSpPr>
        <p:spPr>
          <a:xfrm>
            <a:off x="9753600" y="1781175"/>
            <a:ext cx="685800" cy="6858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!</a:t>
            </a:r>
            <a:endParaRPr lang="en-US" sz="3300" dirty="0"/>
          </a:p>
        </p:txBody>
      </p:sp>
      <p:sp>
        <p:nvSpPr>
          <p:cNvPr id="12" name="Text 10"/>
          <p:cNvSpPr/>
          <p:nvPr/>
        </p:nvSpPr>
        <p:spPr>
          <a:xfrm>
            <a:off x="10668000" y="1524000"/>
            <a:ext cx="61912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r>
              <a:rPr lang="en-US" sz="315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phải</a:t>
            </a:r>
            <a:r>
              <a:rPr lang="en-US" sz="315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chuẩn</a:t>
            </a:r>
            <a:r>
              <a:rPr lang="en-US" sz="315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nghề</a:t>
            </a:r>
            <a:endParaRPr lang="en-US" sz="3150" dirty="0"/>
          </a:p>
        </p:txBody>
      </p:sp>
      <p:sp>
        <p:nvSpPr>
          <p:cNvPr id="13" name="Text 11"/>
          <p:cNvSpPr/>
          <p:nvPr/>
        </p:nvSpPr>
        <p:spPr>
          <a:xfrm>
            <a:off x="10668000" y="2152650"/>
            <a:ext cx="6191250" cy="7239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1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Đây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25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lộ</a:t>
            </a:r>
            <a:r>
              <a:rPr lang="en-US" sz="2250" dirty="0" spc="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2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</a:t>
            </a:r>
            <a:r>
              <a:rPr lang="en-US" sz="225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22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nguồn.</a:t>
            </a:r>
            <a:endParaRPr lang="en-US" sz="2250" dirty="0"/>
          </a:p>
        </p:txBody>
      </p:sp>
      <p:sp>
        <p:nvSpPr>
          <p:cNvPr id="14" name="Shape 12"/>
          <p:cNvSpPr/>
          <p:nvPr/>
        </p:nvSpPr>
        <p:spPr>
          <a:xfrm>
            <a:off x="9525000" y="3105150"/>
            <a:ext cx="7467600" cy="1657350"/>
          </a:xfrm>
          <a:prstGeom prst="roundRect">
            <a:avLst>
              <a:gd name="adj" fmla="val 13793"/>
            </a:avLst>
          </a:prstGeom>
          <a:solidFill>
            <a:srgbClr val="14161C"/>
          </a:solidFill>
          <a:ln/>
        </p:spPr>
      </p:sp>
      <p:sp>
        <p:nvSpPr>
          <p:cNvPr id="15" name="Text 13"/>
          <p:cNvSpPr/>
          <p:nvPr/>
        </p:nvSpPr>
        <p:spPr>
          <a:xfrm>
            <a:off x="9753600" y="3590925"/>
            <a:ext cx="685800" cy="6858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!</a:t>
            </a:r>
            <a:endParaRPr lang="en-US" sz="3300" dirty="0"/>
          </a:p>
        </p:txBody>
      </p:sp>
      <p:sp>
        <p:nvSpPr>
          <p:cNvPr id="16" name="Text 14"/>
          <p:cNvSpPr/>
          <p:nvPr/>
        </p:nvSpPr>
        <p:spPr>
          <a:xfrm>
            <a:off x="10668000" y="3333750"/>
            <a:ext cx="61912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 có thứ</a:t>
            </a:r>
            <a:r>
              <a:rPr lang="en-US" sz="315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tự</a:t>
            </a:r>
            <a:r>
              <a:rPr lang="en-US" sz="315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bắt</a:t>
            </a:r>
            <a:r>
              <a:rPr lang="en-US" sz="315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buộc</a:t>
            </a:r>
            <a:endParaRPr lang="en-US" sz="3150" dirty="0"/>
          </a:p>
        </p:txBody>
      </p:sp>
      <p:sp>
        <p:nvSpPr>
          <p:cNvPr id="17" name="Text 15"/>
          <p:cNvSpPr/>
          <p:nvPr/>
        </p:nvSpPr>
        <p:spPr>
          <a:xfrm>
            <a:off x="10668000" y="3962400"/>
            <a:ext cx="6191250" cy="7239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nói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25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 là</a:t>
            </a:r>
            <a:r>
              <a:rPr lang="en-US" sz="2250" dirty="0" spc="-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bắt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buộc.</a:t>
            </a:r>
            <a:endParaRPr lang="en-US" sz="2250" dirty="0"/>
          </a:p>
        </p:txBody>
      </p:sp>
      <p:sp>
        <p:nvSpPr>
          <p:cNvPr id="18" name="Shape 16"/>
          <p:cNvSpPr/>
          <p:nvPr/>
        </p:nvSpPr>
        <p:spPr>
          <a:xfrm>
            <a:off x="9525000" y="4914900"/>
            <a:ext cx="7467600" cy="1657350"/>
          </a:xfrm>
          <a:prstGeom prst="roundRect">
            <a:avLst>
              <a:gd name="adj" fmla="val 13793"/>
            </a:avLst>
          </a:prstGeom>
          <a:solidFill>
            <a:srgbClr val="14161C"/>
          </a:solidFill>
          <a:ln/>
        </p:spPr>
      </p:sp>
      <p:sp>
        <p:nvSpPr>
          <p:cNvPr id="19" name="Text 17"/>
          <p:cNvSpPr/>
          <p:nvPr/>
        </p:nvSpPr>
        <p:spPr>
          <a:xfrm>
            <a:off x="9753600" y="5400675"/>
            <a:ext cx="685800" cy="6858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!</a:t>
            </a:r>
            <a:endParaRPr lang="en-US" sz="3300" dirty="0"/>
          </a:p>
        </p:txBody>
      </p:sp>
      <p:sp>
        <p:nvSpPr>
          <p:cNvPr id="20" name="Text 18"/>
          <p:cNvSpPr/>
          <p:nvPr/>
        </p:nvSpPr>
        <p:spPr>
          <a:xfrm>
            <a:off x="10668000" y="5143500"/>
            <a:ext cx="61912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r>
              <a:rPr lang="en-US" sz="3150" dirty="0" spc="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định</a:t>
            </a:r>
            <a:r>
              <a:rPr lang="en-US" sz="315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nghĩa</a:t>
            </a:r>
            <a:r>
              <a:rPr lang="en-US" sz="315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senior</a:t>
            </a:r>
            <a:endParaRPr lang="en-US" sz="3150" dirty="0"/>
          </a:p>
        </p:txBody>
      </p:sp>
      <p:sp>
        <p:nvSpPr>
          <p:cNvPr id="21" name="Text 19"/>
          <p:cNvSpPr/>
          <p:nvPr/>
        </p:nvSpPr>
        <p:spPr>
          <a:xfrm>
            <a:off x="10668000" y="5772150"/>
            <a:ext cx="6191250" cy="7239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nói</a:t>
            </a:r>
            <a:r>
              <a:rPr lang="en-US" sz="2250" dirty="0" spc="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2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2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2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senior.</a:t>
            </a:r>
            <a:endParaRPr lang="en-US" sz="2250" dirty="0"/>
          </a:p>
        </p:txBody>
      </p:sp>
      <p:sp>
        <p:nvSpPr>
          <p:cNvPr id="22" name="Shape 20"/>
          <p:cNvSpPr/>
          <p:nvPr/>
        </p:nvSpPr>
        <p:spPr>
          <a:xfrm>
            <a:off x="9525000" y="6724650"/>
            <a:ext cx="7467600" cy="1657350"/>
          </a:xfrm>
          <a:prstGeom prst="roundRect">
            <a:avLst>
              <a:gd name="adj" fmla="val 13793"/>
            </a:avLst>
          </a:prstGeom>
          <a:solidFill>
            <a:srgbClr val="14161C"/>
          </a:solidFill>
          <a:ln/>
        </p:spPr>
      </p:sp>
      <p:sp>
        <p:nvSpPr>
          <p:cNvPr id="23" name="Text 21"/>
          <p:cNvSpPr/>
          <p:nvPr/>
        </p:nvSpPr>
        <p:spPr>
          <a:xfrm>
            <a:off x="9753600" y="7210425"/>
            <a:ext cx="685800" cy="6858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!</a:t>
            </a:r>
            <a:endParaRPr lang="en-US" sz="3300" dirty="0"/>
          </a:p>
        </p:txBody>
      </p:sp>
      <p:sp>
        <p:nvSpPr>
          <p:cNvPr id="24" name="Text 22"/>
          <p:cNvSpPr/>
          <p:nvPr/>
        </p:nvSpPr>
        <p:spPr>
          <a:xfrm>
            <a:off x="10668000" y="6953250"/>
            <a:ext cx="61912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Công</a:t>
            </a:r>
            <a:r>
              <a:rPr lang="en-US" sz="315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cụ</a:t>
            </a:r>
            <a:r>
              <a:rPr lang="en-US" sz="315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chỉ là ví</a:t>
            </a:r>
            <a:r>
              <a:rPr lang="en-US" sz="315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dụ</a:t>
            </a:r>
            <a:endParaRPr lang="en-US" sz="3150" dirty="0"/>
          </a:p>
        </p:txBody>
      </p:sp>
      <p:sp>
        <p:nvSpPr>
          <p:cNvPr id="25" name="Text 23"/>
          <p:cNvSpPr/>
          <p:nvPr/>
        </p:nvSpPr>
        <p:spPr>
          <a:xfrm>
            <a:off x="10668000" y="7581900"/>
            <a:ext cx="6191250" cy="7239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6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Tên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250" dirty="0" spc="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225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2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250" dirty="0" spc="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2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gian.</a:t>
            </a:r>
            <a:endParaRPr lang="en-US" sz="2250" dirty="0"/>
          </a:p>
        </p:txBody>
      </p:sp>
      <p:sp>
        <p:nvSpPr>
          <p:cNvPr id="26" name="Shape 24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27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08/10</a:t>
            </a:r>
            <a:endParaRPr lang="en-US" sz="1650" dirty="0"/>
          </a:p>
        </p:txBody>
      </p:sp>
      <p:sp>
        <p:nvSpPr>
          <p:cNvPr id="37" name="Shape 3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8" name="Moda image moda-export-watermark-aa6ed769-cfc1-4d5f-8e6f-39f1345a9d3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62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22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0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001000" cy="2286000"/>
          </a:xfrm>
          <a:prstGeom prst="rect">
            <a:avLst/>
          </a:prstGeom>
          <a:noFill/>
          <a:ln/>
        </p:spPr>
        <p:txBody>
          <a:bodyPr wrap="square" lIns="0" tIns="52578" rIns="0" bIns="-52578" rtlCol="0" anchor="t"/>
          <a:lstStyle/>
          <a:p>
            <a:pPr algn="l" indent="0" marL="0">
              <a:lnSpc>
                <a:spcPts val="7452"/>
              </a:lnSpc>
              <a:buNone/>
            </a:pPr>
            <a:r>
              <a:rPr lang="en-US" sz="6900" dirty="0" spc="-1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Nhìn</a:t>
            </a:r>
            <a:r>
              <a:rPr lang="en-US" sz="690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hình</a:t>
            </a:r>
            <a:endParaRPr lang="en-US" sz="6900" dirty="0"/>
          </a:p>
          <a:p>
            <a:pPr algn="l" indent="0" marL="0">
              <a:lnSpc>
                <a:spcPts val="7452"/>
              </a:lnSpc>
              <a:buNone/>
            </a:pPr>
            <a:r>
              <a:rPr lang="en-US" sz="6900" dirty="0" spc="-4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trả</a:t>
            </a:r>
            <a:r>
              <a:rPr lang="en-US" sz="6900" dirty="0" spc="-3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lời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486150"/>
            <a:ext cx="7620000" cy="104775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Bạn</a:t>
            </a:r>
            <a:r>
              <a:rPr lang="en-US" sz="285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28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 API.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914400" y="5143500"/>
            <a:ext cx="7620000" cy="3333750"/>
          </a:xfrm>
          <a:prstGeom prst="roundRect">
            <a:avLst>
              <a:gd name="adj" fmla="val 8000"/>
            </a:avLst>
          </a:prstGeom>
          <a:solidFill>
            <a:srgbClr val="F8D9D0"/>
          </a:solidFill>
          <a:ln/>
        </p:spPr>
      </p:sp>
      <p:sp>
        <p:nvSpPr>
          <p:cNvPr id="6" name="Text 4"/>
          <p:cNvSpPr/>
          <p:nvPr/>
        </p:nvSpPr>
        <p:spPr>
          <a:xfrm>
            <a:off x="1219200" y="5448300"/>
            <a:ext cx="4762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80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endParaRPr lang="en-US" sz="1800" dirty="0"/>
          </a:p>
        </p:txBody>
      </p:sp>
      <p:sp>
        <p:nvSpPr>
          <p:cNvPr id="7" name="Text richtext-1792339497449-225661862"/>
          <p:cNvSpPr/>
          <p:nvPr/>
        </p:nvSpPr>
        <p:spPr>
          <a:xfrm>
            <a:off x="1219200" y="5943600"/>
            <a:ext cx="7239000" cy="27622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marL="323850" indent="-231371">
              <a:lnSpc>
                <a:spcPts val="3443"/>
              </a:lnSpc>
              <a:spcAft>
                <a:spcPts val="2400"/>
              </a:spcAft>
              <a:buSzPct val="100000"/>
              <a:buFont typeface="Arial"/>
              <a:buChar char="•"/>
            </a:pPr>
            <a:r>
              <a:rPr lang="en-US" sz="25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vệ</a:t>
            </a:r>
            <a:r>
              <a:rPr lang="en-US" sz="2550" dirty="0" spc="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5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xác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thực?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spcAft>
                <a:spcPts val="2400"/>
              </a:spcAft>
              <a:buSzPct val="100000"/>
              <a:buFont typeface="Arial"/>
              <a:buChar char="•"/>
            </a:pPr>
            <a:r>
              <a:rPr lang="en-US" sz="25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5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5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đưa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nơi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chạy?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buSzPct val="100000"/>
              <a:buFont typeface="Arial"/>
              <a:buChar char="•"/>
            </a:pPr>
            <a:r>
              <a:rPr lang="en-US" sz="25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25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gì?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525000" y="1295400"/>
            <a:ext cx="7467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ĐÁP</a:t>
            </a:r>
            <a:r>
              <a:rPr lang="en-US" sz="180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 THEO</a:t>
            </a: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9525000" y="1809750"/>
            <a:ext cx="7467600" cy="2057400"/>
          </a:xfrm>
          <a:prstGeom prst="roundRect">
            <a:avLst>
              <a:gd name="adj" fmla="val 11111"/>
            </a:avLst>
          </a:prstGeom>
          <a:solidFill>
            <a:srgbClr val="F3DFB8"/>
          </a:solidFill>
          <a:ln/>
        </p:spPr>
      </p:sp>
      <p:sp>
        <p:nvSpPr>
          <p:cNvPr id="11" name="Text 9"/>
          <p:cNvSpPr/>
          <p:nvPr/>
        </p:nvSpPr>
        <p:spPr>
          <a:xfrm>
            <a:off x="9753600" y="2038350"/>
            <a:ext cx="838200" cy="8382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5</a:t>
            </a:r>
            <a:endParaRPr lang="en-US" sz="3900" dirty="0"/>
          </a:p>
        </p:txBody>
      </p:sp>
      <p:sp>
        <p:nvSpPr>
          <p:cNvPr id="12" name="Text 10"/>
          <p:cNvSpPr/>
          <p:nvPr/>
        </p:nvSpPr>
        <p:spPr>
          <a:xfrm>
            <a:off x="10820400" y="2000250"/>
            <a:ext cx="60198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dirty="0" spc="-2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Xác</a:t>
            </a:r>
            <a:r>
              <a:rPr lang="en-US" sz="3150" dirty="0" spc="-2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thực</a:t>
            </a:r>
            <a:r>
              <a:rPr lang="en-US" sz="3150" dirty="0" spc="-3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315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kiểm</a:t>
            </a:r>
            <a:r>
              <a:rPr lang="en-US" sz="315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thử</a:t>
            </a:r>
            <a:endParaRPr lang="en-US" sz="3150" dirty="0"/>
          </a:p>
        </p:txBody>
      </p:sp>
      <p:sp>
        <p:nvSpPr>
          <p:cNvPr id="13" name="Text 11"/>
          <p:cNvSpPr/>
          <p:nvPr/>
        </p:nvSpPr>
        <p:spPr>
          <a:xfrm>
            <a:off x="10820400" y="2647950"/>
            <a:ext cx="6019800" cy="11430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Học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1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210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vệ</a:t>
            </a:r>
            <a:r>
              <a:rPr lang="en-US" sz="2100" dirty="0" spc="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21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100" dirty="0" spc="-3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JWT,</a:t>
            </a:r>
            <a:r>
              <a:rPr lang="en-US" sz="210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OAuth2;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1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thạo</a:t>
            </a:r>
            <a:r>
              <a:rPr lang="en-US" sz="21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thử.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9525000" y="4038600"/>
            <a:ext cx="7467600" cy="2057400"/>
          </a:xfrm>
          <a:prstGeom prst="roundRect">
            <a:avLst>
              <a:gd name="adj" fmla="val 11111"/>
            </a:avLst>
          </a:prstGeom>
          <a:solidFill>
            <a:srgbClr val="CFE8E2"/>
          </a:solidFill>
          <a:ln/>
        </p:spPr>
      </p:sp>
      <p:sp>
        <p:nvSpPr>
          <p:cNvPr id="15" name="Text 13"/>
          <p:cNvSpPr/>
          <p:nvPr/>
        </p:nvSpPr>
        <p:spPr>
          <a:xfrm>
            <a:off x="9753600" y="4267200"/>
            <a:ext cx="838200" cy="8382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7</a:t>
            </a:r>
            <a:endParaRPr lang="en-US" sz="3900" dirty="0"/>
          </a:p>
        </p:txBody>
      </p:sp>
      <p:sp>
        <p:nvSpPr>
          <p:cNvPr id="16" name="Text 14"/>
          <p:cNvSpPr/>
          <p:nvPr/>
        </p:nvSpPr>
        <p:spPr>
          <a:xfrm>
            <a:off x="10820400" y="4229100"/>
            <a:ext cx="60198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dirty="0" spc="-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CI/CD</a:t>
            </a:r>
            <a:endParaRPr lang="en-US" sz="3150" dirty="0"/>
          </a:p>
        </p:txBody>
      </p:sp>
      <p:sp>
        <p:nvSpPr>
          <p:cNvPr id="17" name="Text 15"/>
          <p:cNvSpPr/>
          <p:nvPr/>
        </p:nvSpPr>
        <p:spPr>
          <a:xfrm>
            <a:off x="10820400" y="4876800"/>
            <a:ext cx="6019800" cy="11430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GitHub</a:t>
            </a:r>
            <a:r>
              <a:rPr lang="en-US" sz="21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Actions,</a:t>
            </a:r>
            <a:r>
              <a:rPr lang="en-US" sz="21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Jenkins</a:t>
            </a:r>
            <a:r>
              <a:rPr lang="en-US" sz="21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1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CircleCI</a:t>
            </a:r>
            <a:r>
              <a:rPr lang="en-US" sz="210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1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học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tích</a:t>
            </a:r>
            <a:r>
              <a:rPr lang="en-US" sz="21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1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tục</a:t>
            </a:r>
            <a:r>
              <a:rPr lang="en-US" sz="21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21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phối</a:t>
            </a:r>
            <a:r>
              <a:rPr lang="en-US" sz="21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tục.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9525000" y="6267450"/>
            <a:ext cx="7467600" cy="2057400"/>
          </a:xfrm>
          <a:prstGeom prst="roundRect">
            <a:avLst>
              <a:gd name="adj" fmla="val 11111"/>
            </a:avLst>
          </a:prstGeom>
          <a:solidFill>
            <a:srgbClr val="E4DAF6"/>
          </a:solidFill>
          <a:ln/>
        </p:spPr>
      </p:sp>
      <p:sp>
        <p:nvSpPr>
          <p:cNvPr id="19" name="Text 17"/>
          <p:cNvSpPr/>
          <p:nvPr/>
        </p:nvSpPr>
        <p:spPr>
          <a:xfrm>
            <a:off x="9753600" y="6496050"/>
            <a:ext cx="838200" cy="83820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11</a:t>
            </a:r>
            <a:endParaRPr lang="en-US" sz="3900" dirty="0"/>
          </a:p>
        </p:txBody>
      </p:sp>
      <p:sp>
        <p:nvSpPr>
          <p:cNvPr id="20" name="Text 18"/>
          <p:cNvSpPr/>
          <p:nvPr/>
        </p:nvSpPr>
        <p:spPr>
          <a:xfrm>
            <a:off x="10820400" y="6457950"/>
            <a:ext cx="60198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Công</a:t>
            </a:r>
            <a:r>
              <a:rPr lang="en-US" sz="315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cụ</a:t>
            </a:r>
            <a:r>
              <a:rPr lang="en-US" sz="315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AI</a:t>
            </a:r>
            <a:endParaRPr lang="en-US" sz="3150" dirty="0"/>
          </a:p>
        </p:txBody>
      </p:sp>
      <p:sp>
        <p:nvSpPr>
          <p:cNvPr id="21" name="Text 19"/>
          <p:cNvSpPr/>
          <p:nvPr/>
        </p:nvSpPr>
        <p:spPr>
          <a:xfrm>
            <a:off x="10820400" y="7105650"/>
            <a:ext cx="6019800" cy="11430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-6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Tận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 GitHub</a:t>
            </a:r>
            <a:r>
              <a:rPr lang="en-US" sz="21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Copilot,</a:t>
            </a:r>
            <a:r>
              <a:rPr lang="en-US" sz="2100" dirty="0" spc="-3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ChatGPT,</a:t>
            </a:r>
            <a:r>
              <a:rPr lang="en-US" sz="21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Langchain</a:t>
            </a:r>
            <a:r>
              <a:rPr lang="en-US" sz="210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nghề nghiệp</a:t>
            </a:r>
            <a:r>
              <a:rPr lang="en-US" sz="21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bền</a:t>
            </a:r>
            <a:r>
              <a:rPr lang="en-US" sz="21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1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tương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lai.</a:t>
            </a:r>
            <a:endParaRPr lang="en-US" sz="2100" dirty="0"/>
          </a:p>
        </p:txBody>
      </p:sp>
      <p:sp>
        <p:nvSpPr>
          <p:cNvPr id="22" name="Shape 20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27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14fffc5f-cc7d-4cdf-84a3-7d0ae53292c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62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1950" b="1" spc="18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95400"/>
            <a:ext cx="11430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5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69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628900"/>
            <a:ext cx="5276850" cy="4000500"/>
          </a:xfrm>
          <a:prstGeom prst="roundRect">
            <a:avLst>
              <a:gd name="adj" fmla="val 6667"/>
            </a:avLst>
          </a:prstGeom>
          <a:solidFill>
            <a:srgbClr val="1E212B"/>
          </a:solidFill>
          <a:ln w="19050">
            <a:solidFill>
              <a:srgbClr val="2E324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19200" y="2800350"/>
            <a:ext cx="4667250" cy="1314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0" dirty="0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API</a:t>
            </a:r>
            <a:endParaRPr lang="en-US" sz="8400" dirty="0"/>
          </a:p>
        </p:txBody>
      </p:sp>
      <p:sp>
        <p:nvSpPr>
          <p:cNvPr id="6" name="Text 4"/>
          <p:cNvSpPr/>
          <p:nvPr/>
        </p:nvSpPr>
        <p:spPr>
          <a:xfrm>
            <a:off x="1219200" y="4076700"/>
            <a:ext cx="46672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Application</a:t>
            </a:r>
            <a:r>
              <a:rPr lang="en-US" sz="180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Programming</a:t>
            </a:r>
            <a:r>
              <a:rPr lang="en-US" sz="180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Interface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19200" y="4476750"/>
            <a:ext cx="4667250" cy="8001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b="1" dirty="0" spc="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2400" b="1" dirty="0" spc="-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</a:t>
            </a:r>
            <a:r>
              <a:rPr lang="en-US" sz="2400" b="1" dirty="0" spc="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</a:t>
            </a:r>
            <a:r>
              <a:rPr lang="en-US" sz="2400" b="1" dirty="0" spc="6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400" b="1" dirty="0" spc="27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400" b="1" dirty="0" spc="-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219200" y="5353050"/>
            <a:ext cx="4667250" cy="11811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Quy</a:t>
            </a:r>
            <a:r>
              <a:rPr lang="en-US" sz="210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ước</a:t>
            </a:r>
            <a:r>
              <a:rPr lang="en-US" sz="2100" dirty="0" spc="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1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210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10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chức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210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6496050" y="2628900"/>
            <a:ext cx="5276850" cy="4000500"/>
          </a:xfrm>
          <a:prstGeom prst="roundRect">
            <a:avLst>
              <a:gd name="adj" fmla="val 6667"/>
            </a:avLst>
          </a:prstGeom>
          <a:solidFill>
            <a:srgbClr val="1E212B"/>
          </a:solidFill>
          <a:ln w="19050">
            <a:solidFill>
              <a:srgbClr val="2E324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00850" y="2800350"/>
            <a:ext cx="4667250" cy="1314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0" dirty="0" spc="24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JWT</a:t>
            </a:r>
            <a:endParaRPr lang="en-US" sz="8400" dirty="0"/>
          </a:p>
        </p:txBody>
      </p:sp>
      <p:sp>
        <p:nvSpPr>
          <p:cNvPr id="11" name="Text 9"/>
          <p:cNvSpPr/>
          <p:nvPr/>
        </p:nvSpPr>
        <p:spPr>
          <a:xfrm>
            <a:off x="6800850" y="4076700"/>
            <a:ext cx="46672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JSON</a:t>
            </a:r>
            <a:r>
              <a:rPr lang="en-US" sz="1800" dirty="0" spc="-2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r>
              <a:rPr lang="en-US" sz="1800" dirty="0" spc="-4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800850" y="4476750"/>
            <a:ext cx="4667250" cy="8001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b="1" dirty="0" spc="-29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token</a:t>
            </a:r>
            <a:r>
              <a:rPr lang="en-US" sz="2400" b="1" dirty="0" spc="-19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6800850" y="5353050"/>
            <a:ext cx="4667250" cy="11811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Chuỗi tự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mang thông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100" dirty="0" spc="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100" dirty="0" spc="-1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chữ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ký.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12077700" y="2628900"/>
            <a:ext cx="5276850" cy="4000500"/>
          </a:xfrm>
          <a:prstGeom prst="roundRect">
            <a:avLst>
              <a:gd name="adj" fmla="val 6667"/>
            </a:avLst>
          </a:prstGeom>
          <a:solidFill>
            <a:srgbClr val="1E212B"/>
          </a:solidFill>
          <a:ln w="19050">
            <a:solidFill>
              <a:srgbClr val="2E324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2382500" y="2800350"/>
            <a:ext cx="4667250" cy="1314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0" dirty="0" spc="-5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DSA</a:t>
            </a:r>
            <a:endParaRPr lang="en-US" sz="8400" dirty="0"/>
          </a:p>
        </p:txBody>
      </p:sp>
      <p:sp>
        <p:nvSpPr>
          <p:cNvPr id="16" name="Text 14"/>
          <p:cNvSpPr/>
          <p:nvPr/>
        </p:nvSpPr>
        <p:spPr>
          <a:xfrm>
            <a:off x="12382500" y="4076700"/>
            <a:ext cx="46672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1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Data</a:t>
            </a: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Structures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and Algorithms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2382500" y="4476750"/>
            <a:ext cx="4667250" cy="8001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b="1" dirty="0" spc="0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cấu</a:t>
            </a:r>
            <a:r>
              <a:rPr lang="en-US" sz="2400" b="1" dirty="0" spc="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</a:t>
            </a:r>
            <a:r>
              <a:rPr lang="en-US" sz="2400" b="1" dirty="0" spc="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400" b="1" dirty="0" spc="0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400" b="1" dirty="0" spc="-19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400" b="1" dirty="0" spc="-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 toán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12382500" y="5353050"/>
            <a:ext cx="4667250" cy="11811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2100" dirty="0" spc="-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tổ</a:t>
            </a:r>
            <a:r>
              <a:rPr lang="en-US" sz="210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chức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100" dirty="0" spc="-1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</a:t>
            </a:r>
            <a:r>
              <a:rPr lang="en-US" sz="210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100" dirty="0" spc="-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100" dirty="0" spc="-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100" dirty="0" spc="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đó.</a:t>
            </a:r>
            <a:endParaRPr lang="en-US" sz="2100" dirty="0"/>
          </a:p>
        </p:txBody>
      </p:sp>
      <p:sp>
        <p:nvSpPr>
          <p:cNvPr id="19" name="Shape 17"/>
          <p:cNvSpPr/>
          <p:nvPr/>
        </p:nvSpPr>
        <p:spPr>
          <a:xfrm>
            <a:off x="914400" y="6877050"/>
            <a:ext cx="16459200" cy="200025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 w="19050">
            <a:solidFill>
              <a:srgbClr val="2E324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219200" y="71247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219200" y="7562850"/>
            <a:ext cx="1584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ByteByteGo,</a:t>
            </a:r>
            <a:r>
              <a:rPr lang="en-US" sz="24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4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4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400" dirty="0" spc="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định:</a:t>
            </a:r>
            <a:r>
              <a:rPr lang="en-US" sz="240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mười</a:t>
            </a:r>
            <a:r>
              <a:rPr lang="en-US" sz="24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40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24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ví</a:t>
            </a:r>
            <a:r>
              <a:rPr lang="en-US" sz="240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 cụ.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1219200" y="8153400"/>
            <a:ext cx="158496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210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100" dirty="0" spc="-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2026-10-18.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</a:t>
            </a:r>
            <a:r>
              <a:rPr lang="en-US" sz="210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họa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2100" dirty="0" spc="-3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mới.</a:t>
            </a:r>
            <a:endParaRPr lang="en-US" sz="2100" dirty="0"/>
          </a:p>
        </p:txBody>
      </p:sp>
      <p:sp>
        <p:nvSpPr>
          <p:cNvPr id="23" name="Shape 21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27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34" name="Shape 3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5" name="Moda image moda-export-watermark-0527a4f0-7922-4a0e-98e1-d621743ba18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2026-10-18T22:33:08Z</dcterms:created>
  <dcterms:modified xsi:type="dcterms:W3CDTF">2026-10-18T22:33:08Z</dcterms:modified>
</cp:coreProperties>
</file>