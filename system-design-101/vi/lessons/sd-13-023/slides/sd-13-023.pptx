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38125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NoOps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DevOps: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hosting khác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5715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4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90650" y="6381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Nhà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 cấp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</a:t>
            </a: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5715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1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6381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lý?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bd83c23a-3303-4824-afc6-555be67c94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1203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HOSTING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53340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4107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4874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466725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ops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53340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1" name="Shape 9"/>
          <p:cNvSpPr/>
          <p:nvPr/>
        </p:nvSpPr>
        <p:spPr>
          <a:xfrm>
            <a:off x="94107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633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Shape 11"/>
          <p:cNvSpPr/>
          <p:nvPr/>
        </p:nvSpPr>
        <p:spPr>
          <a:xfrm>
            <a:off x="134874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00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64770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53340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07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633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34874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400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0957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14400" y="8477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e37ab36-67c6-44c1-99c5-154748120a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714500"/>
            <a:ext cx="15849600" cy="2857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Hosting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2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 cấp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</a:t>
            </a:r>
            <a:r>
              <a:rPr lang="en-US" sz="7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 hệ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770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7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8580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396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206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7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4206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Runtime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045bd8f5-ad29-444a-9016-174ad870e8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3524250"/>
          </a:xfrm>
          <a:prstGeom prst="roundRect">
            <a:avLst>
              <a:gd name="adj" fmla="val 864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2100" b="1" spc="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Bàn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42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3524250"/>
          </a:xfrm>
          <a:prstGeom prst="roundRect">
            <a:avLst>
              <a:gd name="adj" fmla="val 864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848850" y="400050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r>
              <a:rPr lang="en-US" sz="4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trách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848850" y="53340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6858000"/>
            <a:ext cx="16459200" cy="1809750"/>
          </a:xfrm>
          <a:prstGeom prst="roundRect">
            <a:avLst>
              <a:gd name="adj" fmla="val 16842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390650" y="71437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90650" y="7715250"/>
            <a:ext cx="1562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30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quyền,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3754952-b127-4ac2-91e6-3779bb8167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Hosting không</a:t>
            </a:r>
            <a:r>
              <a:rPr lang="en-US" sz="7200" dirty="0" spc="-10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 cảnh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 chi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Mức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 không loại</a:t>
            </a:r>
            <a:r>
              <a:rPr lang="en-US" sz="3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Xét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Xét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trễ,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f49e4a5-0b65-42a4-960c-fb3c49e4dda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nhật?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8229600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Trường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(theo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 liệu</a:t>
                      </a:r>
                      <a:r>
                        <a:rPr lang="en-US" sz="2550" b="1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Lambda)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55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Container</a:t>
                      </a: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runtime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550" dirty="0" spc="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Nhóm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bạn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Runtime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5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Lambda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quản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lý,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chế</a:t>
                      </a:r>
                      <a:r>
                        <a:rPr lang="en-US" sz="255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Auto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Lambda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áp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Chế</a:t>
                      </a:r>
                      <a:r>
                        <a:rPr lang="en-US" sz="255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Function</a:t>
                      </a:r>
                      <a:r>
                        <a:rPr lang="en-US" sz="255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update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Manual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Bạn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55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nhật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Runtime</a:t>
                      </a:r>
                      <a:r>
                        <a:rPr lang="en-US" sz="255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55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ngừng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550" dirty="0" spc="-2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Đừng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chờ</a:t>
                      </a:r>
                      <a:r>
                        <a:rPr lang="en-US" sz="255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vá:</a:t>
                      </a:r>
                      <a:r>
                        <a:rPr lang="en-US" sz="25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runtime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còn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550" dirty="0" spc="-2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6dc36ead-65f2-480d-99ad-59c2137707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trách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95625"/>
            <a:ext cx="971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spc="1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667125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Những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04775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095875"/>
            <a:ext cx="971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100" b="1" spc="1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b="1" spc="1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33500" y="5667375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047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1811000" y="2857500"/>
            <a:ext cx="5562600" cy="5810250"/>
          </a:xfrm>
          <a:prstGeom prst="roundRect">
            <a:avLst>
              <a:gd name="adj" fmla="val 5479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230100" y="32385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NOOPS?</a:t>
            </a:r>
            <a:endParaRPr lang="en-US" sz="2100" dirty="0"/>
          </a:p>
        </p:txBody>
      </p:sp>
      <p:sp>
        <p:nvSpPr>
          <p:cNvPr id="13" name="Text richtext-1792373526592-224548907"/>
          <p:cNvSpPr/>
          <p:nvPr/>
        </p:nvSpPr>
        <p:spPr>
          <a:xfrm>
            <a:off x="12230100" y="3810000"/>
            <a:ext cx="4762500" cy="4572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5b897e1-3881-470d-be3f-5b13be4151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095500"/>
                <a:gridCol w="838200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19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19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195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19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NoOps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Operations: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nhóm</a:t>
                      </a:r>
                      <a:r>
                        <a:rPr lang="en-US" sz="19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r>
                        <a:rPr lang="en-US" sz="195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DevOps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Development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and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Operations: phát</a:t>
                      </a:r>
                      <a:r>
                        <a:rPr lang="en-US" sz="195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triển</a:t>
                      </a:r>
                      <a:r>
                        <a:rPr lang="en-US" sz="19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Platform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as a Service:</a:t>
                      </a:r>
                      <a:r>
                        <a:rPr lang="en-US" sz="19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nền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tảng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Function as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 Service: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Backend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as a Service: phần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 phía</a:t>
                      </a:r>
                      <a:r>
                        <a:rPr lang="en-US" sz="19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6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195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Services:</a:t>
                      </a:r>
                      <a:r>
                        <a:rPr lang="en-US" sz="1950" dirty="0" spc="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đám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 Amazon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1772900" y="2438400"/>
            <a:ext cx="5600700" cy="6400800"/>
          </a:xfrm>
          <a:prstGeom prst="roundRect">
            <a:avLst>
              <a:gd name="adj" fmla="val 4082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2153900" y="2724150"/>
            <a:ext cx="4857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541354-606896300"/>
          <p:cNvSpPr/>
          <p:nvPr/>
        </p:nvSpPr>
        <p:spPr>
          <a:xfrm>
            <a:off x="12153900" y="3295650"/>
            <a:ext cx="4953000" cy="533400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gì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Lambda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025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9c42841d-a786-484e-b746-31db76ed0d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2026-10-19T03:08:14Z</dcterms:created>
  <dcterms:modified xsi:type="dcterms:W3CDTF">2026-10-19T03:08:14Z</dcterms:modified>
</cp:coreProperties>
</file>