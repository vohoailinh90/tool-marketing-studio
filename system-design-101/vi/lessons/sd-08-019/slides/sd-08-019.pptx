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Chương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9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strace.</a:t>
            </a:r>
            <a:endParaRPr lang="en-US" sz="3000" dirty="0"/>
          </a:p>
        </p:txBody>
      </p:sp>
      <p:sp>
        <p:nvSpPr>
          <p:cNvPr id="5" name="Connector line-1792390827144-340265495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763250" y="3143250"/>
            <a:ext cx="619125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5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763250" y="4476750"/>
            <a:ext cx="619125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763250" y="5810250"/>
            <a:ext cx="619125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b="1" dirty="0" spc="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763250" y="7239000"/>
            <a:ext cx="619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33bd9ffe-d34f-4c22-8201-a3316d7ec7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ctr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24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35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"hello"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0" y="2952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0" y="2952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0" y="46672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46672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0" y="6381750"/>
            <a:ext cx="82296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0" y="6381750"/>
            <a:ext cx="75247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12" name="Connector line-1792390828220-55151780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86e01e1-14b2-4eeb-bb45-42920667da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nhấp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đúp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thoát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r>
              <a:rPr lang="en-US" sz="22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Nhấp</a:t>
            </a:r>
            <a:r>
              <a:rPr lang="en-US" sz="22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đúp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257800" y="3048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</a:t>
            </a:r>
            <a:r>
              <a:rPr lang="en-US" sz="22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</a:t>
            </a:r>
            <a:r>
              <a:rPr lang="en-US" sz="22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01200" y="3048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21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Nạp</a:t>
            </a:r>
            <a:r>
              <a:rPr lang="en-US" sz="21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</a:t>
            </a:r>
            <a:r>
              <a:rPr lang="en-US" sz="21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viện</a:t>
            </a:r>
            <a:r>
              <a:rPr lang="en-US" sz="21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44600" y="3048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r>
              <a:rPr lang="en-US" sz="22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 nhớ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944600" y="5715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r>
              <a:rPr lang="en-US" sz="19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 Khởi</a:t>
            </a: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tạo</a:t>
            </a: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19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19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01200" y="5715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 ·</a:t>
            </a:r>
            <a:r>
              <a:rPr lang="en-US" sz="2250" dirty="0" spc="-2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hàm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main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57800" y="5715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7</a:t>
            </a: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CPU</a:t>
            </a:r>
            <a:r>
              <a:rPr lang="en-US" sz="22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 lệnh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5715000"/>
            <a:ext cx="34290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</a:t>
            </a:r>
            <a:r>
              <a:rPr lang="en-US" sz="210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1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Dọn</a:t>
            </a:r>
            <a:r>
              <a:rPr lang="en-US" sz="210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dẹp</a:t>
            </a:r>
            <a:r>
              <a:rPr lang="en-US" sz="210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1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thoát</a:t>
            </a:r>
            <a:endParaRPr lang="en-US" sz="2100" dirty="0"/>
          </a:p>
        </p:txBody>
      </p:sp>
      <p:sp>
        <p:nvSpPr>
          <p:cNvPr id="12" name="Connector line-1792390829046-412141535"/>
          <p:cNvSpPr/>
          <p:nvPr/>
        </p:nvSpPr>
        <p:spPr>
          <a:xfrm>
            <a:off x="4343400" y="3667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90829047-234119264"/>
          <p:cNvSpPr/>
          <p:nvPr/>
        </p:nvSpPr>
        <p:spPr>
          <a:xfrm>
            <a:off x="8686800" y="3667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90829047-133395128"/>
          <p:cNvSpPr/>
          <p:nvPr/>
        </p:nvSpPr>
        <p:spPr>
          <a:xfrm>
            <a:off x="13030200" y="3667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90829047-116592289"/>
          <p:cNvSpPr/>
          <p:nvPr/>
        </p:nvSpPr>
        <p:spPr>
          <a:xfrm>
            <a:off x="15659100" y="4286250"/>
            <a:ext cx="0" cy="142875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90829047-398259443"/>
          <p:cNvSpPr/>
          <p:nvPr/>
        </p:nvSpPr>
        <p:spPr>
          <a:xfrm flipH="1">
            <a:off x="13030200" y="6334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90829047-379959714"/>
          <p:cNvSpPr/>
          <p:nvPr/>
        </p:nvSpPr>
        <p:spPr>
          <a:xfrm flipH="1">
            <a:off x="8686800" y="6334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90829047-566715906"/>
          <p:cNvSpPr/>
          <p:nvPr/>
        </p:nvSpPr>
        <p:spPr>
          <a:xfrm flipH="1">
            <a:off x="4343400" y="633412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7620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250" dirty="0" spc="4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22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6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5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</a:t>
            </a:r>
            <a:r>
              <a:rPr lang="en-US" sz="2250" dirty="0" spc="-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250" dirty="0"/>
          </a:p>
        </p:txBody>
      </p:sp>
      <p:sp>
        <p:nvSpPr>
          <p:cNvPr id="20" name="Connector line-1792390829051-85145945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4af5727-2abd-499e-a592-ad0cad21e3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9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Gọi</a:t>
            </a:r>
            <a:r>
              <a:rPr lang="en-US" sz="22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25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096000" y="2762250"/>
            <a:ext cx="11049000" cy="1104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tĩnh;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0005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00050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Khởi</a:t>
            </a:r>
            <a:r>
              <a:rPr lang="en-US" sz="22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096000" y="4000500"/>
            <a:ext cx="11049000" cy="1104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1,4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ms;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16,7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21,4;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27,5;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</a:t>
            </a:r>
            <a:r>
              <a:rPr lang="en-US" sz="21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23875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 nhớ</a:t>
            </a:r>
            <a:r>
              <a:rPr lang="en-US" sz="2250" dirty="0" spc="1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lười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096000" y="5238750"/>
            <a:ext cx="11049000" cy="1104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Ánh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GiB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380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thật;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526.084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647700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47700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Mã</a:t>
            </a:r>
            <a:r>
              <a:rPr lang="en-US" sz="22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22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2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096000" y="6477000"/>
            <a:ext cx="11049000" cy="1104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vùng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r-xp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7715250"/>
            <a:ext cx="16459200" cy="1104900"/>
          </a:xfrm>
          <a:prstGeom prst="roundRect">
            <a:avLst>
              <a:gd name="adj" fmla="val 1724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715250"/>
            <a:ext cx="4572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Thoát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096000" y="7715250"/>
            <a:ext cx="11049000" cy="11049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hộ,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không</a:t>
            </a:r>
            <a:r>
              <a:rPr lang="en-US" sz="21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19" name="Connector line-1792390829938-27373973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bb005dc-49c4-4eb1-8695-741c919939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76225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Windows</a:t>
            </a:r>
            <a:r>
              <a:rPr lang="en-US" sz="2850" dirty="0" spc="-2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8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DLL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372600" y="276225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6450" y="276225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Môi</a:t>
            </a:r>
            <a:r>
              <a:rPr lang="en-US" sz="28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Microsoft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600075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Giao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diện</a:t>
            </a:r>
            <a:r>
              <a:rPr lang="en-US" sz="28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28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hoạ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72600" y="6000750"/>
            <a:ext cx="8001000" cy="28575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6000750"/>
            <a:ext cx="7353300" cy="2857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Dọn</a:t>
            </a:r>
            <a:r>
              <a:rPr lang="en-US" sz="28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tài</a:t>
            </a:r>
            <a:r>
              <a:rPr lang="en-US" sz="2850" dirty="0" spc="-1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nguyên</a:t>
            </a:r>
            <a:r>
              <a:rPr lang="en-US" sz="28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r>
              <a:rPr lang="en-US" sz="285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khi</a:t>
            </a:r>
            <a:r>
              <a:rPr lang="en-US" sz="285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thoát</a:t>
            </a:r>
            <a:endParaRPr lang="en-US" sz="2850" dirty="0"/>
          </a:p>
        </p:txBody>
      </p:sp>
      <p:sp>
        <p:nvSpPr>
          <p:cNvPr id="12" name="Connector line-1792390830785-14240718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e76ec0d-22f8-4bc2-afef-77155f48b7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Linux,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 C,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strace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con,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ánh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phiên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libc</a:t>
            </a:r>
            <a:endParaRPr lang="en-US" sz="2250" dirty="0"/>
          </a:p>
        </p:txBody>
      </p:sp>
      <p:sp>
        <p:nvSpPr>
          <p:cNvPr id="16" name="Connector line-1792390868982-42325173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e9b1a5d-25ca-40ac-b983-40502427a7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35,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17?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 bản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 chỉ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17.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Chênh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714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 thư viện chung: mở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 mở libc,</a:t>
            </a:r>
            <a:r>
              <a:rPr lang="en-US" sz="23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2325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xạ,</a:t>
            </a:r>
            <a:r>
              <a:rPr lang="en-US" sz="2325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325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982200" y="5619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325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3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3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3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3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325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3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phần</a:t>
            </a:r>
            <a:r>
              <a:rPr lang="en-US" sz="23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982200" y="752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533" rIns="0" bIns="-12533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325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32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325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325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</a:t>
            </a:r>
            <a:r>
              <a:rPr lang="en-US" sz="2325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325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0,3</a:t>
            </a:r>
            <a:r>
              <a:rPr lang="en-US" sz="2325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325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325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325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325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động.</a:t>
            </a:r>
            <a:endParaRPr lang="en-US" sz="2325" dirty="0"/>
          </a:p>
        </p:txBody>
      </p:sp>
      <p:sp>
        <p:nvSpPr>
          <p:cNvPr id="12" name="Connector line-1792390869800-53943290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58dec3d-6280-424a-a57b-7d145dc0fd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kể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4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kể</a:t>
            </a: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bước.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 tự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5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54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strace,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 nhớ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7048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7" name="Connector line-1792390870605-33969324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a6fbe76-c923-47e6-8130-6bfbd6ad7e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6479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CPU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52750" y="257175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31470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33909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GUI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52750" y="331470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Graphical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405765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1338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2750" y="405765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Operating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" y="48768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DLL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52750" y="480060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Dynamic-Link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Library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 liên</a:t>
            </a:r>
            <a:r>
              <a:rPr lang="en-US" sz="19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4355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" y="56197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JVM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52750" y="554355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Virtual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Machine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628650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" y="63627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ELF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52750" y="628650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Executable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Linkable</a:t>
            </a:r>
            <a:r>
              <a:rPr lang="en-US" sz="19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Format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702945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" y="71056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952750" y="702945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Kibibyte</a:t>
            </a:r>
            <a:r>
              <a:rPr lang="en-US" sz="19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1.024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7772400"/>
            <a:ext cx="16459200" cy="647700"/>
          </a:xfrm>
          <a:prstGeom prst="roundRect">
            <a:avLst>
              <a:gd name="adj" fmla="val 29412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" y="78486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52750" y="7772400"/>
            <a:ext cx="141922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Gibibyte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14400" y="86296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89535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man-pages:</a:t>
            </a:r>
            <a:r>
              <a:rPr lang="en-US" sz="18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execve,</a:t>
            </a:r>
            <a:r>
              <a:rPr lang="en-US" sz="18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ld.so,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_exit,</a:t>
            </a: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exit</a:t>
            </a:r>
            <a:endParaRPr lang="en-US" sz="1800" dirty="0"/>
          </a:p>
        </p:txBody>
      </p:sp>
      <p:sp>
        <p:nvSpPr>
          <p:cNvPr id="30" name="Connector line-1792390871467-263565068"/>
          <p:cNvSpPr/>
          <p:nvPr/>
        </p:nvSpPr>
        <p:spPr>
          <a:xfrm>
            <a:off x="990600" y="958215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73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811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050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288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527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655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952500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86150" y="94869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98107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62620fcb-eee0-4507-896b-6b6af502e2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2026-10-19T06:21:34Z</dcterms:created>
  <dcterms:modified xsi:type="dcterms:W3CDTF">2026-10-19T06:21:34Z</dcterms:modified>
</cp:coreProperties>
</file>