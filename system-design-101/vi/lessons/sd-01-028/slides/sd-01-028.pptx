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URI,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URL</a:t>
            </a:r>
            <a:r>
              <a:rPr lang="en-US" sz="75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URN:</a:t>
            </a:r>
            <a:r>
              <a:rPr lang="en-US" sz="75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danh,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 trí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“Định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gì?” khác</a:t>
            </a:r>
            <a:r>
              <a:rPr lang="en-US" sz="300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“Truy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urn:example:book-42,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gọi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20600" y="4524375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URL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1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10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420600" y="6191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URN đặt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URI</a:t>
            </a:r>
            <a:endParaRPr lang="en-US" sz="3000" dirty="0"/>
          </a:p>
        </p:txBody>
      </p:sp>
      <p:sp>
        <p:nvSpPr>
          <p:cNvPr id="11" name="Connector line-1792370762521-712753381"/>
          <p:cNvSpPr/>
          <p:nvPr/>
        </p:nvSpPr>
        <p:spPr>
          <a:xfrm flipV="1">
            <a:off x="11753850" y="3219450"/>
            <a:ext cx="666750" cy="1666875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2" name="Connector line-1792370762522-30268929"/>
          <p:cNvSpPr/>
          <p:nvPr/>
        </p:nvSpPr>
        <p:spPr>
          <a:xfrm>
            <a:off x="11753850" y="4886325"/>
            <a:ext cx="666750" cy="95"/>
          </a:xfrm>
          <a:custGeom>
            <a:avLst/>
            <a:gdLst/>
            <a:ahLst/>
            <a:cxnLst/>
            <a:rect l="l" t="t" r="r" b="b"/>
            <a:pathLst>
              <a:path w="666750" h="95">
                <a:moveTo>
                  <a:pt x="0" y="0"/>
                </a:moveTo>
                <a:lnTo>
                  <a:pt x="333375" y="0"/>
                </a:lnTo>
                <a:lnTo>
                  <a:pt x="333375" y="0"/>
                </a:lnTo>
                <a:lnTo>
                  <a:pt x="666750" y="0"/>
                </a:lnTo>
              </a:path>
            </a:pathLst>
          </a:custGeom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3" name="Connector line-1792370762522-915658159"/>
          <p:cNvSpPr/>
          <p:nvPr/>
        </p:nvSpPr>
        <p:spPr>
          <a:xfrm>
            <a:off x="11753850" y="4886325"/>
            <a:ext cx="666750" cy="1666875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7413a01-53d8-4d8f-88ca-b3b4939a41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4000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095500"/>
            <a:ext cx="15621000" cy="4286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90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9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90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90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9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9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90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trừ</a:t>
            </a:r>
            <a:r>
              <a:rPr lang="en-US" sz="9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76676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 tách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Text 1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91cf02b-0200-49e7-91e1-85d1c357d8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URI là</a:t>
            </a:r>
            <a:r>
              <a:rPr lang="en-US" sz="7500" dirty="0" spc="-2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50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5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9527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2100" b="1" spc="13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0" y="295275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URI?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6385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0957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URL:</a:t>
            </a:r>
            <a:r>
              <a:rPr lang="en-US" sz="28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1430000" y="407670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0863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5435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URN: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namespace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1430000" y="5524500"/>
            <a:ext cx="1524000" cy="5334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28662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fad0285-1cd7-4bf5-97bd-25b95d84a9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r>
              <a:rPr lang="en-US" sz="7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500" dirty="0" spc="-6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5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7500" dirty="0" spc="2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5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6667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34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4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0706100" y="3048000"/>
            <a:ext cx="6667500" cy="1905000"/>
          </a:xfrm>
          <a:prstGeom prst="roundRect">
            <a:avLst>
              <a:gd name="adj" fmla="val 14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Nơi</a:t>
            </a:r>
            <a:r>
              <a:rPr lang="en-US" sz="3450" dirty="0" spc="6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gửi</a:t>
            </a:r>
            <a:r>
              <a:rPr lang="en-US" sz="3450" dirty="0" spc="-2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yêu</a:t>
            </a:r>
            <a:r>
              <a:rPr lang="en-US" sz="34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cầu</a:t>
            </a:r>
            <a:endParaRPr lang="en-US" sz="3450" dirty="0"/>
          </a:p>
        </p:txBody>
      </p:sp>
      <p:sp>
        <p:nvSpPr>
          <p:cNvPr id="6" name="Connector line-1792370791676-976363344"/>
          <p:cNvSpPr/>
          <p:nvPr/>
        </p:nvSpPr>
        <p:spPr>
          <a:xfrm>
            <a:off x="7581900" y="4000500"/>
            <a:ext cx="31242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914400" y="571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0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 ĐẢM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805815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286500"/>
            <a:ext cx="152400" cy="2000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858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8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8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tồn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15450" y="6286500"/>
            <a:ext cx="805815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15450" y="6286500"/>
            <a:ext cx="152400" cy="2000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68580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Bạn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Text 21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58bea10-cbc0-4729-ab2a-e3dad3ef01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URN</a:t>
            </a:r>
            <a:r>
              <a:rPr lang="en-US" sz="75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750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5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namespace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19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urn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:</a:t>
            </a:r>
            <a:r>
              <a:rPr lang="en-US" sz="42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example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:</a:t>
            </a:r>
            <a:r>
              <a:rPr lang="en-US" sz="4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book-42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43434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Scheme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URN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15100" y="4000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96100" y="43434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example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9610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Namespace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2115800" y="4000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96800" y="4343400"/>
            <a:ext cx="457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book-42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496800" y="5143500"/>
            <a:ext cx="457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Text 21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89c014e-d0e8-4b59-814d-4cb71dbe2c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0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URN là “không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dung”.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3000" dirty="0"/>
          </a:p>
        </p:txBody>
      </p:sp>
      <p:sp>
        <p:nvSpPr>
          <p:cNvPr id="9" name="Text richtext-1792370806919-183917742"/>
          <p:cNvSpPr/>
          <p:nvPr/>
        </p:nvSpPr>
        <p:spPr>
          <a:xfrm>
            <a:off x="97917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nhằm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vững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Text 17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1d2f8d9-32cf-478f-a40f-868ad1d0f7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28575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143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urn:example:book-42,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3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16459200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67375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0808833-977472042"/>
          <p:cNvSpPr/>
          <p:nvPr/>
        </p:nvSpPr>
        <p:spPr>
          <a:xfrm>
            <a:off x="1333500" y="6191250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272202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Example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 dành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minh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URN</a:t>
            </a:r>
            <a:r>
              <a:rPr lang="en-US" sz="30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db7ff41-4823-4b3b-9db9-a1d1f16724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5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5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RFC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876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4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354" dirty="0"/>
          </a:p>
        </p:txBody>
      </p:sp>
      <p:sp>
        <p:nvSpPr>
          <p:cNvPr id="6" name="Text 4"/>
          <p:cNvSpPr/>
          <p:nvPr/>
        </p:nvSpPr>
        <p:spPr>
          <a:xfrm>
            <a:off x="2381250" y="2971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RFC3986: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400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4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354" dirty="0"/>
          </a:p>
        </p:txBody>
      </p:sp>
      <p:sp>
        <p:nvSpPr>
          <p:cNvPr id="9" name="Text 7"/>
          <p:cNvSpPr/>
          <p:nvPr/>
        </p:nvSpPr>
        <p:spPr>
          <a:xfrm>
            <a:off x="2381250" y="4495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RFC8141: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scheme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" y="5924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4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354" dirty="0"/>
          </a:p>
        </p:txBody>
      </p:sp>
      <p:sp>
        <p:nvSpPr>
          <p:cNvPr id="12" name="Text 10"/>
          <p:cNvSpPr/>
          <p:nvPr/>
        </p:nvSpPr>
        <p:spPr>
          <a:xfrm>
            <a:off x="2381250" y="6019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urn: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7448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54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354" dirty="0"/>
          </a:p>
        </p:txBody>
      </p:sp>
      <p:sp>
        <p:nvSpPr>
          <p:cNvPr id="15" name="Text 13"/>
          <p:cNvSpPr/>
          <p:nvPr/>
        </p:nvSpPr>
        <p:spPr>
          <a:xfrm>
            <a:off x="2381250" y="7543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Namespace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example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nghiệm.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86ed6bc-99e8-489d-8897-908d39c4cc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3350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15716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95400" y="2286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315450" y="133350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696450" y="15716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96450" y="22860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36671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95400" y="43815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15450" y="3429000"/>
            <a:ext cx="80581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6450" y="3667125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URN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696450" y="43815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scheme urn,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namespace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5905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6" name="Text richtext-1792370828105-753193748"/>
          <p:cNvSpPr/>
          <p:nvPr/>
        </p:nvSpPr>
        <p:spPr>
          <a:xfrm>
            <a:off x="914400" y="63817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RFC3986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§1.1.3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RFC8141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§1.1,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§1.2.1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RFC6963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08a3c3d-bc06-4d68-b1d3-07d553b1d8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2026-10-19T00:47:26Z</dcterms:created>
  <dcterms:modified xsi:type="dcterms:W3CDTF">2026-10-19T00:47:26Z</dcterms:modified>
</cp:coreProperties>
</file>