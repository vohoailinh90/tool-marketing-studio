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Semi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906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572500" cy="4972050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sánh sáu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tiếp: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bắt</a:t>
            </a:r>
            <a:r>
              <a:rPr lang="en-US" sz="81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nhu cầu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524500"/>
            <a:ext cx="8191500" cy="5715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2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 chỉ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nghệ.</a:t>
            </a:r>
            <a:endParaRPr lang="en-US" sz="3000" dirty="0"/>
          </a:p>
        </p:txBody>
      </p:sp>
      <p:sp>
        <p:nvSpPr>
          <p:cNvPr id="5" name="Connector line-1792371881160-848433311"/>
          <p:cNvSpPr/>
          <p:nvPr/>
        </p:nvSpPr>
        <p:spPr>
          <a:xfrm>
            <a:off x="914400" y="6477000"/>
            <a:ext cx="82296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715125"/>
            <a:ext cx="819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2100" dirty="0" spc="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1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chiếu, không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096500" y="1238250"/>
            <a:ext cx="352425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39400" y="1524000"/>
            <a:ext cx="2952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4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SOAP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10439400" y="2762250"/>
            <a:ext cx="2952750" cy="6667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Khung</a:t>
            </a:r>
            <a:r>
              <a:rPr lang="en-US" sz="21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thông</a:t>
            </a:r>
            <a:r>
              <a:rPr lang="en-US" sz="21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điệp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3849350" y="1238250"/>
            <a:ext cx="352425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92250" y="1524000"/>
            <a:ext cx="2952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2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REST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14192250" y="2762250"/>
            <a:ext cx="2952750" cy="6667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2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Ràng</a:t>
            </a:r>
            <a:r>
              <a:rPr lang="en-US" sz="21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buộc</a:t>
            </a:r>
            <a:r>
              <a:rPr lang="en-US" sz="21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kiến trúc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096500" y="3905250"/>
            <a:ext cx="352425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39400" y="4191000"/>
            <a:ext cx="2952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GraphQL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10439400" y="5429250"/>
            <a:ext cx="2952750" cy="6667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Chọn</a:t>
            </a:r>
            <a:r>
              <a:rPr lang="en-US" sz="21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trường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3849350" y="3905250"/>
            <a:ext cx="352425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92250" y="4191000"/>
            <a:ext cx="2952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gRPC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14192250" y="5429250"/>
            <a:ext cx="2952750" cy="6667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Phương</a:t>
            </a:r>
            <a:r>
              <a:rPr lang="en-US" sz="21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</a:t>
            </a:r>
            <a:r>
              <a:rPr lang="en-US" sz="21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</a:t>
            </a:r>
            <a:r>
              <a:rPr lang="en-US" sz="21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0096500" y="6572250"/>
            <a:ext cx="352425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39400" y="6858000"/>
            <a:ext cx="2952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2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WebSocket</a:t>
            </a:r>
            <a:endParaRPr lang="en-US" sz="3900" dirty="0"/>
          </a:p>
        </p:txBody>
      </p:sp>
      <p:sp>
        <p:nvSpPr>
          <p:cNvPr id="22" name="Text 20"/>
          <p:cNvSpPr/>
          <p:nvPr/>
        </p:nvSpPr>
        <p:spPr>
          <a:xfrm>
            <a:off x="10439400" y="8096250"/>
            <a:ext cx="2952750" cy="6667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Kênh</a:t>
            </a:r>
            <a:r>
              <a:rPr lang="en-US" sz="21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1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chiều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3849350" y="6572250"/>
            <a:ext cx="352425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192250" y="6858000"/>
            <a:ext cx="2952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webhook</a:t>
            </a:r>
            <a:endParaRPr lang="en-US" sz="3900" dirty="0"/>
          </a:p>
        </p:txBody>
      </p:sp>
      <p:sp>
        <p:nvSpPr>
          <p:cNvPr id="25" name="Text 23"/>
          <p:cNvSpPr/>
          <p:nvPr/>
        </p:nvSpPr>
        <p:spPr>
          <a:xfrm>
            <a:off x="14192250" y="8096250"/>
            <a:ext cx="2952750" cy="6667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5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Gửi</a:t>
            </a:r>
            <a:r>
              <a:rPr lang="en-US" sz="21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sự</a:t>
            </a:r>
            <a:r>
              <a:rPr lang="en-US" sz="21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kiện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3759e636-c18f-402c-8b2f-3b881cc7b50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Nhu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r>
              <a:rPr lang="en-US" sz="69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trước,</a:t>
            </a: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nghệ sau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53340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39000" y="4762500"/>
            <a:ext cx="3810000" cy="1524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Nhu</a:t>
            </a: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524000" y="3238500"/>
            <a:ext cx="3619500" cy="1047750"/>
          </a:xfrm>
          <a:prstGeom prst="roundRect">
            <a:avLst>
              <a:gd name="adj" fmla="val 2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3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SOAP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524000" y="5000625"/>
            <a:ext cx="3619500" cy="1047750"/>
          </a:xfrm>
          <a:prstGeom prst="roundRect">
            <a:avLst>
              <a:gd name="adj" fmla="val 2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1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REST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524000" y="6762750"/>
            <a:ext cx="3619500" cy="1047750"/>
          </a:xfrm>
          <a:prstGeom prst="roundRect">
            <a:avLst>
              <a:gd name="adj" fmla="val 2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GraphQL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3144500" y="3238500"/>
            <a:ext cx="3619500" cy="1047750"/>
          </a:xfrm>
          <a:prstGeom prst="roundRect">
            <a:avLst>
              <a:gd name="adj" fmla="val 2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gRPC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3144500" y="5000625"/>
            <a:ext cx="3619500" cy="1047750"/>
          </a:xfrm>
          <a:prstGeom prst="roundRect">
            <a:avLst>
              <a:gd name="adj" fmla="val 2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WebSocket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3144500" y="6762750"/>
            <a:ext cx="3619500" cy="1047750"/>
          </a:xfrm>
          <a:prstGeom prst="roundRect">
            <a:avLst>
              <a:gd name="adj" fmla="val 2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1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webhook</a:t>
            </a:r>
            <a:endParaRPr lang="en-US" sz="3300" dirty="0"/>
          </a:p>
        </p:txBody>
      </p:sp>
      <p:sp>
        <p:nvSpPr>
          <p:cNvPr id="12" name="Connector line-1792371907666-719735723"/>
          <p:cNvSpPr/>
          <p:nvPr/>
        </p:nvSpPr>
        <p:spPr>
          <a:xfrm flipH="1" flipV="1">
            <a:off x="5143500" y="3762375"/>
            <a:ext cx="2095500" cy="1762125"/>
          </a:xfrm>
          <a:prstGeom prst="curvedConnector3">
            <a:avLst/>
          </a:prstGeom>
          <a:noFill/>
          <a:ln w="28575">
            <a:solidFill>
              <a:srgbClr val="8A867C"/>
            </a:solidFill>
            <a:prstDash val="solid"/>
            <a:headEnd type="none"/>
            <a:tailEnd type="none"/>
          </a:ln>
        </p:spPr>
      </p:sp>
      <p:sp>
        <p:nvSpPr>
          <p:cNvPr id="13" name="Connector line-1792371907667-716774599"/>
          <p:cNvSpPr/>
          <p:nvPr/>
        </p:nvSpPr>
        <p:spPr>
          <a:xfrm>
            <a:off x="5143500" y="5524500"/>
            <a:ext cx="2095500" cy="95"/>
          </a:xfrm>
          <a:custGeom>
            <a:avLst/>
            <a:gdLst/>
            <a:ahLst/>
            <a:cxnLst/>
            <a:rect l="l" t="t" r="r" b="b"/>
            <a:pathLst>
              <a:path w="2095500" h="95">
                <a:moveTo>
                  <a:pt x="2095500" y="0"/>
                </a:moveTo>
                <a:lnTo>
                  <a:pt x="1047750" y="0"/>
                </a:lnTo>
                <a:lnTo>
                  <a:pt x="1047750" y="0"/>
                </a:lnTo>
                <a:lnTo>
                  <a:pt x="0" y="0"/>
                </a:lnTo>
              </a:path>
            </a:pathLst>
          </a:custGeom>
          <a:ln w="28575">
            <a:solidFill>
              <a:srgbClr val="8A867C"/>
            </a:solidFill>
            <a:prstDash val="solid"/>
            <a:headEnd type="none"/>
            <a:tailEnd type="none"/>
          </a:ln>
        </p:spPr>
      </p:sp>
      <p:sp>
        <p:nvSpPr>
          <p:cNvPr id="14" name="Connector line-1792371907667-192384272"/>
          <p:cNvSpPr/>
          <p:nvPr/>
        </p:nvSpPr>
        <p:spPr>
          <a:xfrm flipH="1">
            <a:off x="5143500" y="5524500"/>
            <a:ext cx="2095500" cy="1762125"/>
          </a:xfrm>
          <a:prstGeom prst="curvedConnector3">
            <a:avLst/>
          </a:prstGeom>
          <a:noFill/>
          <a:ln w="28575">
            <a:solidFill>
              <a:srgbClr val="8A867C"/>
            </a:solidFill>
            <a:prstDash val="solid"/>
            <a:headEnd type="none"/>
            <a:tailEnd type="none"/>
          </a:ln>
        </p:spPr>
      </p:sp>
      <p:sp>
        <p:nvSpPr>
          <p:cNvPr id="15" name="Connector line-1792371907667-7944764"/>
          <p:cNvSpPr/>
          <p:nvPr/>
        </p:nvSpPr>
        <p:spPr>
          <a:xfrm flipV="1">
            <a:off x="11049000" y="3762375"/>
            <a:ext cx="2095500" cy="1762125"/>
          </a:xfrm>
          <a:prstGeom prst="curvedConnector3">
            <a:avLst/>
          </a:prstGeom>
          <a:noFill/>
          <a:ln w="28575">
            <a:solidFill>
              <a:srgbClr val="8A867C"/>
            </a:solidFill>
            <a:prstDash val="solid"/>
            <a:headEnd type="none"/>
            <a:tailEnd type="none"/>
          </a:ln>
        </p:spPr>
      </p:sp>
      <p:sp>
        <p:nvSpPr>
          <p:cNvPr id="16" name="Connector line-1792371907668-931342943"/>
          <p:cNvSpPr/>
          <p:nvPr/>
        </p:nvSpPr>
        <p:spPr>
          <a:xfrm>
            <a:off x="11049000" y="5524500"/>
            <a:ext cx="2095500" cy="95"/>
          </a:xfrm>
          <a:custGeom>
            <a:avLst/>
            <a:gdLst/>
            <a:ahLst/>
            <a:cxnLst/>
            <a:rect l="l" t="t" r="r" b="b"/>
            <a:pathLst>
              <a:path w="2095500" h="95">
                <a:moveTo>
                  <a:pt x="0" y="0"/>
                </a:moveTo>
                <a:lnTo>
                  <a:pt x="1047750" y="0"/>
                </a:lnTo>
                <a:lnTo>
                  <a:pt x="1047750" y="0"/>
                </a:lnTo>
                <a:lnTo>
                  <a:pt x="2095500" y="0"/>
                </a:lnTo>
              </a:path>
            </a:pathLst>
          </a:custGeom>
          <a:ln w="28575">
            <a:solidFill>
              <a:srgbClr val="8A867C"/>
            </a:solidFill>
            <a:prstDash val="solid"/>
            <a:headEnd type="none"/>
            <a:tailEnd type="none"/>
          </a:ln>
        </p:spPr>
      </p:sp>
      <p:sp>
        <p:nvSpPr>
          <p:cNvPr id="17" name="Connector line-1792371907668-701563641"/>
          <p:cNvSpPr/>
          <p:nvPr/>
        </p:nvSpPr>
        <p:spPr>
          <a:xfrm>
            <a:off x="11049000" y="5524500"/>
            <a:ext cx="2095500" cy="1762125"/>
          </a:xfrm>
          <a:prstGeom prst="curvedConnector3">
            <a:avLst/>
          </a:prstGeom>
          <a:noFill/>
          <a:ln w="28575">
            <a:solidFill>
              <a:srgbClr val="8A867C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914400" y="847725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Sáu</a:t>
            </a:r>
            <a:r>
              <a:rPr lang="en-US" sz="255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điểm</a:t>
            </a:r>
            <a:r>
              <a:rPr lang="en-US" sz="25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chiếu,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trừ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nhau.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5f1322da-8b2c-4d29-b9e9-d85361493f2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SOAP</a:t>
            </a:r>
            <a:r>
              <a:rPr lang="en-US" sz="1800" b="1" spc="2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REST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619250"/>
            <a:ext cx="152400" cy="3810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619250" y="1714500"/>
            <a:ext cx="15240000" cy="22860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7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SOAP</a:t>
            </a:r>
            <a:r>
              <a:rPr lang="en-US" sz="7500" dirty="0" spc="-8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REST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cấp khái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niệm.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619250" y="4476750"/>
            <a:ext cx="7429500" cy="9525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SOAP:</a:t>
            </a:r>
            <a:r>
              <a:rPr lang="en-US" sz="25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55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b="1" dirty="0" spc="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334500" y="4476750"/>
            <a:ext cx="7429500" cy="952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REST:</a:t>
            </a:r>
            <a:r>
              <a:rPr lang="en-US" sz="255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phong</a:t>
            </a:r>
            <a:r>
              <a:rPr lang="en-US" sz="255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5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619250" y="6286500"/>
            <a:ext cx="1524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3000" dirty="0" spc="-2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300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3000" dirty="0" spc="1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30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300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30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dirty="0" spc="1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3000" dirty="0" spc="-1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32cd3bf0-f0c2-4e33-95c9-63e5b89a98f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GRAPHQL</a:t>
            </a:r>
            <a:r>
              <a:rPr lang="en-US" sz="1800" b="1" spc="25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GRPC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69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6900" dirty="0" spc="-6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phương</a:t>
            </a:r>
            <a:r>
              <a:rPr lang="en-US" sz="6900" dirty="0" spc="-7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381375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GraphQL</a:t>
            </a:r>
            <a:endParaRPr lang="en-US" sz="4800" dirty="0"/>
          </a:p>
        </p:txBody>
      </p:sp>
      <p:sp>
        <p:nvSpPr>
          <p:cNvPr id="6" name="Text richtext-1792371931177-624075724"/>
          <p:cNvSpPr/>
          <p:nvPr/>
        </p:nvSpPr>
        <p:spPr>
          <a:xfrm>
            <a:off x="1333500" y="4381500"/>
            <a:ext cx="7239000" cy="2476500"/>
          </a:xfrm>
          <a:prstGeom prst="rect">
            <a:avLst/>
          </a:prstGeom>
          <a:noFill/>
          <a:ln/>
        </p:spPr>
        <p:txBody>
          <a:bodyPr wrap="square" lIns="0" tIns="-2858" rIns="0" bIns="2858" rtlCol="0" anchor="t"/>
          <a:lstStyle/>
          <a:p>
            <a:pPr algn="l" marL="381000" indent="-272202">
              <a:lnSpc>
                <a:spcPts val="4500"/>
              </a:lnSpc>
              <a:buSzPct val="100000"/>
              <a:buFont typeface="Arial"/>
              <a:buChar char="•"/>
            </a:pPr>
            <a:r>
              <a:rPr lang="en-US" sz="30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Nhu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30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3000" dirty="0"/>
          </a:p>
          <a:p>
            <a:pPr algn="l" marL="381000" indent="-272202">
              <a:lnSpc>
                <a:spcPts val="4500"/>
              </a:lnSpc>
              <a:buSzPct val="100000"/>
              <a:buFont typeface="Arial"/>
              <a:buChar char="•"/>
            </a:pPr>
            <a:r>
              <a:rPr lang="en-US" sz="3000" dirty="0" spc="-5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</a:t>
            </a:r>
            <a:r>
              <a:rPr lang="en-US" sz="30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30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schema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372600" y="3048000"/>
            <a:ext cx="80010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9791700" y="3381375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gRPC</a:t>
            </a:r>
            <a:endParaRPr lang="en-US" sz="4800" dirty="0"/>
          </a:p>
        </p:txBody>
      </p:sp>
      <p:sp>
        <p:nvSpPr>
          <p:cNvPr id="9" name="Text richtext-1792371931200-996996125"/>
          <p:cNvSpPr/>
          <p:nvPr/>
        </p:nvSpPr>
        <p:spPr>
          <a:xfrm>
            <a:off x="9791700" y="4381500"/>
            <a:ext cx="7239000" cy="2476500"/>
          </a:xfrm>
          <a:prstGeom prst="rect">
            <a:avLst/>
          </a:prstGeom>
          <a:noFill/>
          <a:ln/>
        </p:spPr>
        <p:txBody>
          <a:bodyPr wrap="square" lIns="0" tIns="-2858" rIns="0" bIns="2858" rtlCol="0" anchor="t"/>
          <a:lstStyle/>
          <a:p>
            <a:pPr algn="l" marL="381000" indent="-272202">
              <a:lnSpc>
                <a:spcPts val="4500"/>
              </a:lnSpc>
              <a:buSzPct val="100000"/>
              <a:buFont typeface="Arial"/>
              <a:buChar char="•"/>
            </a:pP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30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 thức</a:t>
            </a: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3000" dirty="0"/>
          </a:p>
          <a:p>
            <a:pPr algn="l" marL="381000" indent="-272202">
              <a:lnSpc>
                <a:spcPts val="4500"/>
              </a:lnSpc>
              <a:buSzPct val="100000"/>
              <a:buFont typeface="Arial"/>
              <a:buChar char="•"/>
            </a:pP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30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30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30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7620000"/>
            <a:ext cx="16459200" cy="1047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gRPC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f4f30766-f3db-4d78-beb0-3cf342c528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WEBSOCKET</a:t>
            </a:r>
            <a:r>
              <a:rPr lang="en-US" sz="1800" b="1" spc="25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WEBHOOK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69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kênh,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4800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WebSocket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295400" y="3762375"/>
            <a:ext cx="2476500" cy="666750"/>
          </a:xfrm>
          <a:prstGeom prst="roundRect">
            <a:avLst>
              <a:gd name="adj" fmla="val 25714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057900" y="3762375"/>
            <a:ext cx="2476500" cy="666750"/>
          </a:xfrm>
          <a:prstGeom prst="roundRect">
            <a:avLst>
              <a:gd name="adj" fmla="val 25714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100" dirty="0"/>
          </a:p>
        </p:txBody>
      </p:sp>
      <p:sp>
        <p:nvSpPr>
          <p:cNvPr id="8" name="Connector line-1792371950485-546310770"/>
          <p:cNvSpPr/>
          <p:nvPr/>
        </p:nvSpPr>
        <p:spPr>
          <a:xfrm>
            <a:off x="2533650" y="4429125"/>
            <a:ext cx="0" cy="3476625"/>
          </a:xfrm>
          <a:prstGeom prst="line">
            <a:avLst/>
          </a:prstGeom>
          <a:noFill/>
          <a:ln w="28575">
            <a:solidFill>
              <a:srgbClr val="B9B2A2"/>
            </a:solidFill>
            <a:prstDash val="lgDash"/>
            <a:headEnd type="none"/>
            <a:tailEnd type="none"/>
          </a:ln>
        </p:spPr>
      </p:sp>
      <p:sp>
        <p:nvSpPr>
          <p:cNvPr id="9" name="Connector line-1792371950486-773865925"/>
          <p:cNvSpPr/>
          <p:nvPr/>
        </p:nvSpPr>
        <p:spPr>
          <a:xfrm>
            <a:off x="7296150" y="4429125"/>
            <a:ext cx="0" cy="3476625"/>
          </a:xfrm>
          <a:prstGeom prst="line">
            <a:avLst/>
          </a:prstGeom>
          <a:noFill/>
          <a:ln w="28575">
            <a:solidFill>
              <a:srgbClr val="B9B2A2"/>
            </a:solidFill>
            <a:prstDash val="lgDash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2628900" y="4762500"/>
            <a:ext cx="4572000" cy="571500"/>
          </a:xfrm>
          <a:prstGeom prst="roundRect">
            <a:avLst>
              <a:gd name="adj" fmla="val 23333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19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tay,</a:t>
            </a: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9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endParaRPr lang="en-US" sz="1950" dirty="0"/>
          </a:p>
        </p:txBody>
      </p:sp>
      <p:sp>
        <p:nvSpPr>
          <p:cNvPr id="11" name="Connector line-1792371950488-953758532"/>
          <p:cNvSpPr/>
          <p:nvPr/>
        </p:nvSpPr>
        <p:spPr>
          <a:xfrm>
            <a:off x="2533650" y="6096000"/>
            <a:ext cx="466725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2" name="Connector line-1792371950489-252180928"/>
          <p:cNvSpPr/>
          <p:nvPr/>
        </p:nvSpPr>
        <p:spPr>
          <a:xfrm flipH="1">
            <a:off x="2628900" y="7048500"/>
            <a:ext cx="466725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762250" y="5524500"/>
            <a:ext cx="438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Thông</a:t>
            </a:r>
            <a:r>
              <a:rPr lang="en-US" sz="19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điệp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762250" y="6477000"/>
            <a:ext cx="438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Thông</a:t>
            </a:r>
            <a:r>
              <a:rPr lang="en-US" sz="19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điệp,</a:t>
            </a:r>
            <a:r>
              <a:rPr lang="en-US" sz="1950" dirty="0" spc="3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19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độc</a:t>
            </a: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lập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372600" y="285750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F8D9D0"/>
          </a:solidFill>
          <a:ln/>
        </p:spPr>
      </p:sp>
      <p:sp>
        <p:nvSpPr>
          <p:cNvPr id="16" name="Text 14"/>
          <p:cNvSpPr/>
          <p:nvPr/>
        </p:nvSpPr>
        <p:spPr>
          <a:xfrm>
            <a:off x="9753600" y="304800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webhook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9753600" y="3762375"/>
            <a:ext cx="2476500" cy="666750"/>
          </a:xfrm>
          <a:prstGeom prst="roundRect">
            <a:avLst>
              <a:gd name="adj" fmla="val 25714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100" b="1" dirty="0" spc="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4516100" y="3762375"/>
            <a:ext cx="2476500" cy="666750"/>
          </a:xfrm>
          <a:prstGeom prst="roundRect">
            <a:avLst>
              <a:gd name="adj" fmla="val 25714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</a:t>
            </a: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100" dirty="0"/>
          </a:p>
        </p:txBody>
      </p:sp>
      <p:sp>
        <p:nvSpPr>
          <p:cNvPr id="19" name="Connector line-1792371950500-126938584"/>
          <p:cNvSpPr/>
          <p:nvPr/>
        </p:nvSpPr>
        <p:spPr>
          <a:xfrm>
            <a:off x="10991850" y="4429125"/>
            <a:ext cx="0" cy="3476625"/>
          </a:xfrm>
          <a:prstGeom prst="line">
            <a:avLst/>
          </a:prstGeom>
          <a:noFill/>
          <a:ln w="28575">
            <a:solidFill>
              <a:srgbClr val="B9B2A2"/>
            </a:solidFill>
            <a:prstDash val="lgDash"/>
            <a:headEnd type="none"/>
            <a:tailEnd type="none"/>
          </a:ln>
        </p:spPr>
      </p:sp>
      <p:sp>
        <p:nvSpPr>
          <p:cNvPr id="20" name="Connector line-1792371950500-588570948"/>
          <p:cNvSpPr/>
          <p:nvPr/>
        </p:nvSpPr>
        <p:spPr>
          <a:xfrm>
            <a:off x="15754350" y="4429125"/>
            <a:ext cx="0" cy="3476625"/>
          </a:xfrm>
          <a:prstGeom prst="line">
            <a:avLst/>
          </a:prstGeom>
          <a:noFill/>
          <a:ln w="28575">
            <a:solidFill>
              <a:srgbClr val="B9B2A2"/>
            </a:solidFill>
            <a:prstDash val="lgDash"/>
            <a:headEnd type="none"/>
            <a:tailEnd type="none"/>
          </a:ln>
        </p:spPr>
      </p:sp>
      <p:sp>
        <p:nvSpPr>
          <p:cNvPr id="21" name="Connector line-1792371950500-39887277"/>
          <p:cNvSpPr/>
          <p:nvPr/>
        </p:nvSpPr>
        <p:spPr>
          <a:xfrm flipH="1">
            <a:off x="11087100" y="5334000"/>
            <a:ext cx="46672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lgDash"/>
            <a:headEnd type="none"/>
            <a:tailEnd type="triangle" w="lg" len="lg"/>
          </a:ln>
        </p:spPr>
      </p:sp>
      <p:sp>
        <p:nvSpPr>
          <p:cNvPr id="22" name="Text 20"/>
          <p:cNvSpPr/>
          <p:nvPr/>
        </p:nvSpPr>
        <p:spPr>
          <a:xfrm>
            <a:off x="11239500" y="4762500"/>
            <a:ext cx="438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Đăng</a:t>
            </a: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19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sự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kiện</a:t>
            </a:r>
            <a:endParaRPr lang="en-US" sz="1950" dirty="0"/>
          </a:p>
        </p:txBody>
      </p:sp>
      <p:sp>
        <p:nvSpPr>
          <p:cNvPr id="23" name="Connector line-1792371950503-134091516"/>
          <p:cNvSpPr/>
          <p:nvPr/>
        </p:nvSpPr>
        <p:spPr>
          <a:xfrm>
            <a:off x="10991850" y="6858000"/>
            <a:ext cx="466725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1239500" y="6286500"/>
            <a:ext cx="438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 ·</a:t>
            </a:r>
            <a:r>
              <a:rPr lang="en-US" sz="1950" dirty="0" spc="3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19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 sự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kiện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14400" y="847725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Webhook</a:t>
            </a:r>
            <a:r>
              <a:rPr lang="en-US" sz="255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đòi</a:t>
            </a:r>
            <a:r>
              <a:rPr lang="en-US" sz="25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b="1" dirty="0" spc="-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2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2550" b="1" dirty="0" spc="-2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WebSocket.</a:t>
            </a:r>
            <a:endParaRPr lang="en-US" sz="2550" dirty="0"/>
          </a:p>
        </p:txBody>
      </p:sp>
      <p:sp>
        <p:nvSpPr>
          <p:cNvPr id="26" name="Shape 2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814c9908-f536-46e4-be54-7cc761ed58c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NHU</a:t>
            </a:r>
            <a:r>
              <a:rPr lang="en-US" sz="1800" b="1" spc="28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 chọn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1809750"/>
          </a:xfrm>
          <a:prstGeom prst="roundRect">
            <a:avLst>
              <a:gd name="adj" fmla="val 14737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190875"/>
            <a:ext cx="133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857500" y="3524250"/>
            <a:ext cx="14097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3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liệu,</a:t>
            </a:r>
            <a:r>
              <a:rPr lang="en-US" sz="3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 thao</a:t>
            </a:r>
            <a:r>
              <a:rPr lang="en-US" sz="3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r>
              <a:rPr lang="en-US" sz="3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3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kiện?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914400" y="4953000"/>
            <a:ext cx="16459200" cy="1809750"/>
          </a:xfrm>
          <a:prstGeom prst="roundRect">
            <a:avLst>
              <a:gd name="adj" fmla="val 14737"/>
            </a:avLst>
          </a:prstGeom>
          <a:solidFill>
            <a:srgbClr val="CFE8E2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5191125"/>
            <a:ext cx="133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2857500" y="5524500"/>
            <a:ext cx="14097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Phản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hồi</a:t>
            </a:r>
            <a:r>
              <a:rPr lang="en-US" sz="39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đơn,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luồng liên</a:t>
            </a: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tục</a:t>
            </a:r>
            <a:r>
              <a:rPr lang="en-US" sz="3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chiều?</a:t>
            </a:r>
            <a:endParaRPr lang="en-US" sz="3900" dirty="0"/>
          </a:p>
        </p:txBody>
      </p:sp>
      <p:sp>
        <p:nvSpPr>
          <p:cNvPr id="10" name="Shape 8"/>
          <p:cNvSpPr/>
          <p:nvPr/>
        </p:nvSpPr>
        <p:spPr>
          <a:xfrm>
            <a:off x="914400" y="6953250"/>
            <a:ext cx="16459200" cy="1809750"/>
          </a:xfrm>
          <a:prstGeom prst="roundRect">
            <a:avLst>
              <a:gd name="adj" fmla="val 14737"/>
            </a:avLst>
          </a:prstGeom>
          <a:solidFill>
            <a:srgbClr val="F8D9D0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7191375"/>
            <a:ext cx="133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2857500" y="7239000"/>
            <a:ext cx="14097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Hỗ</a:t>
            </a:r>
            <a:r>
              <a:rPr lang="en-US" sz="3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trợ gì?</a:t>
            </a:r>
            <a:r>
              <a:rPr lang="en-US" sz="3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39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vận</a:t>
            </a:r>
            <a:r>
              <a:rPr lang="en-US" sz="3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hành,</a:t>
            </a: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 thử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3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lỗi?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2857500" y="8001000"/>
            <a:ext cx="14097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400" dirty="0" spc="-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tác,</a:t>
            </a:r>
            <a:r>
              <a:rPr lang="en-US" sz="24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 viện,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400" dirty="0" spc="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400" dirty="0" spc="-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bf33722f-9bac-4fa1-996d-b43024ea5b2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2382500" cy="1143000"/>
          </a:xfrm>
          <a:prstGeom prst="rect">
            <a:avLst/>
          </a:prstGeom>
          <a:noFill/>
          <a:ln/>
        </p:spPr>
        <p:txBody>
          <a:bodyPr wrap="square" lIns="0" tIns="34581" rIns="0" bIns="-34581" rtlCol="0" anchor="t"/>
          <a:lstStyle/>
          <a:p>
            <a:pPr algn="l" indent="0" marL="0">
              <a:lnSpc>
                <a:spcPts val="4901"/>
              </a:lnSpc>
              <a:buNone/>
            </a:pPr>
            <a:r>
              <a:rPr lang="en-US" sz="4538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Danh</a:t>
            </a:r>
            <a:r>
              <a:rPr lang="en-US" sz="4538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4538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538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thông</a:t>
            </a:r>
            <a:r>
              <a:rPr lang="en-US" sz="4538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r>
              <a:rPr lang="en-US" sz="4538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đơn:</a:t>
            </a:r>
            <a:r>
              <a:rPr lang="en-US" sz="4538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bắt</a:t>
            </a:r>
            <a:r>
              <a:rPr lang="en-US" sz="4538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buộc</a:t>
            </a:r>
            <a:r>
              <a:rPr lang="en-US" sz="4538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4538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cách?</a:t>
            </a:r>
            <a:endParaRPr lang="en-US" sz="4538" dirty="0"/>
          </a:p>
        </p:txBody>
      </p:sp>
      <p:sp>
        <p:nvSpPr>
          <p:cNvPr id="4" name="Text 2"/>
          <p:cNvSpPr/>
          <p:nvPr/>
        </p:nvSpPr>
        <p:spPr>
          <a:xfrm>
            <a:off x="14287500" y="1390650"/>
            <a:ext cx="3086100" cy="1143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Không.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14400" y="4095750"/>
            <a:ext cx="43815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33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cửa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7620000" y="3143250"/>
            <a:ext cx="97536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0" y="333375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8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TẢI</a:t>
            </a:r>
            <a:r>
              <a:rPr lang="en-US" sz="1950" b="1" spc="13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1950" b="1" spc="14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1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b="1" spc="14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 MÀN</a:t>
            </a:r>
            <a:r>
              <a:rPr lang="en-US" sz="1950" b="1" spc="1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001000" y="3810000"/>
            <a:ext cx="8953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Giao</a:t>
            </a: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diện</a:t>
            </a:r>
            <a:r>
              <a:rPr lang="en-US" sz="3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7620000" y="5524500"/>
            <a:ext cx="97536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0" y="571500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1950" b="1" spc="1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950" b="1" spc="1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1950" b="1" spc="15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001000" y="6191250"/>
            <a:ext cx="8953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Webhook,</a:t>
            </a: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nếu</a:t>
            </a:r>
            <a:r>
              <a:rPr lang="en-US" sz="3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hỗ</a:t>
            </a:r>
            <a:r>
              <a:rPr lang="en-US" sz="33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trợ</a:t>
            </a:r>
            <a:endParaRPr lang="en-US" sz="3300" dirty="0"/>
          </a:p>
        </p:txBody>
      </p:sp>
      <p:sp>
        <p:nvSpPr>
          <p:cNvPr id="12" name="Connector line-1792371986683-483802134"/>
          <p:cNvSpPr/>
          <p:nvPr/>
        </p:nvSpPr>
        <p:spPr>
          <a:xfrm flipV="1">
            <a:off x="5295900" y="3857625"/>
            <a:ext cx="2324100" cy="1190625"/>
          </a:xfrm>
          <a:prstGeom prst="curvedConnector3">
            <a:avLst/>
          </a:prstGeom>
          <a:noFill/>
          <a:ln w="38100">
            <a:solidFill>
              <a:srgbClr val="F3EEE3"/>
            </a:solidFill>
            <a:prstDash val="solid"/>
            <a:headEnd type="none"/>
            <a:tailEnd type="triangle" w="lg" len="lg"/>
          </a:ln>
        </p:spPr>
      </p:sp>
      <p:sp>
        <p:nvSpPr>
          <p:cNvPr id="13" name="Connector line-1792371986684-769515385"/>
          <p:cNvSpPr/>
          <p:nvPr/>
        </p:nvSpPr>
        <p:spPr>
          <a:xfrm>
            <a:off x="5295900" y="5048250"/>
            <a:ext cx="2324100" cy="1190625"/>
          </a:xfrm>
          <a:prstGeom prst="curvedConnector3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triangle" w="lg" len="lg"/>
          </a:ln>
        </p:spPr>
      </p:sp>
      <p:sp>
        <p:nvSpPr>
          <p:cNvPr id="14" name="Text 12"/>
          <p:cNvSpPr/>
          <p:nvPr/>
        </p:nvSpPr>
        <p:spPr>
          <a:xfrm>
            <a:off x="914400" y="76200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40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-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</a:t>
            </a:r>
            <a:r>
              <a:rPr lang="en-US" sz="2400" dirty="0" spc="-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400" dirty="0" spc="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tục:</a:t>
            </a:r>
            <a:r>
              <a:rPr lang="en-US" sz="2400" dirty="0" spc="1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-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400" dirty="0" spc="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400" dirty="0" spc="-23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WebSocket.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81915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40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kế,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5155824a-4cb2-4681-8add-07264de98f1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8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Phối</a:t>
            </a:r>
            <a:r>
              <a:rPr lang="en-US" sz="69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r>
              <a:rPr lang="en-US" sz="6900" dirty="0" spc="-7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được,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609600"/>
          </a:xfrm>
          <a:prstGeom prst="roundRect">
            <a:avLst>
              <a:gd name="adj" fmla="val 25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99085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67500" y="29908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4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180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8250" y="3714750"/>
            <a:ext cx="514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667500" y="3714750"/>
            <a:ext cx="1047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400" dirty="0" spc="-1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nhau, có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endParaRPr lang="en-US" sz="2400" dirty="0"/>
          </a:p>
        </p:txBody>
      </p:sp>
      <p:sp>
        <p:nvSpPr>
          <p:cNvPr id="9" name="Connector line-1792372002221-236392316"/>
          <p:cNvSpPr/>
          <p:nvPr/>
        </p:nvSpPr>
        <p:spPr>
          <a:xfrm>
            <a:off x="914400" y="4429125"/>
            <a:ext cx="164592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238250" y="4619625"/>
            <a:ext cx="514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667500" y="4619625"/>
            <a:ext cx="1047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nhanh, bảo</a:t>
            </a:r>
            <a:r>
              <a:rPr lang="en-US" sz="2400" dirty="0" spc="-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mật,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40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400" dirty="0"/>
          </a:p>
        </p:txBody>
      </p:sp>
      <p:sp>
        <p:nvSpPr>
          <p:cNvPr id="12" name="Connector line-1792372002227-325090839"/>
          <p:cNvSpPr/>
          <p:nvPr/>
        </p:nvSpPr>
        <p:spPr>
          <a:xfrm>
            <a:off x="914400" y="5334000"/>
            <a:ext cx="164592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1238250" y="5524500"/>
            <a:ext cx="514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Kênh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667500" y="5524500"/>
            <a:ext cx="1047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 quản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0" dirty="0" spc="-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400" dirty="0" spc="1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endParaRPr lang="en-US" sz="2400" dirty="0"/>
          </a:p>
        </p:txBody>
      </p:sp>
      <p:sp>
        <p:nvSpPr>
          <p:cNvPr id="15" name="Connector line-1792372002232-840536175"/>
          <p:cNvSpPr/>
          <p:nvPr/>
        </p:nvSpPr>
        <p:spPr>
          <a:xfrm>
            <a:off x="914400" y="6238875"/>
            <a:ext cx="164592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1238250" y="6429375"/>
            <a:ext cx="514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667500" y="6429375"/>
            <a:ext cx="1047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 hợp</a:t>
            </a:r>
            <a:r>
              <a:rPr lang="en-US" sz="2400" dirty="0" spc="1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00" dirty="0" spc="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 lỗi</a:t>
            </a:r>
            <a:r>
              <a:rPr lang="en-US" sz="2400" dirty="0" spc="4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dirty="0" spc="-1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400" dirty="0"/>
          </a:p>
        </p:txBody>
      </p:sp>
      <p:sp>
        <p:nvSpPr>
          <p:cNvPr id="18" name="Connector line-1792372002237-777185634"/>
          <p:cNvSpPr/>
          <p:nvPr/>
        </p:nvSpPr>
        <p:spPr>
          <a:xfrm>
            <a:off x="914400" y="7143750"/>
            <a:ext cx="164592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1238250" y="7334250"/>
            <a:ext cx="514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Khả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667500" y="7334250"/>
            <a:ext cx="1047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-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400" dirty="0" spc="-1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400" dirty="0" spc="-1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400" dirty="0" spc="-3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145a382a-7897-4d8b-b595-86659592c3f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 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tắt,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bảy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524500" cy="2952750"/>
          </a:xfrm>
          <a:prstGeom prst="roundRect">
            <a:avLst>
              <a:gd name="adj" fmla="val 903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095625"/>
            <a:ext cx="495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4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SOAP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238250" y="38100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Simple</a:t>
            </a:r>
            <a:r>
              <a:rPr lang="en-US" sz="18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Access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8250" y="4286250"/>
            <a:ext cx="4953000" cy="1238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6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sử;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nay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667500" y="2857500"/>
            <a:ext cx="5524500" cy="2952750"/>
          </a:xfrm>
          <a:prstGeom prst="roundRect">
            <a:avLst>
              <a:gd name="adj" fmla="val 9032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6991350" y="3095625"/>
            <a:ext cx="495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REST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991350" y="38100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REpresentational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State</a:t>
            </a:r>
            <a:r>
              <a:rPr lang="en-US" sz="180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91350" y="4286250"/>
            <a:ext cx="4953000" cy="1238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Phong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trúc: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nguyên,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6038850"/>
            <a:ext cx="5524500" cy="2952750"/>
          </a:xfrm>
          <a:prstGeom prst="roundRect">
            <a:avLst>
              <a:gd name="adj" fmla="val 9032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6276975"/>
            <a:ext cx="495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QL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1238250" y="69913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Query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8250" y="7467600"/>
            <a:ext cx="4953000" cy="1238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vấn,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cuối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 GraphQL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6667500" y="6038850"/>
            <a:ext cx="5524500" cy="2952750"/>
          </a:xfrm>
          <a:prstGeom prst="roundRect">
            <a:avLst>
              <a:gd name="adj" fmla="val 9032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6991350" y="6276975"/>
            <a:ext cx="495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gRPC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991350" y="69913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gRPC</a:t>
            </a:r>
            <a:r>
              <a:rPr lang="en-US" sz="180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Remote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Procedure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Calls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1350" y="7467600"/>
            <a:ext cx="4953000" cy="1238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6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2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quy;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 tục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2420600" y="2857500"/>
            <a:ext cx="4953000" cy="61341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12763500" y="3095625"/>
            <a:ext cx="438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2" name="Text richtext-1792372025610-631728546"/>
          <p:cNvSpPr/>
          <p:nvPr/>
        </p:nvSpPr>
        <p:spPr>
          <a:xfrm>
            <a:off x="12763500" y="3667125"/>
            <a:ext cx="4381500" cy="51435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marL="266700" indent="-190541">
              <a:lnSpc>
                <a:spcPts val="283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endParaRPr lang="en-US" sz="2100" dirty="0"/>
          </a:p>
          <a:p>
            <a:pPr algn="l" marL="266700" indent="-190541">
              <a:lnSpc>
                <a:spcPts val="283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SOAP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1.2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§1</a:t>
            </a:r>
            <a:endParaRPr lang="en-US" sz="2100" dirty="0"/>
          </a:p>
          <a:p>
            <a:pPr algn="l" marL="266700" indent="-190541">
              <a:lnSpc>
                <a:spcPts val="283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Fielding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§5.1</a:t>
            </a:r>
            <a:endParaRPr lang="en-US" sz="2100" dirty="0"/>
          </a:p>
          <a:p>
            <a:pPr algn="l" marL="266700" indent="-190541">
              <a:lnSpc>
                <a:spcPts val="283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GraphQL: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1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endParaRPr lang="en-US" sz="2100" dirty="0"/>
          </a:p>
          <a:p>
            <a:pPr algn="l" marL="266700" indent="-190541">
              <a:lnSpc>
                <a:spcPts val="283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gRPC: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1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endParaRPr lang="en-US" sz="2100" dirty="0"/>
          </a:p>
          <a:p>
            <a:pPr algn="l" marL="266700" indent="-190541">
              <a:lnSpc>
                <a:spcPts val="283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-2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WebSocket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§1.2</a:t>
            </a:r>
            <a:endParaRPr lang="en-US" sz="2100" dirty="0"/>
          </a:p>
          <a:p>
            <a:pPr algn="l" marL="266700" indent="-190541">
              <a:lnSpc>
                <a:spcPts val="2835"/>
              </a:lnSpc>
              <a:buSzPct val="100000"/>
              <a:buFont typeface="Arial"/>
              <a:buChar char="•"/>
            </a:pP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GitHub: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webhook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b79112c9-1246-431c-8456-7cfe13b6df1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2026-10-19T01:07:22Z</dcterms:created>
  <dcterms:modified xsi:type="dcterms:W3CDTF">2026-10-19T01:07:22Z</dcterms:modified>
</cp:coreProperties>
</file>