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238500"/>
          </a:xfrm>
          <a:prstGeom prst="rect">
            <a:avLst/>
          </a:prstGeom>
          <a:noFill/>
          <a:ln/>
        </p:spPr>
        <p:txBody>
          <a:bodyPr wrap="square" lIns="0" tIns="54784" rIns="0" bIns="-54784" rtlCol="0" anchor="t"/>
          <a:lstStyle/>
          <a:p>
            <a:pPr algn="l" indent="0" marL="0">
              <a:lnSpc>
                <a:spcPts val="7764"/>
              </a:lnSpc>
              <a:buNone/>
            </a:pPr>
            <a:r>
              <a:rPr lang="en-US" sz="7189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Cụm</a:t>
            </a:r>
            <a:r>
              <a:rPr lang="en-US" sz="7189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7189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189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 công cụ</a:t>
            </a:r>
            <a:r>
              <a:rPr lang="en-US" sz="7189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189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trước:</a:t>
            </a:r>
            <a:r>
              <a:rPr lang="en-US" sz="7189" dirty="0" spc="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189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189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189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endParaRPr lang="en-US" sz="7189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spc="217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1800" spc="24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6629400"/>
            <a:ext cx="5143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343650" y="6629400"/>
            <a:ext cx="49530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biết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582400" y="6629400"/>
            <a:ext cx="4381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1" name="Moda image moda-export-watermark-b83ffa79-e3e0-43f4-a3d4-d6372c71c9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240000" cy="4191000"/>
          </a:xfrm>
          <a:prstGeom prst="rect">
            <a:avLst/>
          </a:prstGeom>
          <a:noFill/>
          <a:ln/>
        </p:spPr>
        <p:txBody>
          <a:bodyPr wrap="square" lIns="0" tIns="53340" rIns="0" bIns="-53340" rtlCol="0" anchor="t"/>
          <a:lstStyle/>
          <a:p>
            <a:pPr algn="l" indent="0" marL="0">
              <a:lnSpc>
                <a:spcPts val="9240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4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84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84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gặp.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914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270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248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lập,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 tự.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1582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1906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 phải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5d9079b-c41c-4819-a678-8378a4618f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chạy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Connector line-1792370525424-23985327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Argo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Flux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14400" y="7715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3603b5-e837-41e8-a727-ebdb1591a7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biết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95325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Alertmanager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921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Email, PagerDuty</a:t>
            </a:r>
            <a:endParaRPr lang="en-US" sz="3300" dirty="0"/>
          </a:p>
        </p:txBody>
      </p:sp>
      <p:sp>
        <p:nvSpPr>
          <p:cNvPr id="8" name="Connector line-1792370536075-869953684"/>
          <p:cNvSpPr/>
          <p:nvPr/>
        </p:nvSpPr>
        <p:spPr>
          <a:xfrm>
            <a:off x="539115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36075-311042356"/>
          <p:cNvSpPr/>
          <p:nvPr/>
        </p:nvSpPr>
        <p:spPr>
          <a:xfrm>
            <a:off x="1143000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953250" y="6191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trùng,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9921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869aa91-753c-4232-aea3-0aaa623b07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bí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r>
              <a:rPr lang="en-US" sz="30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bên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0485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Operator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Driver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1826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Cụm</a:t>
            </a: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Kubernetes</a:t>
            </a:r>
            <a:endParaRPr lang="en-US" sz="3000" dirty="0"/>
          </a:p>
        </p:txBody>
      </p:sp>
      <p:sp>
        <p:nvSpPr>
          <p:cNvPr id="8" name="Connector line-1792370545291-488586805"/>
          <p:cNvSpPr/>
          <p:nvPr/>
        </p:nvSpPr>
        <p:spPr>
          <a:xfrm>
            <a:off x="52006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45292-378386498"/>
          <p:cNvSpPr/>
          <p:nvPr/>
        </p:nvSpPr>
        <p:spPr>
          <a:xfrm>
            <a:off x="113347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667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 cho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35f5df0-e7f6-4b64-9225-eece365f34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8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8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8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8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nâng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cấp,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nhà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 là</a:t>
            </a:r>
            <a:r>
              <a:rPr lang="en-US" sz="285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ví dụ,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nghị.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2911e6b-2c7a-468f-b5b9-b49a84650a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Deployment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kubectl.</a:t>
            </a: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Argo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7" name="Text richtext-1792370569729-879953392"/>
          <p:cNvSpPr/>
          <p:nvPr/>
        </p:nvSpPr>
        <p:spPr>
          <a:xfrm>
            <a:off x="13335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 báo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(OutOfSync)</a:t>
            </a:r>
            <a:endParaRPr lang="en-US" sz="2850" dirty="0"/>
          </a:p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4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2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SELFHEAL</a:t>
            </a:r>
            <a:endParaRPr lang="en-US" sz="2250" dirty="0"/>
          </a:p>
        </p:txBody>
      </p:sp>
      <p:sp>
        <p:nvSpPr>
          <p:cNvPr id="10" name="Text richtext-1792370569754-908490042"/>
          <p:cNvSpPr/>
          <p:nvPr/>
        </p:nvSpPr>
        <p:spPr>
          <a:xfrm>
            <a:off x="97917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Nằm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 động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30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000" b="1" dirty="0" spc="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3000" b="1" dirty="0" spc="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b3cf7a-49e9-45af-a783-4e90d0da1b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27622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0" y="2762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1244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69151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33750"/>
            <a:ext cx="133350" cy="1600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124450"/>
            <a:ext cx="133350" cy="16002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915150"/>
            <a:ext cx="133350" cy="16002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33337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Đồng</a:t>
            </a:r>
            <a:r>
              <a:rPr lang="en-US" sz="27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 theo</a:t>
            </a:r>
            <a:r>
              <a:rPr lang="en-US" sz="27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CD,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Flux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477500" y="33337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1244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Cảnh báo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334000" y="51244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Prometheus,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Alertmanager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477500" y="51244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theo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" y="69151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Bí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334000" y="69151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 Operator,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69151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hóa;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Text 2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21d6c508-8c7a-4291-8608-8be7e42b80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3726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536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b="1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51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21158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151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Đồng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chữa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1158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Flux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Alertmanager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151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1158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5151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Secrets</a:t>
            </a: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1158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Landscape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1b7db7b-9fdc-475f-b3d9-16b200c8f9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2026-10-19T00:43:45Z</dcterms:created>
  <dcterms:modified xsi:type="dcterms:W3CDTF">2026-10-19T00:43:45Z</dcterms:modified>
</cp:coreProperties>
</file>