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001000" cy="548640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</a:t>
            </a:r>
            <a:r>
              <a:rPr lang="en-US" sz="81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81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r>
              <a:rPr lang="en-US" sz="81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lớn:</a:t>
            </a:r>
            <a:r>
              <a:rPr lang="en-US" sz="8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selector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</a:t>
            </a:r>
            <a:r>
              <a:rPr lang="en-US" sz="81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kubectl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391400"/>
            <a:ext cx="80010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30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944100" y="1428750"/>
            <a:ext cx="7429500" cy="990600"/>
          </a:xfrm>
          <a:prstGeom prst="roundRect">
            <a:avLst>
              <a:gd name="adj" fmla="val 23077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400" b="1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2400" b="1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420350" y="2590800"/>
            <a:ext cx="6477000" cy="990600"/>
          </a:xfrm>
          <a:prstGeom prst="roundRect">
            <a:avLst>
              <a:gd name="adj" fmla="val 2307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4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 vi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896600" y="3752850"/>
            <a:ext cx="5524500" cy="990600"/>
          </a:xfrm>
          <a:prstGeom prst="roundRect">
            <a:avLst>
              <a:gd name="adj" fmla="val 2307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4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Nhãn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372850" y="4914900"/>
            <a:ext cx="4572000" cy="990600"/>
          </a:xfrm>
          <a:prstGeom prst="roundRect">
            <a:avLst>
              <a:gd name="adj" fmla="val 2307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4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b="1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1849100" y="6076950"/>
            <a:ext cx="3619500" cy="990600"/>
          </a:xfrm>
          <a:prstGeom prst="roundRect">
            <a:avLst>
              <a:gd name="adj" fmla="val 23077"/>
            </a:avLst>
          </a:prstGeom>
          <a:solidFill>
            <a:srgbClr val="2A2E3A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944100" y="7524750"/>
            <a:ext cx="7429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25100" y="76771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100" b="1" dirty="0" spc="-1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0325100" y="811530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ffce252f-fcc2-462d-af0d-8047fe33e51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000250"/>
            <a:ext cx="152400" cy="1047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866900"/>
            <a:ext cx="15621000" cy="21907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hẹp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tập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Pod,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 in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1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hẹp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1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14400" y="8096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3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3ab3cdb1-a42c-4b50-ada2-b96be8695c2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VI, NHÃN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namespace,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nhãn</a:t>
            </a:r>
            <a:endParaRPr lang="en-US" sz="6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66700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987552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Bạn</a:t>
                      </a:r>
                      <a:r>
                        <a:rPr lang="en-US" sz="2400" b="1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gõ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kubectl</a:t>
                      </a:r>
                      <a:r>
                        <a:rPr lang="en-US" sz="2400" b="1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chọn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(không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gõ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gì)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Chỉ namespace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hiện</a:t>
                      </a: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-n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shop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namespace: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shop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-A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Mọi namespace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-l</a:t>
                      </a:r>
                      <a:r>
                        <a:rPr lang="en-US" sz="24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app=web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Pod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 nhãn</a:t>
                      </a:r>
                      <a:r>
                        <a:rPr lang="en-US" sz="24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app=web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-l 'app</a:t>
                      </a:r>
                      <a:r>
                        <a:rPr lang="en-US" sz="22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</a:t>
                      </a:r>
                      <a:r>
                        <a:rPr lang="en-US" sz="225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(web,api),tier!=batch'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Dấu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phẩy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nối</a:t>
                      </a:r>
                      <a:r>
                        <a:rPr lang="en-US" sz="2400" dirty="0" spc="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kiện:</a:t>
                      </a:r>
                      <a:r>
                        <a:rPr lang="en-US" sz="2400" dirty="0" spc="-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tất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cả phải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đúng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835a5c6a-ff96-4830-aff9-6647b26dbb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Nhãn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gắn,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051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Nhãn: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-l</a:t>
            </a:r>
            <a:endParaRPr lang="en-US" sz="2850" dirty="0"/>
          </a:p>
        </p:txBody>
      </p:sp>
      <p:sp>
        <p:nvSpPr>
          <p:cNvPr id="6" name="Text richtext-1792371954498-386335472"/>
          <p:cNvSpPr/>
          <p:nvPr/>
        </p:nvSpPr>
        <p:spPr>
          <a:xfrm>
            <a:off x="1333500" y="3905250"/>
            <a:ext cx="72390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762250"/>
            <a:ext cx="8001000" cy="3429000"/>
          </a:xfrm>
          <a:prstGeom prst="roundRect">
            <a:avLst>
              <a:gd name="adj" fmla="val 7778"/>
            </a:avLst>
          </a:prstGeom>
          <a:solidFill>
            <a:srgbClr val="2A2E3A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1051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Trường:</a:t>
            </a:r>
            <a:r>
              <a:rPr lang="en-US" sz="28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--field-selector</a:t>
            </a:r>
            <a:endParaRPr lang="en-US" sz="2850" dirty="0"/>
          </a:p>
        </p:txBody>
      </p:sp>
      <p:sp>
        <p:nvSpPr>
          <p:cNvPr id="9" name="Text richtext-1792371954522-514564055"/>
          <p:cNvSpPr/>
          <p:nvPr/>
        </p:nvSpPr>
        <p:spPr>
          <a:xfrm>
            <a:off x="9791700" y="3905250"/>
            <a:ext cx="72390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hỗ</a:t>
            </a:r>
            <a:r>
              <a:rPr lang="en-US" sz="25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status.phase.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5722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83895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--field-selector</a:t>
            </a:r>
            <a:r>
              <a:rPr lang="en-US" sz="25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status.phase=Pending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47c5d46-34de-4c89-838f-e6508aa1e0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 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In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44672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-o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wide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4467225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2762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143250"/>
            <a:ext cx="44672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-o</a:t>
            </a:r>
            <a:r>
              <a:rPr lang="en-US" sz="27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custom-columns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905625" y="4000500"/>
            <a:ext cx="4467225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2762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143250"/>
            <a:ext cx="44672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-o</a:t>
            </a:r>
            <a:r>
              <a:rPr lang="en-US" sz="27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jsonpath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2515850" y="4000500"/>
            <a:ext cx="4467225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trường;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.items[*].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609600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638175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-o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custom-columns='NAME:.metadata.name,IMAGE:.spec.containers[*].image'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9284ddb-bd6b-420f-a450-ce5dd42f00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Sắp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số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291465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--sort-by='.status.containerStatuses[0].restartCount'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4286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4667250"/>
            <a:ext cx="426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95400" y="5429250"/>
            <a:ext cx="42672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 khởi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9" name="Connector line-1792371987402-932595429"/>
          <p:cNvSpPr/>
          <p:nvPr/>
        </p:nvSpPr>
        <p:spPr>
          <a:xfrm>
            <a:off x="6038850" y="5524500"/>
            <a:ext cx="4953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629400" y="4286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10400" y="4667250"/>
            <a:ext cx="426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7010400" y="5429250"/>
            <a:ext cx="42672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550" dirty="0"/>
          </a:p>
        </p:txBody>
      </p:sp>
      <p:sp>
        <p:nvSpPr>
          <p:cNvPr id="13" name="Connector line-1792371987411-493050957"/>
          <p:cNvSpPr/>
          <p:nvPr/>
        </p:nvSpPr>
        <p:spPr>
          <a:xfrm>
            <a:off x="11753850" y="5524500"/>
            <a:ext cx="4953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2344400" y="4286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725400" y="4667250"/>
            <a:ext cx="426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7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2725400" y="5429250"/>
            <a:ext cx="42672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 cuối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7334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bb34b5b6-6599-4a6f-a82c-6fb933b3b5f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Selector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hẹp,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chẩn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52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381250" y="3048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76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381250" y="4572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chẩn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381250" y="6096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trợ: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kubectl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239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524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381250" y="7620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loạt: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 với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501788c-ba18-463e-9cdf-45187bdd0c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52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950" b="1" spc="27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950" b="1" spc="29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status.phase!=Running</a:t>
            </a:r>
            <a:r>
              <a:rPr lang="en-US" sz="1950" b="1" spc="29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950" b="1" spc="28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SÓT?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CrashLoopBackOff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phase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4953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status.phase</a:t>
            </a:r>
            <a:endParaRPr lang="en-US" sz="2550" dirty="0"/>
          </a:p>
        </p:txBody>
      </p:sp>
      <p:sp>
        <p:nvSpPr>
          <p:cNvPr id="6" name="Text richtext-1792372016379-427896223"/>
          <p:cNvSpPr/>
          <p:nvPr/>
        </p:nvSpPr>
        <p:spPr>
          <a:xfrm>
            <a:off x="1295400" y="3714750"/>
            <a:ext cx="4191000" cy="2667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Pending,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Running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Succeeded,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Failed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Unknown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7048500" y="361950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429500" y="39052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7429500" y="45339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420600" y="2762250"/>
            <a:ext cx="4953000" cy="3810000"/>
          </a:xfrm>
          <a:prstGeom prst="roundRect">
            <a:avLst>
              <a:gd name="adj" fmla="val 7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801600" y="30480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r>
              <a:rPr lang="en-US" sz="2550" b="1" dirty="0" spc="-8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</a:t>
            </a:r>
            <a:endParaRPr lang="en-US" sz="2550" dirty="0"/>
          </a:p>
        </p:txBody>
      </p:sp>
      <p:sp>
        <p:nvSpPr>
          <p:cNvPr id="12" name="Text richtext-1792372016404-701166261"/>
          <p:cNvSpPr/>
          <p:nvPr/>
        </p:nvSpPr>
        <p:spPr>
          <a:xfrm>
            <a:off x="12801600" y="3714750"/>
            <a:ext cx="4191000" cy="2667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kubectl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CrashLoopBackOff</a:t>
            </a:r>
            <a:endParaRPr lang="en-US" sz="2550" dirty="0"/>
          </a:p>
        </p:txBody>
      </p:sp>
      <p:sp>
        <p:nvSpPr>
          <p:cNvPr id="13" name="Connector line-1792372016410-932253356"/>
          <p:cNvSpPr/>
          <p:nvPr/>
        </p:nvSpPr>
        <p:spPr>
          <a:xfrm flipH="1">
            <a:off x="5962650" y="4667250"/>
            <a:ext cx="10858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5334000" y="5810250"/>
            <a:ext cx="419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Running</a:t>
            </a:r>
            <a:endParaRPr lang="en-US" sz="1950" dirty="0"/>
          </a:p>
        </p:txBody>
      </p:sp>
      <p:sp>
        <p:nvSpPr>
          <p:cNvPr id="15" name="Connector line-1792372016413-185476808"/>
          <p:cNvSpPr/>
          <p:nvPr/>
        </p:nvSpPr>
        <p:spPr>
          <a:xfrm>
            <a:off x="11239500" y="4667250"/>
            <a:ext cx="1085850" cy="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triangle" w="lg" len="lg"/>
          </a:ln>
        </p:spPr>
      </p:sp>
      <p:sp>
        <p:nvSpPr>
          <p:cNvPr id="16" name="Shape 14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1333500" y="7296150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195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1950" b="1" spc="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333500" y="779145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Cột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READY,</a:t>
            </a:r>
            <a:r>
              <a:rPr lang="en-US" sz="25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RESTARTS,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--sort-by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177f4a98-f283-4087-8af6-df1c990274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nhầm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55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phẩy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9540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 nhiều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"và",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nhãn lẫn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!=</a:t>
            </a:r>
            <a:r>
              <a:rPr lang="en-US" sz="2550" b="1" dirty="0" spc="-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5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b="1" dirty="0" spc="-2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vẻ</a:t>
            </a:r>
            <a:r>
              <a:rPr lang="en-US" sz="25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905625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tier!=batch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tier.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STATUS</a:t>
            </a:r>
            <a:r>
              <a:rPr lang="en-US" sz="25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phase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51585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phase!=Running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Succeeded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5810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6153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5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jsonpath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95400" y="68389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.items[*];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Pod: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.metadata.name.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5810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6153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5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753600" y="68389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Tăng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dần;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e43b71af-5d44-44e4-86e3-f410862098e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349654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2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IP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Internet</a:t>
                      </a:r>
                      <a:r>
                        <a:rPr lang="en-US" sz="2250" dirty="0" spc="-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Protocol:</a:t>
                      </a:r>
                      <a:r>
                        <a:rPr lang="en-US" sz="22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250" dirty="0" spc="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Internet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2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25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định;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nhãn</a:t>
                      </a:r>
                      <a:r>
                        <a:rPr lang="en-US" sz="225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2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selector;</a:t>
                      </a:r>
                      <a:r>
                        <a:rPr lang="en-US" sz="225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field</a:t>
                      </a:r>
                      <a:r>
                        <a:rPr lang="en-US" sz="22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selector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phase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Pod;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kubectl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quick</a:t>
                      </a:r>
                      <a:r>
                        <a:rPr lang="en-US" sz="2250" dirty="0" spc="-2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reference;</a:t>
                      </a:r>
                      <a:r>
                        <a:rPr lang="en-US" sz="22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JSONPath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với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kubectl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34537461-e98b-4939-82eb-3e278f98c7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2026-10-19T02:25:16Z</dcterms:created>
  <dcterms:modified xsi:type="dcterms:W3CDTF">2026-10-19T02:25:16Z</dcterms:modified>
</cp:coreProperties>
</file>