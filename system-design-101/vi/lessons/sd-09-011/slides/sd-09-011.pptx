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143000"/>
            <a:ext cx="952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14287500" cy="257175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-5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SEO: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giúp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</a:t>
            </a:r>
            <a:r>
              <a:rPr lang="en-US" sz="81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tìm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kiếm</a:t>
            </a: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hiểu</a:t>
            </a:r>
            <a:r>
              <a:rPr lang="en-US" sz="81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trang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476750"/>
            <a:ext cx="1428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6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3000" dirty="0" spc="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hữu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ích,</a:t>
            </a:r>
            <a:r>
              <a:rPr lang="en-US" sz="300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300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</a:t>
            </a:r>
            <a:r>
              <a:rPr lang="en-US" sz="300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30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nó?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6096000"/>
            <a:ext cx="36195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2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Crawl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5200650" y="6096000"/>
            <a:ext cx="36195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2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Index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9486900" y="6096000"/>
            <a:ext cx="36195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Serve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13773150" y="6096000"/>
            <a:ext cx="36195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255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bạn</a:t>
            </a:r>
            <a:endParaRPr lang="en-US" sz="2550" dirty="0"/>
          </a:p>
        </p:txBody>
      </p:sp>
      <p:sp>
        <p:nvSpPr>
          <p:cNvPr id="9" name="Connector line-1792370921584-925080803"/>
          <p:cNvSpPr/>
          <p:nvPr/>
        </p:nvSpPr>
        <p:spPr>
          <a:xfrm>
            <a:off x="4572000" y="6619875"/>
            <a:ext cx="571500" cy="0"/>
          </a:xfrm>
          <a:prstGeom prst="line">
            <a:avLst/>
          </a:prstGeom>
          <a:noFill/>
          <a:ln w="38100">
            <a:solidFill>
              <a:srgbClr val="9AA0B5"/>
            </a:solidFill>
            <a:prstDash val="solid"/>
            <a:headEnd type="none"/>
            <a:tailEnd type="triangle" w="lg" len="lg"/>
          </a:ln>
        </p:spPr>
      </p:sp>
      <p:sp>
        <p:nvSpPr>
          <p:cNvPr id="10" name="Connector line-1792370921584-322649050"/>
          <p:cNvSpPr/>
          <p:nvPr/>
        </p:nvSpPr>
        <p:spPr>
          <a:xfrm>
            <a:off x="8858250" y="6619875"/>
            <a:ext cx="571500" cy="0"/>
          </a:xfrm>
          <a:prstGeom prst="line">
            <a:avLst/>
          </a:prstGeom>
          <a:noFill/>
          <a:ln w="38100">
            <a:solidFill>
              <a:srgbClr val="9AA0B5"/>
            </a:solidFill>
            <a:prstDash val="solid"/>
            <a:headEnd type="none"/>
            <a:tailEnd type="triangle" w="lg" len="lg"/>
          </a:ln>
        </p:spPr>
      </p:sp>
      <p:sp>
        <p:nvSpPr>
          <p:cNvPr id="11" name="Text 9"/>
          <p:cNvSpPr/>
          <p:nvPr/>
        </p:nvSpPr>
        <p:spPr>
          <a:xfrm>
            <a:off x="914400" y="9334500"/>
            <a:ext cx="1143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SEO: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1650" dirty="0" spc="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 công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3" name="Moda image moda-export-watermark-4621e6d1-dce4-4ffc-a9d3-70642b6d416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SEO</a:t>
            </a:r>
            <a:r>
              <a:rPr lang="en-US" sz="180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1800" b="1" spc="28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800" b="1" spc="28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 câu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 thứ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048000"/>
            <a:ext cx="914400" cy="914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2190750" y="3190875"/>
            <a:ext cx="151447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Công cụ tìm</a:t>
            </a:r>
            <a:r>
              <a:rPr lang="en-US" sz="30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</a:t>
            </a:r>
            <a:r>
              <a:rPr lang="en-US" sz="30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30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0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trang?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4381500"/>
            <a:ext cx="914400" cy="914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2190750" y="4524375"/>
            <a:ext cx="151447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Nó hiểu</a:t>
            </a:r>
            <a:r>
              <a:rPr lang="en-US" sz="30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0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30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dung?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914400" y="5715000"/>
            <a:ext cx="914400" cy="914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190750" y="5857875"/>
            <a:ext cx="151447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</a:t>
            </a: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 phù</a:t>
            </a:r>
            <a:r>
              <a:rPr lang="en-US" sz="30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30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30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30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30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dùng?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914400" y="7239000"/>
            <a:ext cx="12382500" cy="95250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8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b="1" dirty="0" spc="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thao</a:t>
            </a:r>
            <a:r>
              <a:rPr lang="en-US" sz="225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250" b="1" dirty="0" spc="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225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250" b="1" dirty="0" spc="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250" b="1" dirty="0" spc="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250" b="1" dirty="0" spc="1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đảm</a:t>
            </a:r>
            <a:r>
              <a:rPr lang="en-US" sz="2250" b="1" dirty="0" spc="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250" b="1" dirty="0" spc="1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r>
              <a:rPr lang="en-US" sz="2250" b="1" dirty="0" spc="2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đứng</a:t>
            </a:r>
            <a:r>
              <a:rPr lang="en-US" sz="2250" b="1" dirty="0" spc="1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2250" dirty="0"/>
          </a:p>
        </p:txBody>
      </p:sp>
      <p:sp>
        <p:nvSpPr>
          <p:cNvPr id="11" name="Connector line-1792370922687-638362951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5102699c-bcdf-4a80-8ba9-53017451ce2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D9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CRAWL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2286000"/>
            <a:ext cx="152400" cy="238125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2190750"/>
            <a:ext cx="15240000" cy="26670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9072"/>
              </a:lnSpc>
              <a:buNone/>
            </a:pPr>
            <a:r>
              <a:rPr lang="en-US" sz="84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84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tìm</a:t>
            </a:r>
            <a:r>
              <a:rPr lang="en-US" sz="84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kiếm</a:t>
            </a:r>
            <a:r>
              <a:rPr lang="en-US" sz="84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84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tìm</a:t>
            </a:r>
            <a:r>
              <a:rPr lang="en-US" sz="8400" dirty="0" spc="-8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4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tải</a:t>
            </a:r>
            <a:r>
              <a:rPr lang="en-US" sz="8400" dirty="0" spc="-10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84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trang.</a:t>
            </a:r>
            <a:endParaRPr lang="en-US" sz="8400" dirty="0"/>
          </a:p>
        </p:txBody>
      </p:sp>
      <p:sp>
        <p:nvSpPr>
          <p:cNvPr id="5" name="Text 3"/>
          <p:cNvSpPr/>
          <p:nvPr/>
        </p:nvSpPr>
        <p:spPr>
          <a:xfrm>
            <a:off x="1524000" y="5905500"/>
            <a:ext cx="12382500" cy="10477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Liên</a:t>
            </a:r>
            <a:r>
              <a:rPr lang="en-US" sz="2400" b="1" dirty="0" spc="-3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400" b="1" dirty="0" spc="1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400" b="1" dirty="0" spc="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40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400" b="1" dirty="0" spc="-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400" b="1" dirty="0" spc="1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524000" y="7334250"/>
            <a:ext cx="1524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Sitemap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giúp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URL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kiếm.</a:t>
            </a:r>
            <a:endParaRPr lang="en-US" sz="2400" dirty="0"/>
          </a:p>
        </p:txBody>
      </p:sp>
      <p:sp>
        <p:nvSpPr>
          <p:cNvPr id="7" name="Connector line-1792370923495-852850549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 · 03/10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12469a07-9d99-44b6-83a3-140e28cc346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INDEX: HIỂU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 DUNG</a:t>
            </a:r>
            <a:r>
              <a:rPr lang="en-US" sz="180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180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MỤC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4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Trang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xuất</a:t>
            </a:r>
            <a:r>
              <a:rPr lang="en-US" sz="69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hiện?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</a:t>
            </a:r>
            <a:r>
              <a:rPr lang="en-US" sz="69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72390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5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4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loại: kiểm</a:t>
            </a:r>
            <a:r>
              <a:rPr lang="en-US" sz="240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4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crawler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cận</a:t>
            </a:r>
            <a:r>
              <a:rPr lang="en-US" sz="24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400" dirty="0"/>
          </a:p>
        </p:txBody>
      </p:sp>
      <p:sp>
        <p:nvSpPr>
          <p:cNvPr id="5" name="Connector line-1792370937833-18473667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3A3F4E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952750"/>
          <a:ext cx="13716000" cy="914400"/>
        </p:xfrm>
        <a:graphic>
          <a:graphicData uri="http://schemas.openxmlformats.org/drawingml/2006/table">
            <a:tbl>
              <a:tblPr/>
              <a:tblGrid>
                <a:gridCol w="5431536"/>
                <a:gridCol w="5596128"/>
                <a:gridCol w="5431536"/>
              </a:tblGrid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Mã</a:t>
                      </a:r>
                      <a:r>
                        <a:rPr lang="en-US" sz="2700" b="1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HTTP</a:t>
                      </a:r>
                      <a:endParaRPr lang="en-US" sz="1200" dirty="0"/>
                    </a:p>
                  </a:txBody>
                  <a:tcPr marL="304800" marR="304800" marT="270510" marB="270510" anchor="ctr">
                    <a:lnL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Canonical</a:t>
                      </a:r>
                      <a:endParaRPr lang="en-US" sz="1200" dirty="0"/>
                    </a:p>
                  </a:txBody>
                  <a:tcPr marL="304800" marR="304800" marT="270510" marB="270510" anchor="ctr">
                    <a:lnL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Chỉ</a:t>
                      </a:r>
                      <a:r>
                        <a:rPr lang="en-US" sz="2700" b="1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thị</a:t>
                      </a:r>
                      <a:r>
                        <a:rPr lang="en-US" sz="2700" b="1" dirty="0" spc="-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index</a:t>
                      </a:r>
                      <a:endParaRPr lang="en-US" sz="1200" dirty="0"/>
                    </a:p>
                  </a:txBody>
                  <a:tcPr marL="304800" marR="304800" marT="270510" marB="270510" anchor="ctr">
                    <a:lnL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2857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-41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Xem</a:t>
                      </a:r>
                      <a:r>
                        <a:rPr lang="en-US" sz="2700" b="1" dirty="0" spc="1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khi</a:t>
                      </a:r>
                      <a:r>
                        <a:rPr lang="en-US" sz="2700" b="1" dirty="0" spc="-12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trang</a:t>
                      </a:r>
                      <a:r>
                        <a:rPr lang="en-US" sz="2700" b="1" dirty="0" spc="-6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không</a:t>
                      </a:r>
                      <a:r>
                        <a:rPr lang="en-US" sz="2700" b="1" dirty="0" spc="-5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xuất</a:t>
                      </a:r>
                      <a:r>
                        <a:rPr lang="en-US" sz="2700" b="1" dirty="0" spc="-1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hiện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-41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Xem</a:t>
                      </a:r>
                      <a:r>
                        <a:rPr lang="en-US" sz="2700" b="1" dirty="0" spc="1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khi</a:t>
                      </a:r>
                      <a:r>
                        <a:rPr lang="en-US" sz="2700" b="1" dirty="0" spc="-12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trang</a:t>
                      </a:r>
                      <a:r>
                        <a:rPr lang="en-US" sz="2700" b="1" dirty="0" spc="-6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không</a:t>
                      </a:r>
                      <a:r>
                        <a:rPr lang="en-US" sz="2700" b="1" dirty="0" spc="-5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xuất</a:t>
                      </a:r>
                      <a:r>
                        <a:rPr lang="en-US" sz="2700" b="1" dirty="0" spc="-1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hiện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-41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Xem</a:t>
                      </a:r>
                      <a:r>
                        <a:rPr lang="en-US" sz="2700" b="1" dirty="0" spc="1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khi</a:t>
                      </a:r>
                      <a:r>
                        <a:rPr lang="en-US" sz="2700" b="1" dirty="0" spc="-12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trang</a:t>
                      </a:r>
                      <a:r>
                        <a:rPr lang="en-US" sz="2700" b="1" dirty="0" spc="-6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không</a:t>
                      </a:r>
                      <a:r>
                        <a:rPr lang="en-US" sz="2700" b="1" dirty="0" spc="-5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xuất</a:t>
                      </a:r>
                      <a:r>
                        <a:rPr lang="en-US" sz="2700" b="1" dirty="0" spc="-1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hiện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5b5e6722-bfe8-493d-bba8-7c6ae3ba712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SERVE:</a:t>
            </a:r>
            <a:r>
              <a:rPr lang="en-US" sz="180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800" b="1" spc="28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1800" b="1" spc="30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800" b="1" spc="2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1800" b="1" spc="26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Đoạn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trích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</a:t>
            </a:r>
            <a:r>
              <a:rPr lang="en-US" sz="72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quyết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4572000"/>
          </a:xfrm>
          <a:prstGeom prst="roundRect">
            <a:avLst>
              <a:gd name="adj" fmla="val 58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342900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BẠN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90650" y="4000500"/>
            <a:ext cx="7048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Meta</a:t>
            </a:r>
            <a:r>
              <a:rPr lang="en-US" sz="4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description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1390650" y="5334000"/>
            <a:ext cx="7048500" cy="19050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snippet.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372600" y="3048000"/>
            <a:ext cx="8001000" cy="4572000"/>
          </a:xfrm>
          <a:prstGeom prst="roundRect">
            <a:avLst>
              <a:gd name="adj" fmla="val 5833"/>
            </a:avLst>
          </a:prstGeom>
          <a:solidFill>
            <a:srgbClr val="B45309"/>
          </a:solidFill>
          <a:ln/>
        </p:spPr>
      </p:sp>
      <p:sp>
        <p:nvSpPr>
          <p:cNvPr id="9" name="Text 7"/>
          <p:cNvSpPr/>
          <p:nvPr/>
        </p:nvSpPr>
        <p:spPr>
          <a:xfrm>
            <a:off x="9848850" y="342900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9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spc="225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1950" b="1" spc="223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848850" y="4000500"/>
            <a:ext cx="7048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3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Có</a:t>
            </a:r>
            <a:r>
              <a:rPr lang="en-US" sz="4200" dirty="0" spc="0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thể</a:t>
            </a:r>
            <a:r>
              <a:rPr lang="en-US" sz="4200" dirty="0" spc="-1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4200" dirty="0" spc="2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9848850" y="5334000"/>
            <a:ext cx="7048500" cy="19050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70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700" dirty="0" spc="-1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700" dirty="0" spc="-7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70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700" dirty="0" spc="-2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dirty="0" spc="-17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trang.</a:t>
            </a:r>
            <a:endParaRPr lang="en-US" sz="2700" dirty="0"/>
          </a:p>
        </p:txBody>
      </p:sp>
      <p:sp>
        <p:nvSpPr>
          <p:cNvPr id="12" name="Connector line-1792373304229-107169297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c2415daa-f15d-443d-84c2-d5649a54ca6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FE8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1800" b="1" spc="29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BẠN: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 DUNG</a:t>
            </a:r>
            <a:r>
              <a:rPr lang="en-US" sz="1800" b="1" spc="28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1800" b="1" spc="29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1800" b="1" spc="28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1800" b="1" spc="30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 nên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3810000" cy="3619500"/>
          </a:xfrm>
          <a:prstGeom prst="roundRect">
            <a:avLst>
              <a:gd name="adj" fmla="val 7368"/>
            </a:avLst>
          </a:prstGeom>
          <a:solidFill>
            <a:srgbClr val="0F766E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429000"/>
            <a:ext cx="3162300" cy="28575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b="1" dirty="0" spc="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Tiêu</a:t>
            </a:r>
            <a:r>
              <a:rPr lang="en-US" sz="2850" b="1" dirty="0" spc="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850" b="1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850" b="1" dirty="0" spc="-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85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850" b="1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850" b="1" dirty="0" spc="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5133975" y="3048000"/>
            <a:ext cx="3810000" cy="36195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57825" y="3429000"/>
            <a:ext cx="3162300" cy="28575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Heading</a:t>
            </a:r>
            <a:r>
              <a:rPr lang="en-US" sz="2850" b="1" dirty="0" spc="-2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2850" b="1" dirty="0" spc="-1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ràng</a:t>
            </a:r>
            <a:endParaRPr lang="en-US" sz="2850" dirty="0"/>
          </a:p>
        </p:txBody>
      </p:sp>
      <p:sp>
        <p:nvSpPr>
          <p:cNvPr id="8" name="Shape 6"/>
          <p:cNvSpPr/>
          <p:nvPr/>
        </p:nvSpPr>
        <p:spPr>
          <a:xfrm>
            <a:off x="9353550" y="3048000"/>
            <a:ext cx="3810000" cy="36195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77400" y="3429000"/>
            <a:ext cx="3162300" cy="28575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Liên</a:t>
            </a:r>
            <a:r>
              <a:rPr lang="en-US" sz="2850" b="1" dirty="0" spc="-3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850" b="1" dirty="0" spc="1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850" b="1" dirty="0" spc="9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850" b="1" dirty="0" spc="-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b="1" dirty="0" spc="1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13573125" y="3048000"/>
            <a:ext cx="3810000" cy="36195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896975" y="3429000"/>
            <a:ext cx="3162300" cy="28575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</a:t>
            </a:r>
            <a:r>
              <a:rPr lang="en-US" sz="285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850" b="1" dirty="0" spc="-1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850" b="1" dirty="0" spc="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85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nhu</a:t>
            </a:r>
            <a:r>
              <a:rPr lang="en-US" sz="2850" b="1" dirty="0" spc="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850" b="1" dirty="0" spc="-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2850" dirty="0"/>
          </a:p>
        </p:txBody>
      </p:sp>
      <p:sp>
        <p:nvSpPr>
          <p:cNvPr id="12" name="Text 10"/>
          <p:cNvSpPr/>
          <p:nvPr/>
        </p:nvSpPr>
        <p:spPr>
          <a:xfrm>
            <a:off x="914400" y="7239000"/>
            <a:ext cx="12382500" cy="9525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3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Tránh</a:t>
            </a:r>
            <a:r>
              <a:rPr lang="en-US" sz="240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nhồi</a:t>
            </a:r>
            <a:r>
              <a:rPr lang="en-US" sz="2400" b="1" dirty="0" spc="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4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400" b="1" dirty="0" spc="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mua</a:t>
            </a:r>
            <a:r>
              <a:rPr lang="en-US" sz="240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400" b="1" dirty="0" spc="-2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endParaRPr lang="en-US" sz="2400" dirty="0"/>
          </a:p>
        </p:txBody>
      </p:sp>
      <p:sp>
        <p:nvSpPr>
          <p:cNvPr id="13" name="Connector line-1792373305125-265725264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0F766E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CFE8E2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CFE8E2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CFE8E2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CFE8E2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 ·</a:t>
            </a:r>
            <a:r>
              <a:rPr lang="en-US" sz="16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7c97b796-271d-4179-8dfc-fa0c52f9567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72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tầng</a:t>
            </a:r>
            <a:r>
              <a:rPr lang="en-US" sz="7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200" dirty="0" spc="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kiện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238500"/>
            <a:ext cx="15621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2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Crawl</a:t>
            </a:r>
            <a:r>
              <a:rPr lang="en-US" sz="3000" b="1" dirty="0" spc="1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2247900" y="4572000"/>
            <a:ext cx="151257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667000" y="4857750"/>
            <a:ext cx="14287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1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300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chắc</a:t>
            </a:r>
            <a:r>
              <a:rPr lang="en-US" sz="3000" b="1" dirty="0" spc="1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000" b="1" dirty="0" spc="-2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index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3581400" y="6191250"/>
            <a:ext cx="137922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000500" y="6477000"/>
            <a:ext cx="12954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2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index</a:t>
            </a:r>
            <a:r>
              <a:rPr lang="en-US" sz="3000" b="1" dirty="0" spc="-1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3000" b="1" dirty="0" spc="1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300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chắc</a:t>
            </a:r>
            <a:r>
              <a:rPr lang="en-US" sz="3000" b="1" dirty="0" spc="-2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3000" b="1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hạng</a:t>
            </a:r>
            <a:r>
              <a:rPr lang="en-US" sz="300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914400" y="80010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</a:t>
            </a:r>
            <a:r>
              <a:rPr lang="en-US" sz="240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crawl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4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robots.txt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đáng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40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4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URL.</a:t>
            </a:r>
            <a:endParaRPr lang="en-US" sz="2400" dirty="0"/>
          </a:p>
        </p:txBody>
      </p:sp>
      <p:sp>
        <p:nvSpPr>
          <p:cNvPr id="11" name="Connector line-1792373305995-515698402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3A3F4E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87cc2b82-5d38-4ca0-964c-59961d2132d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THỬ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URL</a:t>
            </a:r>
            <a:r>
              <a:rPr lang="en-US" sz="63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3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sitemap</a:t>
            </a:r>
            <a:r>
              <a:rPr lang="en-US" sz="6300" dirty="0" spc="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6300" dirty="0" spc="-7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63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index?</a:t>
            </a:r>
            <a:endParaRPr lang="en-US" sz="6300" dirty="0"/>
          </a:p>
        </p:txBody>
      </p:sp>
      <p:sp>
        <p:nvSpPr>
          <p:cNvPr id="4" name="Connector line-1792373336582-688720972"/>
          <p:cNvSpPr/>
          <p:nvPr/>
        </p:nvSpPr>
        <p:spPr>
          <a:xfrm>
            <a:off x="1905000" y="4286250"/>
            <a:ext cx="14478000" cy="0"/>
          </a:xfrm>
          <a:prstGeom prst="line">
            <a:avLst/>
          </a:prstGeom>
          <a:noFill/>
          <a:ln w="571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2190750" y="4000500"/>
            <a:ext cx="571500" cy="5715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6" name="Shape 4"/>
          <p:cNvSpPr/>
          <p:nvPr/>
        </p:nvSpPr>
        <p:spPr>
          <a:xfrm>
            <a:off x="6762750" y="4000500"/>
            <a:ext cx="571500" cy="571500"/>
          </a:xfrm>
          <a:prstGeom prst="ellipse">
            <a:avLst/>
          </a:prstGeom>
          <a:solidFill>
            <a:srgbClr val="F3EEE3"/>
          </a:solidFill>
          <a:ln w="57150">
            <a:solidFill>
              <a:srgbClr val="E847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144250" y="4000500"/>
            <a:ext cx="571500" cy="571500"/>
          </a:xfrm>
          <a:prstGeom prst="ellipse">
            <a:avLst/>
          </a:prstGeom>
          <a:solidFill>
            <a:srgbClr val="F3EEE3"/>
          </a:solidFill>
          <a:ln w="57150">
            <a:solidFill>
              <a:srgbClr val="1F3FD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525750" y="4000500"/>
            <a:ext cx="571500" cy="571500"/>
          </a:xfrm>
          <a:prstGeom prst="ellipse">
            <a:avLst/>
          </a:prstGeom>
          <a:solidFill>
            <a:srgbClr val="F3EEE3"/>
          </a:solidFill>
          <a:ln w="57150">
            <a:solidFill>
              <a:srgbClr val="B4530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47750" y="4857750"/>
            <a:ext cx="285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0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Sitemap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5619750" y="4857750"/>
            <a:ext cx="285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00" dirty="0" spc="-2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Crawl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10001250" y="4857750"/>
            <a:ext cx="285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00" dirty="0" spc="-25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Index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14382750" y="4857750"/>
            <a:ext cx="285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00" dirty="0" spc="-12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Serve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1047750" y="5476875"/>
            <a:ext cx="285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khám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5619750" y="5476875"/>
            <a:ext cx="285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210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0001250" y="5476875"/>
            <a:ext cx="285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210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4382750" y="5476875"/>
            <a:ext cx="285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210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914400" y="66675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14161C"/>
          </a:solidFill>
          <a:ln/>
        </p:spPr>
      </p:sp>
      <p:sp>
        <p:nvSpPr>
          <p:cNvPr id="18" name="Text 16"/>
          <p:cNvSpPr/>
          <p:nvPr/>
        </p:nvSpPr>
        <p:spPr>
          <a:xfrm>
            <a:off x="1390650" y="6905625"/>
            <a:ext cx="15506700" cy="9525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Không.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Sitemap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hỗ</a:t>
            </a:r>
            <a:r>
              <a:rPr lang="en-US" sz="2850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khám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phá,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index.</a:t>
            </a:r>
            <a:endParaRPr lang="en-US" sz="2850" dirty="0"/>
          </a:p>
        </p:txBody>
      </p:sp>
      <p:sp>
        <p:nvSpPr>
          <p:cNvPr id="19" name="Connector line-1792373336609-193001795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9ed2a42d-764c-41c3-9381-610678cf948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8E0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 ·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CORE WEB</a:t>
            </a:r>
            <a:r>
              <a:rPr lang="en-US" sz="1800" b="1" spc="27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VITALS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4953000" cy="5334000"/>
          </a:xfrm>
          <a:prstGeom prst="rect">
            <a:avLst/>
          </a:prstGeom>
          <a:noFill/>
          <a:ln/>
        </p:spPr>
        <p:txBody>
          <a:bodyPr wrap="square" lIns="0" tIns="350520" rIns="0" bIns="-350520" rtlCol="0" anchor="t"/>
          <a:lstStyle/>
          <a:p>
            <a:pPr algn="l" indent="0" marL="0">
              <a:lnSpc>
                <a:spcPts val="34500"/>
              </a:lnSpc>
              <a:buNone/>
            </a:pPr>
            <a:r>
              <a:rPr lang="en-US" sz="34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4500" dirty="0"/>
          </a:p>
        </p:txBody>
      </p:sp>
      <p:sp>
        <p:nvSpPr>
          <p:cNvPr id="4" name="Text 2"/>
          <p:cNvSpPr/>
          <p:nvPr/>
        </p:nvSpPr>
        <p:spPr>
          <a:xfrm>
            <a:off x="914400" y="6667500"/>
            <a:ext cx="495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Core</a:t>
            </a:r>
            <a:r>
              <a:rPr lang="en-US" sz="240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Vitals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nay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77000" y="1714500"/>
            <a:ext cx="10896600" cy="133350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0" y="2000250"/>
            <a:ext cx="10134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38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LCP</a:t>
            </a:r>
            <a:r>
              <a:rPr lang="en-US" sz="3000" dirty="0" spc="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·</a:t>
            </a:r>
            <a:r>
              <a:rPr lang="en-US" sz="3000" dirty="0" spc="-4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nội</a:t>
            </a:r>
            <a:r>
              <a:rPr lang="en-US" sz="3000" dirty="0" spc="-7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dung</a:t>
            </a:r>
            <a:r>
              <a:rPr lang="en-US" sz="3000" dirty="0" spc="-6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lớn</a:t>
            </a:r>
            <a:r>
              <a:rPr lang="en-US" sz="3000" dirty="0" spc="-8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nhất</a:t>
            </a:r>
            <a:r>
              <a:rPr lang="en-US" sz="3000" dirty="0" spc="-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hiển</a:t>
            </a:r>
            <a:r>
              <a:rPr lang="en-US" sz="3000" dirty="0" spc="-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thị</a:t>
            </a:r>
            <a:r>
              <a:rPr lang="en-US" sz="3000" dirty="0" spc="-34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xong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77000" y="3333750"/>
            <a:ext cx="10896600" cy="133350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3619500"/>
            <a:ext cx="10134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INP</a:t>
            </a:r>
            <a:r>
              <a:rPr lang="en-US" sz="3000" dirty="0" spc="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·</a:t>
            </a:r>
            <a:r>
              <a:rPr lang="en-US" sz="3000" dirty="0" spc="-1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trang</a:t>
            </a:r>
            <a:r>
              <a:rPr lang="en-US" sz="3000" dirty="0" spc="-8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phản</a:t>
            </a:r>
            <a:r>
              <a:rPr lang="en-US" sz="3000" dirty="0" spc="-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hồi</a:t>
            </a:r>
            <a:r>
              <a:rPr lang="en-US" sz="3000" dirty="0" spc="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thao</a:t>
            </a:r>
            <a:r>
              <a:rPr lang="en-US" sz="3000" dirty="0" spc="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tác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477000" y="4953000"/>
            <a:ext cx="10896600" cy="133350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0" y="5238750"/>
            <a:ext cx="10134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4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CLS</a:t>
            </a:r>
            <a:r>
              <a:rPr lang="en-US" sz="3000" dirty="0" spc="1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·</a:t>
            </a:r>
            <a:r>
              <a:rPr lang="en-US" sz="3000" dirty="0" spc="-4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bố</a:t>
            </a:r>
            <a:r>
              <a:rPr lang="en-US" sz="3000" dirty="0" spc="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cục</a:t>
            </a:r>
            <a:r>
              <a:rPr lang="en-US" sz="3000" dirty="0" spc="-2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bị</a:t>
            </a:r>
            <a:r>
              <a:rPr lang="en-US" sz="3000" dirty="0" spc="-38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xê</a:t>
            </a:r>
            <a:r>
              <a:rPr lang="en-US" sz="3000" dirty="0" spc="0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dịch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477000" y="6762750"/>
            <a:ext cx="10896600" cy="12382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tốt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hỗ</a:t>
            </a:r>
            <a:r>
              <a:rPr lang="en-US" sz="240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</a:t>
            </a:r>
            <a:r>
              <a:rPr lang="en-US" sz="24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trải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nghiệm, không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4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đảm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hạng.</a:t>
            </a:r>
            <a:endParaRPr lang="en-US" sz="2400" dirty="0"/>
          </a:p>
        </p:txBody>
      </p:sp>
      <p:sp>
        <p:nvSpPr>
          <p:cNvPr id="12" name="Connector line-1792373337710-353351076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E8E0CF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1eefe3ad-5e0f-4ba6-ae96-26a3e96c9d3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Sáu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chữ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0287000" cy="5905500"/>
          </a:xfrm>
          <a:prstGeom prst="roundRect">
            <a:avLst>
              <a:gd name="adj" fmla="val 4516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143250"/>
            <a:ext cx="9525000" cy="53340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spcAft>
                <a:spcPts val="1050"/>
              </a:spcAft>
              <a:buNone/>
            </a:pPr>
            <a:r>
              <a:rPr lang="en-US" sz="1950" b="1" dirty="0" spc="-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SEO</a:t>
            </a:r>
            <a:pPr algn="l" indent="0" marL="0">
              <a:lnSpc>
                <a:spcPts val="2535"/>
              </a:lnSpc>
              <a:spcAft>
                <a:spcPts val="1050"/>
              </a:spcAft>
              <a:buNone/>
            </a:pPr>
            <a:r>
              <a:rPr lang="en-US" sz="19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(Search</a:t>
            </a:r>
            <a:r>
              <a:rPr lang="en-US" sz="19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Engine</a:t>
            </a:r>
            <a:r>
              <a:rPr lang="en-US" sz="19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Optimization):</a:t>
            </a:r>
            <a:r>
              <a:rPr lang="en-US" sz="19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195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9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 kiếm</a:t>
            </a:r>
            <a:endParaRPr lang="en-US" sz="1950" dirty="0"/>
          </a:p>
          <a:p>
            <a:pPr algn="l" indent="0" marL="0">
              <a:lnSpc>
                <a:spcPts val="2535"/>
              </a:lnSpc>
              <a:spcAft>
                <a:spcPts val="1050"/>
              </a:spcAft>
              <a:buNone/>
            </a:pPr>
            <a:r>
              <a:rPr lang="en-US" sz="1950" b="1" dirty="0" spc="-3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LCP</a:t>
            </a:r>
            <a:pPr algn="l" indent="0" marL="0">
              <a:lnSpc>
                <a:spcPts val="2535"/>
              </a:lnSpc>
              <a:spcAft>
                <a:spcPts val="1050"/>
              </a:spcAft>
              <a:buNone/>
            </a:pPr>
            <a:r>
              <a:rPr lang="en-US" sz="195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(Largest</a:t>
            </a:r>
            <a:r>
              <a:rPr lang="en-US" sz="19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Contentful</a:t>
            </a:r>
            <a:r>
              <a:rPr lang="en-US" sz="19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Paint):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19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19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hiển</a:t>
            </a:r>
            <a:r>
              <a:rPr lang="en-US" sz="19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thị</a:t>
            </a:r>
            <a:endParaRPr lang="en-US" sz="1950" dirty="0"/>
          </a:p>
          <a:p>
            <a:pPr algn="l" indent="0" marL="0">
              <a:lnSpc>
                <a:spcPts val="2535"/>
              </a:lnSpc>
              <a:spcAft>
                <a:spcPts val="1050"/>
              </a:spcAft>
              <a:buNone/>
            </a:pPr>
            <a:r>
              <a:rPr lang="en-US" sz="1950" b="1" dirty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INP</a:t>
            </a:r>
            <a:pPr algn="l" indent="0" marL="0">
              <a:lnSpc>
                <a:spcPts val="2535"/>
              </a:lnSpc>
              <a:spcAft>
                <a:spcPts val="1050"/>
              </a:spcAft>
              <a:buNone/>
            </a:pPr>
            <a:r>
              <a:rPr lang="en-US" sz="19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(Interaction</a:t>
            </a:r>
            <a:r>
              <a:rPr lang="en-US" sz="19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</a:t>
            </a:r>
            <a:r>
              <a:rPr lang="en-US" sz="19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Next</a:t>
            </a:r>
            <a:r>
              <a:rPr lang="en-US" sz="19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Paint):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 hồi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thao</a:t>
            </a:r>
            <a:r>
              <a:rPr lang="en-US" sz="19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endParaRPr lang="en-US" sz="1950" dirty="0"/>
          </a:p>
          <a:p>
            <a:pPr algn="l" indent="0" marL="0">
              <a:lnSpc>
                <a:spcPts val="2535"/>
              </a:lnSpc>
              <a:spcAft>
                <a:spcPts val="1050"/>
              </a:spcAft>
              <a:buNone/>
            </a:pPr>
            <a:r>
              <a:rPr lang="en-US" sz="1950" b="1" dirty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CLS</a:t>
            </a:r>
            <a:pPr algn="l" indent="0" marL="0">
              <a:lnSpc>
                <a:spcPts val="2535"/>
              </a:lnSpc>
              <a:spcAft>
                <a:spcPts val="1050"/>
              </a:spcAft>
              <a:buNone/>
            </a:pPr>
            <a:r>
              <a:rPr lang="en-US" sz="19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(Cumulative</a:t>
            </a:r>
            <a:r>
              <a:rPr lang="en-US" sz="1950" dirty="0" spc="-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Layout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Shift):</a:t>
            </a:r>
            <a:r>
              <a:rPr lang="en-US" sz="19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19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19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endParaRPr lang="en-US" sz="1950" dirty="0"/>
          </a:p>
          <a:p>
            <a:pPr algn="l" indent="0" marL="0">
              <a:lnSpc>
                <a:spcPts val="2535"/>
              </a:lnSpc>
              <a:spcAft>
                <a:spcPts val="1050"/>
              </a:spcAft>
              <a:buNone/>
            </a:pPr>
            <a:r>
              <a:rPr lang="en-US" sz="1950" b="1" dirty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HTTP</a:t>
            </a:r>
            <a:pPr algn="l" indent="0" marL="0">
              <a:lnSpc>
                <a:spcPts val="2535"/>
              </a:lnSpc>
              <a:spcAft>
                <a:spcPts val="1050"/>
              </a:spcAft>
              <a:buNone/>
            </a:pPr>
            <a:r>
              <a:rPr lang="en-US" sz="1950" dirty="0" spc="-2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(HyperText Transfer</a:t>
            </a:r>
            <a:r>
              <a:rPr lang="en-US" sz="19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Protocol):</a:t>
            </a:r>
            <a:r>
              <a:rPr lang="en-US" sz="19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19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19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siêu</a:t>
            </a:r>
            <a:r>
              <a:rPr lang="en-US" sz="19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</a:t>
            </a:r>
            <a:r>
              <a:rPr lang="en-US" sz="19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1950" dirty="0"/>
          </a:p>
          <a:p>
            <a:pPr algn="l" indent="0" marL="0">
              <a:lnSpc>
                <a:spcPts val="2535"/>
              </a:lnSpc>
              <a:buNone/>
            </a:pPr>
            <a:r>
              <a:rPr lang="en-US" sz="19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URL</a:t>
            </a:r>
            <a:pPr algn="l" indent="0" marL="0">
              <a:lnSpc>
                <a:spcPts val="2535"/>
              </a:lnSpc>
              <a:buNone/>
            </a:pPr>
            <a:r>
              <a:rPr lang="en-US" sz="19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(Uniform</a:t>
            </a:r>
            <a:r>
              <a:rPr lang="en-US" sz="195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Resource</a:t>
            </a:r>
            <a:r>
              <a:rPr lang="en-US" sz="19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Locator):</a:t>
            </a:r>
            <a:r>
              <a:rPr lang="en-US" sz="19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9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9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19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1772900" y="2952750"/>
            <a:ext cx="56007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7" name="Text richtext-1792373338579-484622911"/>
          <p:cNvSpPr/>
          <p:nvPr/>
        </p:nvSpPr>
        <p:spPr>
          <a:xfrm>
            <a:off x="11772900" y="3524250"/>
            <a:ext cx="5600700" cy="4953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marL="266700" indent="-190541">
              <a:lnSpc>
                <a:spcPts val="273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1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Chủ</a:t>
            </a:r>
            <a:r>
              <a:rPr lang="en-US" sz="210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1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ByteByteGo</a:t>
            </a:r>
            <a:r>
              <a:rPr lang="en-US" sz="21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snapshot cố</a:t>
            </a:r>
            <a:r>
              <a:rPr lang="en-US" sz="210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100" dirty="0"/>
          </a:p>
          <a:p>
            <a:pPr algn="l" marL="266700" indent="-190541">
              <a:lnSpc>
                <a:spcPts val="273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Google: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</a:t>
            </a:r>
            <a:r>
              <a:rPr lang="en-US" sz="21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21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2100" dirty="0"/>
          </a:p>
          <a:p>
            <a:pPr algn="l" marL="266700" indent="-190541">
              <a:lnSpc>
                <a:spcPts val="273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SEO</a:t>
            </a:r>
            <a:r>
              <a:rPr lang="en-US" sz="21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starter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guide</a:t>
            </a:r>
            <a:endParaRPr lang="en-US" sz="2100" dirty="0"/>
          </a:p>
          <a:p>
            <a:pPr algn="l" marL="266700" indent="-190541">
              <a:lnSpc>
                <a:spcPts val="2730"/>
              </a:lnSpc>
              <a:buSzPct val="100000"/>
              <a:buFont typeface="Arial"/>
              <a:buChar char="•"/>
            </a:pPr>
            <a:r>
              <a:rPr lang="en-US" sz="210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Core</a:t>
            </a:r>
            <a:r>
              <a:rPr lang="en-US" sz="2100" dirty="0" spc="-2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21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Vitals</a:t>
            </a:r>
            <a:endParaRPr lang="en-US" sz="2100" dirty="0"/>
          </a:p>
        </p:txBody>
      </p:sp>
      <p:sp>
        <p:nvSpPr>
          <p:cNvPr id="8" name="Connector line-1792373338600-703956924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3A3F4E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f986d21e-0b89-441d-aa94-7d09d6123a5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2026-10-19T01:29:30Z</dcterms:created>
  <dcterms:modified xsi:type="dcterms:W3CDTF">2026-10-19T01:29:30Z</dcterms:modified>
</cp:coreProperties>
</file>