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9525000" cy="3324225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300" dirty="0" spc="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3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933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77500" y="142875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243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15</a:t>
            </a:r>
            <a:endParaRPr lang="en-US" sz="26243" dirty="0"/>
          </a:p>
        </p:txBody>
      </p:sp>
      <p:sp>
        <p:nvSpPr>
          <p:cNvPr id="6" name="Text 4"/>
          <p:cNvSpPr/>
          <p:nvPr/>
        </p:nvSpPr>
        <p:spPr>
          <a:xfrm>
            <a:off x="914400" y="74295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100" b="1" dirty="0" spc="-2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3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 sử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10150" y="74295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Phục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b="1" dirty="0" spc="2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05900" y="74295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dirty="0" spc="-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201650" y="74295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21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100" b="1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95631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dự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2978fce7-f1b8-4b3a-8d74-2ba567e29f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9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6900" dirty="0"/>
          </a:p>
        </p:txBody>
      </p:sp>
      <p:sp>
        <p:nvSpPr>
          <p:cNvPr id="3" name="Connector line-1792371263967-761736321"/>
          <p:cNvSpPr/>
          <p:nvPr/>
        </p:nvSpPr>
        <p:spPr>
          <a:xfrm>
            <a:off x="1905000" y="3810000"/>
            <a:ext cx="14478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171700" y="3505200"/>
            <a:ext cx="609600" cy="6096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" name="Shape 3"/>
          <p:cNvSpPr/>
          <p:nvPr/>
        </p:nvSpPr>
        <p:spPr>
          <a:xfrm>
            <a:off x="8839200" y="3505200"/>
            <a:ext cx="609600" cy="6096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6" name="Shape 4"/>
          <p:cNvSpPr/>
          <p:nvPr/>
        </p:nvSpPr>
        <p:spPr>
          <a:xfrm>
            <a:off x="15506700" y="3505200"/>
            <a:ext cx="609600" cy="6096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43815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239000" y="43815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716000" y="4381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6477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2b43f92a-671e-46cf-92ed-4d624a576f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</a:t>
            </a:r>
            <a:r>
              <a:rPr lang="en-US" sz="6900" dirty="0" spc="-7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lịch sử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8001000" cy="2571750"/>
          </a:xfrm>
          <a:prstGeom prst="roundRect">
            <a:avLst>
              <a:gd name="adj" fmla="val 8889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7622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4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VS</a:t>
            </a:r>
            <a:r>
              <a:rPr lang="en-US" sz="4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95400" y="3714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Hỗ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thảo.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372600" y="2476500"/>
            <a:ext cx="8001000" cy="2571750"/>
          </a:xfrm>
          <a:prstGeom prst="roundRect">
            <a:avLst>
              <a:gd name="adj" fmla="val 8889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53600" y="27622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753600" y="3714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14400" y="5334000"/>
            <a:ext cx="8001000" cy="2571750"/>
          </a:xfrm>
          <a:prstGeom prst="roundRect">
            <a:avLst>
              <a:gd name="adj" fmla="val 8889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56197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Jupyter</a:t>
            </a:r>
            <a:r>
              <a:rPr lang="en-US" sz="4200" dirty="0" spc="-1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Notebook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295400" y="6572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chú,</a:t>
            </a:r>
            <a:r>
              <a:rPr lang="en-US" sz="28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372600" y="5334000"/>
            <a:ext cx="8001000" cy="2571750"/>
          </a:xfrm>
          <a:prstGeom prst="roundRect">
            <a:avLst>
              <a:gd name="adj" fmla="val 8889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Đầu</a:t>
            </a:r>
            <a:r>
              <a:rPr lang="en-US" sz="36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36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15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460e8093-d9fa-4de2-8de8-4d796b584a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Phục</a:t>
            </a:r>
            <a:r>
              <a:rPr lang="en-US" sz="69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6900" dirty="0" spc="1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43815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React</a:t>
            </a:r>
            <a:endParaRPr lang="en-US" sz="3900" dirty="0"/>
          </a:p>
        </p:txBody>
      </p:sp>
      <p:sp>
        <p:nvSpPr>
          <p:cNvPr id="4" name="Connector line-1792371265903-729583163"/>
          <p:cNvSpPr/>
          <p:nvPr/>
        </p:nvSpPr>
        <p:spPr>
          <a:xfrm>
            <a:off x="5486400" y="3333750"/>
            <a:ext cx="7620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6438900" y="2476500"/>
            <a:ext cx="43815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Node.js</a:t>
            </a:r>
            <a:endParaRPr lang="en-US" sz="3900" dirty="0"/>
          </a:p>
        </p:txBody>
      </p:sp>
      <p:sp>
        <p:nvSpPr>
          <p:cNvPr id="6" name="Connector line-1792371265905-338401427"/>
          <p:cNvSpPr/>
          <p:nvPr/>
        </p:nvSpPr>
        <p:spPr>
          <a:xfrm>
            <a:off x="11010900" y="3333750"/>
            <a:ext cx="7620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1963400" y="2476500"/>
            <a:ext cx="5410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Apache</a:t>
            </a:r>
            <a:r>
              <a:rPr lang="en-US" sz="3300" dirty="0" spc="1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</a:t>
            </a:r>
            <a:r>
              <a:rPr lang="en-US" sz="330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Server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438900" y="457200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963400" y="4572000"/>
            <a:ext cx="5410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Phục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a7481882-693e-4574-9a2c-8289f95889d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 liệu</a:t>
            </a:r>
            <a:r>
              <a:rPr lang="en-US" sz="6900" dirty="0" spc="-7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9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PostgreSQL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429500" y="2476500"/>
            <a:ext cx="99441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4381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Kafka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429500" y="4381500"/>
            <a:ext cx="99441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7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Trao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14400" y="6286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Apache Spark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429500" y="6286500"/>
            <a:ext cx="99441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29748394-dcd7-4b62-9628-18d71cab99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Đóng</a:t>
            </a:r>
            <a:r>
              <a:rPr lang="en-US" sz="6900" dirty="0" spc="-4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6900" dirty="0" spc="-7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5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69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6670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Kubernetes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333500" y="327660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workload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866900" y="4191000"/>
            <a:ext cx="14554200" cy="1428750"/>
          </a:xfrm>
          <a:prstGeom prst="roundRect">
            <a:avLst>
              <a:gd name="adj" fmla="val 16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43815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Docker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2286000" y="4991100"/>
            <a:ext cx="1333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2819400" y="5905500"/>
            <a:ext cx="12649200" cy="1428750"/>
          </a:xfrm>
          <a:prstGeom prst="roundRect">
            <a:avLst>
              <a:gd name="adj" fmla="val 16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8500" y="60960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Linux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3238500" y="6705600"/>
            <a:ext cx="1143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6c5f8438-69d2-473d-84ff-640ee851ba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3238500"/>
          </a:xfrm>
          <a:prstGeom prst="roundRect">
            <a:avLst>
              <a:gd name="adj" fmla="val 8235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952750"/>
            <a:ext cx="15430500" cy="2381250"/>
          </a:xfrm>
          <a:prstGeom prst="rect">
            <a:avLst/>
          </a:prstGeom>
          <a:noFill/>
          <a:ln/>
        </p:spPr>
        <p:txBody>
          <a:bodyPr wrap="square" lIns="0" tIns="32385" rIns="0" bIns="-32385" rtlCol="0" anchor="t"/>
          <a:lstStyle/>
          <a:p>
            <a:pPr algn="l" indent="0" marL="0">
              <a:lnSpc>
                <a:spcPts val="5610"/>
              </a:lnSpc>
              <a:buNone/>
            </a:pPr>
            <a:r>
              <a:rPr lang="en-US" sz="51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Giấy</a:t>
            </a:r>
            <a:r>
              <a:rPr lang="en-US" sz="51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51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</a:t>
            </a:r>
            <a:r>
              <a:rPr lang="en-US" sz="51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51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</a:t>
            </a:r>
            <a:r>
              <a:rPr lang="en-US" sz="51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án,</a:t>
            </a:r>
            <a:r>
              <a:rPr lang="en-US" sz="51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 phần</a:t>
            </a:r>
            <a:r>
              <a:rPr lang="en-US" sz="5100" dirty="0" spc="-5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1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51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bản.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8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dùng.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15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38375e28-1c96-461f-b712-4d077b492d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95400" y="3143250"/>
            <a:ext cx="857250" cy="8572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571750" y="276225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 dụng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Spark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1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1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sách?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504825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95400" y="5715000"/>
            <a:ext cx="857250" cy="8572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71500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71750" y="533400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 Chọn</a:t>
            </a:r>
            <a:r>
              <a:rPr lang="en-US" sz="31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1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1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hành,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1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nổi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tiếng.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15 · 08/10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fdd0f44a-976b-4835-95f2-757accd90e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nhận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dependency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3810000" cy="3143250"/>
          </a:xfrm>
          <a:prstGeom prst="roundRect">
            <a:avLst>
              <a:gd name="adj" fmla="val 727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Tình</a:t>
            </a:r>
            <a:r>
              <a:rPr lang="en-US" sz="28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28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010150" y="3048000"/>
            <a:ext cx="3810000" cy="3143250"/>
          </a:xfrm>
          <a:prstGeom prst="roundRect">
            <a:avLst>
              <a:gd name="adj" fmla="val 727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2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cập nhật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05900" y="3048000"/>
            <a:ext cx="3810000" cy="3143250"/>
          </a:xfrm>
          <a:prstGeom prst="roundRect">
            <a:avLst>
              <a:gd name="adj" fmla="val 727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License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3201650" y="3048000"/>
            <a:ext cx="4171950" cy="3143250"/>
          </a:xfrm>
          <a:prstGeom prst="roundRect">
            <a:avLst>
              <a:gd name="adj" fmla="val 727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Khả</a:t>
            </a:r>
            <a:r>
              <a:rPr lang="en-US" sz="2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2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28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>
                <a:solidFill>
                  <a:srgbClr val="C9C2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" name="Moda image moda-export-watermark-c02f138f-a82d-4ad9-8c57-1d169f30f8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80010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714625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2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95400" y="3714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048250"/>
            <a:ext cx="80010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5286375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95400" y="62865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372600" y="238125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372600" y="304800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72600" y="409575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 nghĩa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372600" y="514350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372600" y="619125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concepts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372600" y="7239000"/>
            <a:ext cx="8001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licensing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9601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F4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 ·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24db2530-20cf-43de-816d-262acaab3d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2026-10-19T00:54:59Z</dcterms:created>
  <dcterms:modified xsi:type="dcterms:W3CDTF">2026-10-19T00:54:59Z</dcterms:modified>
</cp:coreProperties>
</file>