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1717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hầm,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8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2850" dirty="0"/>
          </a:p>
        </p:txBody>
      </p:sp>
      <p:sp>
        <p:nvSpPr>
          <p:cNvPr id="5" name="Connector line-1792338493232-141843599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 đoạn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cookie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7622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1144250" y="3190875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92250" y="3190875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6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18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6" name="Connector line-1792338493259-537066919"/>
          <p:cNvSpPr/>
          <p:nvPr/>
        </p:nvSpPr>
        <p:spPr>
          <a:xfrm>
            <a:off x="10953750" y="3810000"/>
            <a:ext cx="3238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Connector line-1792338493259-27393793"/>
          <p:cNvSpPr/>
          <p:nvPr/>
        </p:nvSpPr>
        <p:spPr>
          <a:xfrm>
            <a:off x="14192250" y="3810000"/>
            <a:ext cx="32385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107823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Shape 17"/>
          <p:cNvSpPr/>
          <p:nvPr/>
        </p:nvSpPr>
        <p:spPr>
          <a:xfrm>
            <a:off x="14049375" y="366712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0" name="Shape 18"/>
          <p:cNvSpPr/>
          <p:nvPr/>
        </p:nvSpPr>
        <p:spPr>
          <a:xfrm>
            <a:off x="172593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1" name="Text 19"/>
          <p:cNvSpPr/>
          <p:nvPr/>
        </p:nvSpPr>
        <p:spPr>
          <a:xfrm>
            <a:off x="10191750" y="419100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144500" y="41910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668750" y="419100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63250" y="51435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573000" y="5667375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26" name="Connector line-1792338493269-241225880"/>
          <p:cNvSpPr/>
          <p:nvPr/>
        </p:nvSpPr>
        <p:spPr>
          <a:xfrm>
            <a:off x="10953750" y="6191250"/>
            <a:ext cx="64770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0782300" y="6019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4049375" y="604837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9" name="Shape 27"/>
          <p:cNvSpPr/>
          <p:nvPr/>
        </p:nvSpPr>
        <p:spPr>
          <a:xfrm>
            <a:off x="17259300" y="6019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Text 28"/>
          <p:cNvSpPr/>
          <p:nvPr/>
        </p:nvSpPr>
        <p:spPr>
          <a:xfrm>
            <a:off x="10191750" y="65722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6668750" y="65722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808a1e94-8c77-455b-b18a-2d1c2819c2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7524750" cy="2381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 đặt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 mã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VPN.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dùng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 nhỏ tự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cài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8953500" y="1714500"/>
            <a:ext cx="8420100" cy="1905000"/>
          </a:xfrm>
          <a:prstGeom prst="roundRect">
            <a:avLst>
              <a:gd name="adj" fmla="val 13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0" y="2305050"/>
            <a:ext cx="723900" cy="7239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0" y="238125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0382250" y="207645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382250" y="2686050"/>
            <a:ext cx="66675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8953500" y="3905250"/>
            <a:ext cx="8420100" cy="1905000"/>
          </a:xfrm>
          <a:prstGeom prst="roundRect">
            <a:avLst>
              <a:gd name="adj" fmla="val 13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4495800"/>
            <a:ext cx="723900" cy="723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9372600" y="45720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382250" y="42672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382250" y="4876800"/>
            <a:ext cx="66675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8953500" y="6096000"/>
            <a:ext cx="8420100" cy="1905000"/>
          </a:xfrm>
          <a:prstGeom prst="roundRect">
            <a:avLst>
              <a:gd name="adj" fmla="val 13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2600" y="6686550"/>
            <a:ext cx="723900" cy="723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9372600" y="676275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382250" y="645795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82250" y="7067550"/>
            <a:ext cx="66675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Connector line-1792338767834-10684713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3cd2a46-f7ca-43c5-b5e2-6bd0606cc0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hầm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429000" cy="2095500"/>
          </a:xfrm>
          <a:prstGeom prst="roundRect">
            <a:avLst>
              <a:gd name="adj" fmla="val 1181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581400"/>
            <a:ext cx="304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bạn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104900" y="4191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bọc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429500" y="3238500"/>
            <a:ext cx="3429000" cy="2095500"/>
          </a:xfrm>
          <a:prstGeom prst="roundRect">
            <a:avLst>
              <a:gd name="adj" fmla="val 1181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20000" y="3581400"/>
            <a:ext cx="304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620000" y="4191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dirty="0" spc="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3944600" y="3238500"/>
            <a:ext cx="3429000" cy="2095500"/>
          </a:xfrm>
          <a:prstGeom prst="roundRect">
            <a:avLst>
              <a:gd name="adj" fmla="val 11818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35100" y="3581400"/>
            <a:ext cx="304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550" b="1" dirty="0" spc="-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4135100" y="4191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dirty="0" spc="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800" dirty="0"/>
          </a:p>
        </p:txBody>
      </p:sp>
      <p:sp>
        <p:nvSpPr>
          <p:cNvPr id="13" name="Connector line-1792339067120-711832242"/>
          <p:cNvSpPr/>
          <p:nvPr/>
        </p:nvSpPr>
        <p:spPr>
          <a:xfrm>
            <a:off x="4343400" y="4286250"/>
            <a:ext cx="2667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4610100" y="3810000"/>
            <a:ext cx="2552700" cy="952500"/>
          </a:xfrm>
          <a:prstGeom prst="roundRect">
            <a:avLst>
              <a:gd name="adj" fmla="val 50000"/>
            </a:avLst>
          </a:prstGeom>
          <a:solidFill>
            <a:srgbClr val="123A32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0100" y="3810000"/>
            <a:ext cx="25527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8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 mã</a:t>
            </a:r>
            <a:r>
              <a:rPr lang="en-US" sz="18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6" name="Connector line-1792339067124-577197683"/>
          <p:cNvSpPr/>
          <p:nvPr/>
        </p:nvSpPr>
        <p:spPr>
          <a:xfrm>
            <a:off x="7162800" y="4286250"/>
            <a:ext cx="2667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0858500" y="3505200"/>
            <a:ext cx="30861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đoạn</a:t>
            </a: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8" name="Connector line-1792339067132-367898115"/>
          <p:cNvSpPr/>
          <p:nvPr/>
        </p:nvSpPr>
        <p:spPr>
          <a:xfrm>
            <a:off x="10858500" y="4286250"/>
            <a:ext cx="30861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39067132-238384454"/>
          <p:cNvSpPr/>
          <p:nvPr/>
        </p:nvSpPr>
        <p:spPr>
          <a:xfrm>
            <a:off x="2628900" y="5676900"/>
            <a:ext cx="0" cy="20955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0" name="Connector line-1792339067132-142552766"/>
          <p:cNvSpPr/>
          <p:nvPr/>
        </p:nvSpPr>
        <p:spPr>
          <a:xfrm>
            <a:off x="2628900" y="5886450"/>
            <a:ext cx="641985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1" name="Connector line-1792339067133-642882077"/>
          <p:cNvSpPr/>
          <p:nvPr/>
        </p:nvSpPr>
        <p:spPr>
          <a:xfrm>
            <a:off x="9048750" y="5676900"/>
            <a:ext cx="0" cy="20955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2628900" y="6038850"/>
            <a:ext cx="641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r>
              <a:rPr lang="en-US" sz="21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phủ</a:t>
            </a:r>
            <a:r>
              <a:rPr lang="en-US" sz="210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đoạn</a:t>
            </a:r>
            <a:r>
              <a:rPr lang="en-US" sz="2100" dirty="0" spc="-8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này</a:t>
            </a:r>
            <a:endParaRPr lang="en-US" sz="2100" dirty="0"/>
          </a:p>
        </p:txBody>
      </p:sp>
      <p:sp>
        <p:nvSpPr>
          <p:cNvPr id="23" name="Connector line-1792339067136-751888742"/>
          <p:cNvSpPr/>
          <p:nvPr/>
        </p:nvSpPr>
        <p:spPr>
          <a:xfrm>
            <a:off x="9239250" y="5676900"/>
            <a:ext cx="0" cy="2095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4" name="Connector line-1792339067136-581812603"/>
          <p:cNvSpPr/>
          <p:nvPr/>
        </p:nvSpPr>
        <p:spPr>
          <a:xfrm>
            <a:off x="9239250" y="5886450"/>
            <a:ext cx="641985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Connector line-1792339067136-629547233"/>
          <p:cNvSpPr/>
          <p:nvPr/>
        </p:nvSpPr>
        <p:spPr>
          <a:xfrm>
            <a:off x="15659100" y="5676900"/>
            <a:ext cx="0" cy="2095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9239250" y="6038850"/>
            <a:ext cx="64198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en-US" sz="195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đoạn</a:t>
            </a:r>
            <a:r>
              <a:rPr lang="en-US" sz="195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1950" dirty="0" spc="-9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VPN:</a:t>
            </a:r>
            <a:r>
              <a:rPr lang="en-US" sz="195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195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95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che</a:t>
            </a:r>
            <a:endParaRPr lang="en-US" sz="1950" dirty="0"/>
          </a:p>
          <a:p>
            <a:pPr algn="ctr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nếu</a:t>
            </a:r>
            <a:r>
              <a:rPr lang="en-US" sz="195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1950" dirty="0" spc="-1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195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195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914400" y="7162800"/>
            <a:ext cx="895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 TIN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23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953625" y="7143750"/>
            <a:ext cx="74199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8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7581900"/>
            <a:ext cx="9039225" cy="609600"/>
          </a:xfrm>
          <a:prstGeom prst="rect">
            <a:avLst/>
          </a:prstGeom>
          <a:solidFill>
            <a:srgbClr val="2A2D38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53625" y="7581900"/>
            <a:ext cx="923925" cy="609600"/>
          </a:xfrm>
          <a:prstGeom prst="rect">
            <a:avLst/>
          </a:prstGeom>
          <a:solidFill>
            <a:srgbClr val="3DD6A0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877550" y="7581900"/>
            <a:ext cx="2781300" cy="609600"/>
          </a:xfrm>
          <a:prstGeom prst="rect">
            <a:avLst/>
          </a:prstGeom>
          <a:solidFill>
            <a:srgbClr val="2BB988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658850" y="7581900"/>
            <a:ext cx="3714750" cy="609600"/>
          </a:xfrm>
          <a:prstGeom prst="rect">
            <a:avLst/>
          </a:prstGeom>
          <a:solidFill>
            <a:srgbClr val="3DD6A0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7581900"/>
            <a:ext cx="90392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9953625" y="7581900"/>
            <a:ext cx="9239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35" name="Text 33"/>
          <p:cNvSpPr/>
          <p:nvPr/>
        </p:nvSpPr>
        <p:spPr>
          <a:xfrm>
            <a:off x="10877550" y="7581900"/>
            <a:ext cx="2781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13658850" y="758190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14400" y="8286750"/>
            <a:ext cx="90392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858375" y="8286750"/>
            <a:ext cx="11144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0877550" y="8286750"/>
            <a:ext cx="2781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13658850" y="8286750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14400" y="8782050"/>
            <a:ext cx="1428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thật;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AES-GCM.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3" name="Connector line-1792339067168-13895410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1834c61b-4801-42e7-9065-8e1835a772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5905500" cy="5619750"/>
          </a:xfrm>
          <a:prstGeom prst="roundRect">
            <a:avLst>
              <a:gd name="adj" fmla="val 440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486150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4000500"/>
            <a:ext cx="5143500" cy="1133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295400" y="5143500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 trong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đó: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295400" y="5715000"/>
            <a:ext cx="5143500" cy="723900"/>
          </a:xfrm>
          <a:prstGeom prst="roundRect">
            <a:avLst>
              <a:gd name="adj" fmla="val 26316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57150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95400" y="6591300"/>
            <a:ext cx="5143500" cy="723900"/>
          </a:xfrm>
          <a:prstGeom prst="roundRect">
            <a:avLst>
              <a:gd name="adj" fmla="val 26316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5913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95400" y="7467600"/>
            <a:ext cx="5143500" cy="723900"/>
          </a:xfrm>
          <a:prstGeom prst="roundRect">
            <a:avLst>
              <a:gd name="adj" fmla="val 26316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46760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7239000" y="3143250"/>
            <a:ext cx="10134600" cy="5619750"/>
          </a:xfrm>
          <a:prstGeom prst="roundRect">
            <a:avLst>
              <a:gd name="adj" fmla="val 440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0" y="34861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620000" y="3905250"/>
            <a:ext cx="238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71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7620000" y="457200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191750" y="3905250"/>
            <a:ext cx="238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59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0191750" y="457200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763500" y="3905250"/>
            <a:ext cx="428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1,8</a:t>
            </a:r>
            <a:r>
              <a:rPr lang="en-US" sz="4200" dirty="0" spc="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4200" dirty="0" spc="-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2,6</a:t>
            </a: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2763500" y="4572000"/>
            <a:ext cx="428625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chạy)</a:t>
            </a:r>
            <a:endParaRPr lang="en-US" sz="1800" dirty="0"/>
          </a:p>
        </p:txBody>
      </p:sp>
      <p:sp>
        <p:nvSpPr>
          <p:cNvPr id="23" name="Connector line-1792339384486-150748877"/>
          <p:cNvSpPr/>
          <p:nvPr/>
        </p:nvSpPr>
        <p:spPr>
          <a:xfrm>
            <a:off x="7620000" y="5467350"/>
            <a:ext cx="9372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667625" y="5838825"/>
            <a:ext cx="209550" cy="2095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8096250" y="5695950"/>
            <a:ext cx="895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thấy: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7667625" y="6505575"/>
            <a:ext cx="209550" cy="2095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7" name="Text 25"/>
          <p:cNvSpPr/>
          <p:nvPr/>
        </p:nvSpPr>
        <p:spPr>
          <a:xfrm>
            <a:off x="8096250" y="6362700"/>
            <a:ext cx="895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7667625" y="71723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8096250" y="7029450"/>
            <a:ext cx="895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8096250" y="7486650"/>
            <a:ext cx="895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 thành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103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byte: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1" name="Text 29"/>
          <p:cNvSpPr/>
          <p:nvPr/>
        </p:nvSpPr>
        <p:spPr>
          <a:xfrm>
            <a:off x="7620000" y="8058150"/>
            <a:ext cx="93726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ngoài: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InvalidTag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trang.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Connector line-1792339384511-25421814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438b490a-07f0-48f1-b779-4468ab6eb4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9525000" cy="2286000"/>
          </a:xfrm>
          <a:prstGeom prst="roundRect">
            <a:avLst>
              <a:gd name="adj" fmla="val 1083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09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6" name="Connector line-1792363415759-583784632"/>
          <p:cNvSpPr/>
          <p:nvPr/>
        </p:nvSpPr>
        <p:spPr>
          <a:xfrm>
            <a:off x="1619250" y="4381500"/>
            <a:ext cx="80962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447800" y="4210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Shape 6"/>
          <p:cNvSpPr/>
          <p:nvPr/>
        </p:nvSpPr>
        <p:spPr>
          <a:xfrm>
            <a:off x="9544050" y="4210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9" name="Shape 7"/>
          <p:cNvSpPr/>
          <p:nvPr/>
        </p:nvSpPr>
        <p:spPr>
          <a:xfrm>
            <a:off x="4619625" y="4095750"/>
            <a:ext cx="2095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9625" y="409575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238625" y="478155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650" dirty="0" spc="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47750" y="470535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858250" y="4705350"/>
            <a:ext cx="1714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5715000"/>
            <a:ext cx="9525000" cy="2286000"/>
          </a:xfrm>
          <a:prstGeom prst="roundRect">
            <a:avLst>
              <a:gd name="adj" fmla="val 1083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817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2447925" y="6572250"/>
            <a:ext cx="2381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65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650" dirty="0"/>
          </a:p>
        </p:txBody>
      </p:sp>
      <p:sp>
        <p:nvSpPr>
          <p:cNvPr id="17" name="Connector line-1792363415775-218061576"/>
          <p:cNvSpPr/>
          <p:nvPr/>
        </p:nvSpPr>
        <p:spPr>
          <a:xfrm>
            <a:off x="1619250" y="6953250"/>
            <a:ext cx="40481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8" name="Connector line-1792363415775-250016949"/>
          <p:cNvSpPr/>
          <p:nvPr/>
        </p:nvSpPr>
        <p:spPr>
          <a:xfrm>
            <a:off x="5667375" y="6953250"/>
            <a:ext cx="4048125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447800" y="6781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0" name="Shape 18"/>
          <p:cNvSpPr/>
          <p:nvPr/>
        </p:nvSpPr>
        <p:spPr>
          <a:xfrm>
            <a:off x="5524500" y="681037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1" name="Shape 19"/>
          <p:cNvSpPr/>
          <p:nvPr/>
        </p:nvSpPr>
        <p:spPr>
          <a:xfrm>
            <a:off x="9544050" y="6781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Shape 20"/>
          <p:cNvSpPr/>
          <p:nvPr/>
        </p:nvSpPr>
        <p:spPr>
          <a:xfrm>
            <a:off x="6638925" y="6667500"/>
            <a:ext cx="2095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38925" y="6667500"/>
            <a:ext cx="2095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127.0.0.3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6067425" y="7543800"/>
            <a:ext cx="3238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650" dirty="0" spc="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047750" y="72771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762500" y="7277100"/>
            <a:ext cx="1809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58250" y="7277100"/>
            <a:ext cx="1714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0820400" y="3143250"/>
            <a:ext cx="6553200" cy="4857750"/>
          </a:xfrm>
          <a:prstGeom prst="roundRect">
            <a:avLst>
              <a:gd name="adj" fmla="val 509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201400" y="34480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201400" y="3848100"/>
            <a:ext cx="571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sid-4711</a:t>
            </a:r>
            <a:endParaRPr lang="en-US" sz="6300" dirty="0"/>
          </a:p>
        </p:txBody>
      </p:sp>
      <p:sp>
        <p:nvSpPr>
          <p:cNvPr id="31" name="Text 29"/>
          <p:cNvSpPr/>
          <p:nvPr/>
        </p:nvSpPr>
        <p:spPr>
          <a:xfrm>
            <a:off x="11201400" y="5048250"/>
            <a:ext cx="581025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25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550" dirty="0"/>
          </a:p>
        </p:txBody>
      </p:sp>
      <p:sp>
        <p:nvSpPr>
          <p:cNvPr id="32" name="Shape 30"/>
          <p:cNvSpPr/>
          <p:nvPr/>
        </p:nvSpPr>
        <p:spPr>
          <a:xfrm>
            <a:off x="11201400" y="6781800"/>
            <a:ext cx="57912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201400" y="6781800"/>
            <a:ext cx="5791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1201400" y="7391400"/>
            <a:ext cx="57912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01400" y="7391400"/>
            <a:ext cx="57912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14400" y="83439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127.0.0.3 chỉ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hình;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cộng.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8" name="Connector line-1792363415805-85712318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4" name="Shape 4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e0b3c89e-caec-497b-89a0-533f13a64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chủ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 thấy</a:t>
            </a: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143250" cy="2952750"/>
          </a:xfrm>
          <a:prstGeom prst="roundRect">
            <a:avLst>
              <a:gd name="adj" fmla="val 838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448050"/>
            <a:ext cx="276225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895475" y="4486275"/>
            <a:ext cx="1181100" cy="6477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6B6A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2675" y="4676775"/>
            <a:ext cx="266700" cy="266700"/>
          </a:xfrm>
          <a:prstGeom prst="ellipse">
            <a:avLst/>
          </a:prstGeom>
          <a:solidFill>
            <a:srgbClr val="6B6A66"/>
          </a:solidFill>
          <a:ln/>
        </p:spPr>
      </p:sp>
      <p:sp>
        <p:nvSpPr>
          <p:cNvPr id="8" name="Connector line-1792363469862-539806181"/>
          <p:cNvSpPr/>
          <p:nvPr/>
        </p:nvSpPr>
        <p:spPr>
          <a:xfrm flipV="1">
            <a:off x="1971675" y="4400550"/>
            <a:ext cx="1028700" cy="819150"/>
          </a:xfrm>
          <a:prstGeom prst="line">
            <a:avLst/>
          </a:prstGeom>
          <a:noFill/>
          <a:ln w="762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1104900" y="54768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4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9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950" dirty="0" spc="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950" dirty="0" spc="9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endParaRPr lang="en-US" sz="1950" dirty="0"/>
          </a:p>
        </p:txBody>
      </p:sp>
      <p:sp>
        <p:nvSpPr>
          <p:cNvPr id="10" name="Connector line-1792363469865-498939357"/>
          <p:cNvSpPr/>
          <p:nvPr/>
        </p:nvSpPr>
        <p:spPr>
          <a:xfrm>
            <a:off x="4133850" y="4619625"/>
            <a:ext cx="8382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048250" y="3143250"/>
            <a:ext cx="3143250" cy="2952750"/>
          </a:xfrm>
          <a:prstGeom prst="roundRect">
            <a:avLst>
              <a:gd name="adj" fmla="val 838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38750" y="3448050"/>
            <a:ext cx="276225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029325" y="4486275"/>
            <a:ext cx="1181100" cy="647700"/>
          </a:xfrm>
          <a:prstGeom prst="ellipse">
            <a:avLst/>
          </a:prstGeom>
          <a:solidFill>
            <a:srgbClr val="F3DFB8"/>
          </a:solidFill>
          <a:ln w="47625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7475" y="4657725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5238750" y="54768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6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1950" dirty="0" spc="7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95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1950" dirty="0" spc="-7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6400800"/>
            <a:ext cx="7277100" cy="1333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7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chỗ: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sang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VPN.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144000" y="3143250"/>
            <a:ext cx="8229600" cy="1428750"/>
          </a:xfrm>
          <a:prstGeom prst="roundRect">
            <a:avLst>
              <a:gd name="adj" fmla="val 1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91650" y="3552825"/>
            <a:ext cx="609600" cy="6096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9" name="Text 17"/>
          <p:cNvSpPr/>
          <p:nvPr/>
        </p:nvSpPr>
        <p:spPr>
          <a:xfrm>
            <a:off x="9391650" y="3571875"/>
            <a:ext cx="60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4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0248900" y="31432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0" y="4800600"/>
            <a:ext cx="8229600" cy="1428750"/>
          </a:xfrm>
          <a:prstGeom prst="roundRect">
            <a:avLst>
              <a:gd name="adj" fmla="val 1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91650" y="5210175"/>
            <a:ext cx="609600" cy="6096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9391650" y="5229225"/>
            <a:ext cx="60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5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0248900" y="480060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của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25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9144000" y="6457950"/>
            <a:ext cx="8229600" cy="1428750"/>
          </a:xfrm>
          <a:prstGeom prst="roundRect">
            <a:avLst>
              <a:gd name="adj" fmla="val 1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91650" y="6867525"/>
            <a:ext cx="609600" cy="6096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7" name="Text 25"/>
          <p:cNvSpPr/>
          <p:nvPr/>
        </p:nvSpPr>
        <p:spPr>
          <a:xfrm>
            <a:off x="9391650" y="6886575"/>
            <a:ext cx="60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10248900" y="64579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ctr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chính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914400" y="81724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295400" y="8267700"/>
            <a:ext cx="1571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HTTPS, nội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55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295400" y="8724900"/>
            <a:ext cx="1571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soạn: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3" name="Connector line-1792363469897-41851160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37a97c8d-f56d-4ffc-a3c5-0f7eb8bac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5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hầm?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953000"/>
            <a:ext cx="2571750" cy="1428750"/>
          </a:xfrm>
          <a:prstGeom prst="roundRect">
            <a:avLst>
              <a:gd name="adj" fmla="val 17333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5219700"/>
            <a:ext cx="2190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104900" y="5753100"/>
            <a:ext cx="2190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7" name="Connector line-1792363514796-920943779"/>
          <p:cNvSpPr/>
          <p:nvPr/>
        </p:nvSpPr>
        <p:spPr>
          <a:xfrm>
            <a:off x="3486150" y="5667375"/>
            <a:ext cx="704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4067175" y="5543550"/>
            <a:ext cx="247650" cy="2476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9" name="Connector line-1792363514798-189384608"/>
          <p:cNvSpPr/>
          <p:nvPr/>
        </p:nvSpPr>
        <p:spPr>
          <a:xfrm flipV="1">
            <a:off x="4191000" y="4076700"/>
            <a:ext cx="1847850" cy="1590675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63514798-61768633"/>
          <p:cNvSpPr/>
          <p:nvPr/>
        </p:nvSpPr>
        <p:spPr>
          <a:xfrm>
            <a:off x="4191000" y="5667375"/>
            <a:ext cx="1847850" cy="1590675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191250" y="3238500"/>
            <a:ext cx="3333750" cy="1714500"/>
          </a:xfrm>
          <a:prstGeom prst="roundRect">
            <a:avLst>
              <a:gd name="adj" fmla="val 1444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81750" y="3505200"/>
            <a:ext cx="2952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55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381750" y="4038600"/>
            <a:ext cx="29527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191250" y="6381750"/>
            <a:ext cx="3333750" cy="1809750"/>
          </a:xfrm>
          <a:prstGeom prst="roundRect">
            <a:avLst>
              <a:gd name="adj" fmla="val 1368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1750" y="6629400"/>
            <a:ext cx="2952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5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381750" y="7162800"/>
            <a:ext cx="29527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(127.0.0.2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477500" y="3143250"/>
            <a:ext cx="6896100" cy="1619250"/>
          </a:xfrm>
          <a:prstGeom prst="roundRect">
            <a:avLst>
              <a:gd name="adj" fmla="val 1529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58500" y="3390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858500" y="37528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--redirect-gateway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858500" y="42672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950" dirty="0" spc="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77500" y="4953000"/>
            <a:ext cx="6896100" cy="1619250"/>
          </a:xfrm>
          <a:prstGeom prst="roundRect">
            <a:avLst>
              <a:gd name="adj" fmla="val 1529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858500" y="52006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WIREGUARD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858500" y="556260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AllowedIPs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858500" y="60769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3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0477500" y="6762750"/>
            <a:ext cx="6896100" cy="1809750"/>
          </a:xfrm>
          <a:prstGeom prst="roundRect">
            <a:avLst>
              <a:gd name="adj" fmla="val 1368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58500" y="70104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RÒ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RỈ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858500" y="7372350"/>
            <a:ext cx="609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IPv6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rò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0858500" y="7886700"/>
            <a:ext cx="6096000" cy="67627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 bằng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 luật</a:t>
            </a:r>
            <a:r>
              <a:rPr lang="en-US" sz="19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19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lửa,</a:t>
            </a:r>
            <a:r>
              <a:rPr lang="en-US" sz="19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kill-switch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Connector line-1792363514843-7605515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ab5a9ce5-8c5a-4694-9280-fad13482ae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là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 danh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5181600" cy="3333750"/>
          </a:xfrm>
          <a:prstGeom prst="roundRect">
            <a:avLst>
              <a:gd name="adj" fmla="val 742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343400"/>
            <a:ext cx="4419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1650" b="1" spc="1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78155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7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579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553200" y="4000500"/>
            <a:ext cx="5181600" cy="3333750"/>
          </a:xfrm>
          <a:prstGeom prst="roundRect">
            <a:avLst>
              <a:gd name="adj" fmla="val 742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4343400"/>
            <a:ext cx="4419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934200" y="478155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34200" y="60579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 quản lý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2192000" y="4000500"/>
            <a:ext cx="5181600" cy="3333750"/>
          </a:xfrm>
          <a:prstGeom prst="roundRect">
            <a:avLst>
              <a:gd name="adj" fmla="val 7429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4343400"/>
            <a:ext cx="4419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16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573000" y="478155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 tin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573000" y="60579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của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677150"/>
            <a:ext cx="16459200" cy="1295400"/>
          </a:xfrm>
          <a:prstGeom prst="roundRect">
            <a:avLst>
              <a:gd name="adj" fmla="val 19118"/>
            </a:avLst>
          </a:prstGeom>
          <a:solidFill>
            <a:srgbClr val="2A1713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7867650"/>
            <a:ext cx="15716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“Riêng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tư”</a:t>
            </a:r>
            <a:r>
              <a:rPr lang="en-US" sz="255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“ẩn</a:t>
            </a:r>
            <a:r>
              <a:rPr lang="en-US" sz="25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danh”</a:t>
            </a: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5400" y="8439150"/>
            <a:ext cx="15716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 trang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0" name="Connector line-1792363564878-60420518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7feae5f9-ffec-4c57-8463-e79a79aaf2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85900"/>
            <a:ext cx="7620000" cy="3048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VPN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quán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</a:t>
            </a: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phê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8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8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hóa.</a:t>
            </a:r>
            <a:r>
              <a:rPr lang="en-US" sz="28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 Wi-Fi,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VPN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8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web,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28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2809875" y="5876925"/>
            <a:ext cx="285750" cy="2857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5" name="Connector line-1792363608895-690868423"/>
          <p:cNvSpPr/>
          <p:nvPr/>
        </p:nvSpPr>
        <p:spPr>
          <a:xfrm>
            <a:off x="2952750" y="6162675"/>
            <a:ext cx="0" cy="504825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3219450" y="5857875"/>
            <a:ext cx="514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Wi-Fi</a:t>
            </a:r>
            <a:endParaRPr lang="en-US" sz="1800" dirty="0"/>
          </a:p>
        </p:txBody>
      </p:sp>
      <p:sp>
        <p:nvSpPr>
          <p:cNvPr id="7" name="Connector line-1792363608898-2001252"/>
          <p:cNvSpPr/>
          <p:nvPr/>
        </p:nvSpPr>
        <p:spPr>
          <a:xfrm>
            <a:off x="1333500" y="6810375"/>
            <a:ext cx="32385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8" name="Connector line-1792363608898-816105227"/>
          <p:cNvSpPr/>
          <p:nvPr/>
        </p:nvSpPr>
        <p:spPr>
          <a:xfrm>
            <a:off x="4572000" y="6810375"/>
            <a:ext cx="32385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62050" y="6638925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4429125" y="6667500"/>
            <a:ext cx="285750" cy="2857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7639050" y="6638925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4667250" y="640080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1800" dirty="0" spc="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71500" y="71437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14550" y="7143750"/>
            <a:ext cx="1676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810000" y="71437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048500" y="71437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0" y="1428750"/>
            <a:ext cx="8229600" cy="7524750"/>
          </a:xfrm>
          <a:prstGeom prst="roundRect">
            <a:avLst>
              <a:gd name="adj" fmla="val 3544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9486900" y="1828800"/>
            <a:ext cx="838200" cy="838200"/>
          </a:xfrm>
          <a:prstGeom prst="ellipse">
            <a:avLst/>
          </a:prstGeom>
          <a:solidFill>
            <a:srgbClr val="FBF8F2"/>
          </a:solidFill>
          <a:ln/>
        </p:spPr>
      </p:sp>
      <p:sp>
        <p:nvSpPr>
          <p:cNvPr id="19" name="Shape 17"/>
          <p:cNvSpPr/>
          <p:nvPr/>
        </p:nvSpPr>
        <p:spPr>
          <a:xfrm>
            <a:off x="9696450" y="2076450"/>
            <a:ext cx="438150" cy="352425"/>
          </a:xfrm>
          <a:custGeom>
            <a:avLst/>
            <a:gdLst/>
            <a:ahLst/>
            <a:cxnLst/>
            <a:rect l="l" t="t" r="r" b="b"/>
            <a:pathLst>
              <a:path w="438150" h="352425">
                <a:moveTo>
                  <a:pt x="0" y="190500"/>
                </a:moveTo>
                <a:lnTo>
                  <a:pt x="152400" y="352425"/>
                </a:lnTo>
                <a:lnTo>
                  <a:pt x="438150" y="0"/>
                </a:lnTo>
              </a:path>
            </a:pathLst>
          </a:custGeom>
          <a:ln w="85725">
            <a:solidFill>
              <a:srgbClr val="1F3F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72750" y="2057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7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2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306705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NGỒI</a:t>
            </a:r>
            <a:r>
              <a:rPr lang="en-US" sz="165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6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34290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550" dirty="0" spc="-1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thấy</a:t>
            </a:r>
            <a:r>
              <a:rPr lang="en-US" sz="2550" dirty="0" spc="-3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5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nối,</a:t>
            </a:r>
            <a:r>
              <a:rPr lang="en-US" sz="255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550" dirty="0" spc="6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thước,</a:t>
            </a:r>
            <a:r>
              <a:rPr lang="en-US" sz="25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r>
              <a:rPr lang="en-US" sz="2550" dirty="0" spc="1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525000" y="459105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525000" y="49530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550" dirty="0" spc="2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địa</a:t>
            </a:r>
            <a:r>
              <a:rPr lang="en-US" sz="25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9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thật,</a:t>
            </a:r>
            <a:r>
              <a:rPr lang="en-US" sz="2550" dirty="0" spc="1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đích,</a:t>
            </a:r>
            <a:r>
              <a:rPr lang="en-US" sz="25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55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5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550" dirty="0" spc="7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5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525000" y="611505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525000" y="64770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Thấy</a:t>
            </a:r>
            <a:r>
              <a:rPr lang="en-US" sz="2550" dirty="0" spc="2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địa</a:t>
            </a:r>
            <a:r>
              <a:rPr lang="en-US" sz="25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550" dirty="0" spc="-1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VPN,</a:t>
            </a:r>
            <a:r>
              <a:rPr lang="en-US" sz="25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2550" dirty="0" spc="-2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-9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5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khoản</a:t>
            </a:r>
            <a:endParaRPr lang="en-US" sz="2550" dirty="0"/>
          </a:p>
        </p:txBody>
      </p:sp>
      <p:sp>
        <p:nvSpPr>
          <p:cNvPr id="27" name="Connector line-1792363608936-249607179"/>
          <p:cNvSpPr/>
          <p:nvPr/>
        </p:nvSpPr>
        <p:spPr>
          <a:xfrm>
            <a:off x="9525000" y="7696200"/>
            <a:ext cx="7467600" cy="0"/>
          </a:xfrm>
          <a:prstGeom prst="line">
            <a:avLst/>
          </a:prstGeom>
          <a:noFill/>
          <a:ln w="19050">
            <a:solidFill>
              <a:srgbClr val="FFFFFF">
                <a:alpha val="4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7905750"/>
            <a:ext cx="74676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-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100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Connector line-1792363608941-44106280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74f947e-370e-4b2a-a0d8-828dbdd248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29527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181100" y="35623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Virtual</a:t>
            </a:r>
            <a:r>
              <a:rPr lang="en-US" sz="16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Private Network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81100" y="417195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05400" y="276225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29527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5372100" y="35623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6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372100" y="417195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296400" y="276225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63100" y="29527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IPv6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563100" y="35623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6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r>
              <a:rPr lang="en-US" sz="16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version</a:t>
            </a:r>
            <a:r>
              <a:rPr lang="en-US" sz="16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6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563100" y="417195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487400" y="276225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54100" y="29527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3754100" y="35623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Domain</a:t>
            </a:r>
            <a:r>
              <a:rPr lang="en-US" sz="16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Name</a:t>
            </a:r>
            <a:r>
              <a:rPr lang="en-US" sz="16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System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754100" y="417195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4400" y="533400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1100" y="55245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1181100" y="61341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Advanced</a:t>
            </a:r>
            <a:r>
              <a:rPr lang="en-US" sz="16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Encryption</a:t>
            </a:r>
            <a:r>
              <a:rPr lang="en-US" sz="16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1100" y="674370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105400" y="533400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72100" y="55245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5372100" y="61341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Galois/Counter</a:t>
            </a:r>
            <a:r>
              <a:rPr lang="en-US" sz="16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Mode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5372100" y="674370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AES</a:t>
            </a:r>
            <a:r>
              <a:rPr lang="en-US" sz="180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296400" y="533400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63100" y="55245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9563100" y="61341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Transport</a:t>
            </a:r>
            <a:r>
              <a:rPr lang="en-US" sz="165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Layer</a:t>
            </a:r>
            <a:r>
              <a:rPr lang="en-US" sz="16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63100" y="674370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3487400" y="5334000"/>
            <a:ext cx="388620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54100" y="55245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300" dirty="0"/>
          </a:p>
        </p:txBody>
      </p:sp>
      <p:sp>
        <p:nvSpPr>
          <p:cNvPr id="34" name="Text 32"/>
          <p:cNvSpPr/>
          <p:nvPr/>
        </p:nvSpPr>
        <p:spPr>
          <a:xfrm>
            <a:off x="13754100" y="61341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HyperText</a:t>
            </a:r>
            <a:r>
              <a:rPr lang="en-US" sz="165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Transfer</a:t>
            </a:r>
            <a:r>
              <a:rPr lang="en-US" sz="16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r>
              <a:rPr lang="en-US" sz="165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Secure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3754100" y="6743700"/>
            <a:ext cx="335280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1800" dirty="0"/>
          </a:p>
        </p:txBody>
      </p:sp>
      <p:sp>
        <p:nvSpPr>
          <p:cNvPr id="36" name="Connector line-1792365264232-573712147"/>
          <p:cNvSpPr/>
          <p:nvPr/>
        </p:nvSpPr>
        <p:spPr>
          <a:xfrm>
            <a:off x="914400" y="802005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914400" y="8172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14400" y="85344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3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OpenVPN</a:t>
            </a:r>
            <a:r>
              <a:rPr lang="en-US" sz="210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14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WireGuard</a:t>
            </a:r>
            <a:r>
              <a:rPr lang="en-US" sz="21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MDN</a:t>
            </a:r>
            <a:r>
              <a:rPr lang="en-US" sz="210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44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OWASP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914400" y="89725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1" name="Connector line-1792365264240-8875426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0f001f35-f503-4375-9a2b-0dde114237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2026-10-19T00:08:20Z</dcterms:created>
  <dcterms:modified xsi:type="dcterms:W3CDTF">2026-10-19T00:08:20Z</dcterms:modified>
</cp:coreProperties>
</file>