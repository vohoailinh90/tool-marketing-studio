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2286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cách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dời?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334000"/>
            <a:ext cx="8572500" cy="4572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thêm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sd-04-025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91440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2001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58500" y="1638300"/>
            <a:ext cx="6096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12.500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dời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0477500" y="295275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0" y="32385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58500" y="3676650"/>
            <a:ext cx="6096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79.651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dời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0477500" y="499110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52768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8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58500" y="5715000"/>
            <a:ext cx="6096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20.670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dời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10477500" y="702945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8500" y="73152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1800" b="1" spc="20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58500" y="7753350"/>
            <a:ext cx="6096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19.993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dời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0477500" y="9096375"/>
            <a:ext cx="6896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100.000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67175ed-179b-4eb6-807c-bb59a9ca80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14300" cy="2381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240000" cy="25717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 cách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75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hỏi: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15240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shard: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238750"/>
            <a:ext cx="78105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05900" y="5238750"/>
            <a:ext cx="78105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6858000"/>
            <a:ext cx="16002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71247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58190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100.000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từ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95400" y="8153400"/>
            <a:ext cx="1524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cbd1f5a-4e64-4602-9b9f-7d0295a5f1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dải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liền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6576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524250"/>
            <a:ext cx="3086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0150" y="3981450"/>
            <a:ext cx="3086100" cy="1000125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25.000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00150" y="5048250"/>
            <a:ext cx="3086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25.000,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25.001</a:t>
            </a:r>
            <a:r>
              <a:rPr lang="en-US" sz="19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...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029200" y="3238500"/>
            <a:ext cx="36576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14950" y="3524250"/>
            <a:ext cx="3086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14950" y="3981450"/>
            <a:ext cx="3086100" cy="1000125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 cuối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3238500"/>
            <a:ext cx="3657600" cy="2476500"/>
          </a:xfrm>
          <a:prstGeom prst="roundRect">
            <a:avLst>
              <a:gd name="adj" fmla="val 10769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429750" y="3524250"/>
            <a:ext cx="3086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29750" y="3924300"/>
            <a:ext cx="30861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12.500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429750" y="4953000"/>
            <a:ext cx="30861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12,5%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3258800" y="3238500"/>
            <a:ext cx="36576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44550" y="3524250"/>
            <a:ext cx="3086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44550" y="3981450"/>
            <a:ext cx="3086100" cy="5905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544550" y="4572000"/>
            <a:ext cx="3086100" cy="723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12.500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 3</a:t>
            </a: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25.000</a:t>
            </a:r>
            <a:endParaRPr lang="en-US" sz="1950" dirty="0"/>
          </a:p>
        </p:txBody>
      </p:sp>
      <p:sp>
        <p:nvSpPr>
          <p:cNvPr id="19" name="Connector line-1792369527258-945137124"/>
          <p:cNvSpPr/>
          <p:nvPr/>
        </p:nvSpPr>
        <p:spPr>
          <a:xfrm>
            <a:off x="4610100" y="4476750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369527258-424513296"/>
          <p:cNvSpPr/>
          <p:nvPr/>
        </p:nvSpPr>
        <p:spPr>
          <a:xfrm>
            <a:off x="8724900" y="4476750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69527258-73961444"/>
          <p:cNvSpPr/>
          <p:nvPr/>
        </p:nvSpPr>
        <p:spPr>
          <a:xfrm>
            <a:off x="12839700" y="4476750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6191250"/>
            <a:ext cx="7810500" cy="2571750"/>
          </a:xfrm>
          <a:prstGeom prst="roundRect">
            <a:avLst>
              <a:gd name="adj" fmla="val 10370"/>
            </a:avLst>
          </a:prstGeom>
          <a:solidFill>
            <a:srgbClr val="F3DFB8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4770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BẪY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95400" y="6915150"/>
            <a:ext cx="7048500" cy="1000125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295400" y="8058150"/>
            <a:ext cx="704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05900" y="6191250"/>
            <a:ext cx="781050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27" name="Text 25"/>
          <p:cNvSpPr/>
          <p:nvPr/>
        </p:nvSpPr>
        <p:spPr>
          <a:xfrm>
            <a:off x="9486900" y="64770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86900" y="6915150"/>
            <a:ext cx="7048500" cy="5905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9486900" y="8058150"/>
            <a:ext cx="704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 từ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30.000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31.000.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36ec455-497a-4615-9890-c9e3b32876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Shard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băm(id)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 cho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861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 CHO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7048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6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7048500" cy="619125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563100" y="314325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4100" y="34861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 CHO 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44100" y="4000500"/>
            <a:ext cx="7048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5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79.651</a:t>
            </a:r>
            <a:r>
              <a:rPr lang="en-US" sz="60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944100" y="5143500"/>
            <a:ext cx="7048500" cy="1057275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chỗ,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80%: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cả kho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chuyển.</a:t>
            </a:r>
            <a:endParaRPr lang="en-US" sz="2850" dirty="0"/>
          </a:p>
        </p:txBody>
      </p:sp>
      <p:sp>
        <p:nvSpPr>
          <p:cNvPr id="12" name="Connector line-1792369543811-671652864"/>
          <p:cNvSpPr/>
          <p:nvPr/>
        </p:nvSpPr>
        <p:spPr>
          <a:xfrm>
            <a:off x="8858250" y="5143500"/>
            <a:ext cx="571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91450"/>
            <a:ext cx="15716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4dcba70-4851-4ad3-948a-3c99370a78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b="1" spc="1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2381250" y="3524250"/>
            <a:ext cx="4762500" cy="4762500"/>
          </a:xfrm>
          <a:prstGeom prst="ellipse">
            <a:avLst/>
          </a:prstGeom>
          <a:solidFill>
            <a:srgbClr val="FBF8F2"/>
          </a:solidFill>
          <a:ln w="952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34025" y="3419475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581775" y="6305550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533775" y="7724775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105025" y="4676775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162550" y="7724775"/>
            <a:ext cx="838200" cy="8382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6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Mới</a:t>
            </a:r>
            <a:endParaRPr lang="en-US" sz="1856" dirty="0"/>
          </a:p>
        </p:txBody>
      </p:sp>
      <p:sp>
        <p:nvSpPr>
          <p:cNvPr id="10" name="Shape 8"/>
          <p:cNvSpPr/>
          <p:nvPr/>
        </p:nvSpPr>
        <p:spPr>
          <a:xfrm>
            <a:off x="6296025" y="7439025"/>
            <a:ext cx="304800" cy="304800"/>
          </a:xfrm>
          <a:prstGeom prst="ellipse">
            <a:avLst/>
          </a:prstGeom>
          <a:solidFill>
            <a:srgbClr val="6B6A66"/>
          </a:solidFill>
          <a:ln/>
        </p:spPr>
      </p:sp>
      <p:sp>
        <p:nvSpPr>
          <p:cNvPr id="11" name="Connector line-1792369573755-718196846"/>
          <p:cNvSpPr/>
          <p:nvPr/>
        </p:nvSpPr>
        <p:spPr>
          <a:xfrm flipH="1">
            <a:off x="6019800" y="7734300"/>
            <a:ext cx="323850" cy="2857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143250" y="552450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43250" y="592455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(chấm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xám)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8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72500" y="3143250"/>
            <a:ext cx="8801100" cy="2381250"/>
          </a:xfrm>
          <a:prstGeom prst="roundRect">
            <a:avLst>
              <a:gd name="adj" fmla="val 112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0" y="3429000"/>
            <a:ext cx="800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 ĐIỂM</a:t>
            </a:r>
            <a:r>
              <a:rPr lang="en-US" sz="180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SHARD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53500" y="3829050"/>
            <a:ext cx="8001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20.670</a:t>
            </a:r>
            <a:r>
              <a:rPr lang="en-US" sz="6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dời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953500" y="4857750"/>
            <a:ext cx="800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21%: chỉ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572500" y="5810250"/>
            <a:ext cx="88011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8953500" y="6076950"/>
            <a:ext cx="800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SHARD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53500" y="6515100"/>
            <a:ext cx="8001000" cy="5524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Cung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chênh: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13.057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43.504 khóa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572500" y="8001000"/>
            <a:ext cx="8801100" cy="4572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Cassandra: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 đặt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20cbddc-9b15-4949-a9fc-d2622eaaee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950" b="1" spc="2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 thuộc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9144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95650"/>
            <a:ext cx="838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838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9144000" cy="1619250"/>
          </a:xfrm>
          <a:prstGeom prst="roundRect">
            <a:avLst>
              <a:gd name="adj" fmla="val 16471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05400"/>
            <a:ext cx="838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1.024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 CỐ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5562600"/>
            <a:ext cx="838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9144000" cy="1619250"/>
          </a:xfrm>
          <a:prstGeom prst="roundRect">
            <a:avLst>
              <a:gd name="adj" fmla="val 16471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915150"/>
            <a:ext cx="838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800" b="1" spc="22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7372350"/>
            <a:ext cx="838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nào: chia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0515600" y="3048000"/>
            <a:ext cx="6858000" cy="3429000"/>
          </a:xfrm>
          <a:prstGeom prst="roundRect">
            <a:avLst>
              <a:gd name="adj" fmla="val 7778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96600" y="33337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SHARD:</a:t>
            </a:r>
            <a:r>
              <a:rPr lang="en-US" sz="1800" b="1" spc="2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8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204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96600" y="3771900"/>
            <a:ext cx="6096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19.993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0896600" y="4762500"/>
            <a:ext cx="6096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 (20%)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896600" y="5334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19.922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20.200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515600" y="6667500"/>
            <a:ext cx="68580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0896600" y="69151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896600" y="7353300"/>
            <a:ext cx="6096000" cy="523875"/>
          </a:xfrm>
          <a:prstGeom prst="rect">
            <a:avLst/>
          </a:prstGeom>
          <a:noFill/>
          <a:ln/>
        </p:spPr>
        <p:txBody>
          <a:bodyPr wrap="square" lIns="0" tIns="8763" rIns="0" bIns="-8763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16.384 ô,</a:t>
            </a:r>
            <a:r>
              <a:rPr lang="en-US" sz="2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ô</a:t>
            </a:r>
            <a:r>
              <a:rPr lang="en-US" sz="2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3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crc16</a:t>
            </a:r>
            <a:r>
              <a:rPr lang="en-US" sz="2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dd1182e-30fa-40c6-8271-8c7aac375f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6196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483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4771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62250" y="33909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762250" y="48196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762250" y="62484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76771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Đụng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rải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19ce2e2-e1c9-4585-a7ea-e6547938c8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dư: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8572500" cy="421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0" dirty="0" spc="-4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89%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191500" cy="1057275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chuyển:</a:t>
            </a:r>
            <a:r>
              <a:rPr lang="en-US" sz="28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88.874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100.000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7620000"/>
            <a:ext cx="8191500" cy="7810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0" y="3619500"/>
            <a:ext cx="7467600" cy="51435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0" y="3924300"/>
            <a:ext cx="6705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b="1" spc="2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87000" y="4476750"/>
            <a:ext cx="6705600" cy="1047750"/>
          </a:xfrm>
          <a:prstGeom prst="roundRect">
            <a:avLst>
              <a:gd name="adj" fmla="val 18182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287000" y="5715000"/>
            <a:ext cx="6705600" cy="104775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287000" y="7048500"/>
            <a:ext cx="67056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0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~11%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0287000" y="8001000"/>
            <a:ext cx="670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9: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1527603-9a9a-497c-98b3-6f828624e2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 của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9146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05500" y="2914650"/>
            <a:ext cx="323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0" y="2914650"/>
            <a:ext cx="762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4958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5626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66294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76962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429000"/>
            <a:ext cx="114300" cy="952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495800"/>
            <a:ext cx="114300" cy="952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562600"/>
            <a:ext cx="114300" cy="952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6629400"/>
            <a:ext cx="114300" cy="952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696200"/>
            <a:ext cx="114300" cy="9525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3657600"/>
            <a:ext cx="438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95400" y="4724400"/>
            <a:ext cx="438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5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95400" y="5791200"/>
            <a:ext cx="438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Vòng,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95400" y="6858000"/>
            <a:ext cx="438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Vòng,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95400" y="7924800"/>
            <a:ext cx="438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5905500" y="3600450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12.500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905500" y="4667250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79.651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905500" y="5734050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2.906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905500" y="6800850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20.670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905500" y="7867650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19.993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525000" y="3695700"/>
            <a:ext cx="7620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10.000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25000" y="4762500"/>
            <a:ext cx="7620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88.874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525000" y="5829300"/>
            <a:ext cx="7620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13.057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43.504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525000" y="6896100"/>
            <a:ext cx="7620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525000" y="7962900"/>
            <a:ext cx="7620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204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ae647d6b-a96b-4b3e-a7e2-c0071acb55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909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1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70485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5429250"/>
            <a:ext cx="7048500" cy="94297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7239000"/>
            <a:ext cx="7048500" cy="428625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 thử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r>
              <a:rPr lang="en-US" sz="19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63100" y="3048000"/>
            <a:ext cx="78105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44100" y="33337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44100" y="379095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63100" y="5048250"/>
            <a:ext cx="78105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944100" y="53340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44100" y="57912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src/cluster.h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src/cluster.c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63100" y="7048500"/>
            <a:ext cx="78105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944100" y="73342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1800" b="1" spc="2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44100" y="779145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conf/cassandra.yaml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b7e8b29-7819-4f26-b639-f7e3531c20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2026-10-19T01:59:31Z</dcterms:created>
  <dcterms:modified xsi:type="dcterms:W3CDTF">2026-10-19T01:59:31Z</dcterms:modified>
</cp:coreProperties>
</file>