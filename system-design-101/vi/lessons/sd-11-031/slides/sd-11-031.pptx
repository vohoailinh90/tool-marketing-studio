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ricolage Grotesque"/>
      <p:bold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tán: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66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66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dùng,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bẫy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chỉ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endParaRPr lang="en-US" sz="3000" dirty="0"/>
          </a:p>
        </p:txBody>
      </p:sp>
      <p:sp>
        <p:nvSpPr>
          <p:cNvPr id="5" name="Connector line-1792423127511-593818546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bẫy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Khóa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335000" y="3143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Dẫn đầu,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381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19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335000" y="56197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Tồn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335000" y="6858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endParaRPr lang="en-US" sz="2100" dirty="0"/>
          </a:p>
        </p:txBody>
      </p:sp>
      <p:sp>
        <p:nvSpPr>
          <p:cNvPr id="13" name="Connector line-1792423127533-711455499"/>
          <p:cNvSpPr/>
          <p:nvPr/>
        </p:nvSpPr>
        <p:spPr>
          <a:xfrm flipV="1">
            <a:off x="12439650" y="3505200"/>
            <a:ext cx="895350" cy="163830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Connector line-1792423127534-152330960"/>
          <p:cNvSpPr/>
          <p:nvPr/>
        </p:nvSpPr>
        <p:spPr>
          <a:xfrm flipV="1">
            <a:off x="12439650" y="4743450"/>
            <a:ext cx="895350" cy="40005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Connector line-1792423127534-654052641"/>
          <p:cNvSpPr/>
          <p:nvPr/>
        </p:nvSpPr>
        <p:spPr>
          <a:xfrm>
            <a:off x="12439650" y="5143500"/>
            <a:ext cx="895350" cy="8382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6" name="Connector line-1792423127534-999459921"/>
          <p:cNvSpPr/>
          <p:nvPr/>
        </p:nvSpPr>
        <p:spPr>
          <a:xfrm>
            <a:off x="12439650" y="5143500"/>
            <a:ext cx="895350" cy="20764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363432a-ac8c-4315-9fac-9dcfd8e2bd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14300" cy="4191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 chỉ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7800" dirty="0" spc="-9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7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3300" dirty="0" spc="-4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300" dirty="0" spc="-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dirty="0" spc="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300" dirty="0" spc="0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3300" dirty="0" spc="-2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dirty="0" spc="-4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300" dirty="0" spc="-1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3300" dirty="0" spc="-2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dirty="0" spc="-8" kern="0">
                <a:solidFill>
                  <a:srgbClr val="3A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da7db5fa-5d06-4203-ba35-bda63b1c48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BẦU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80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1800" b="1" spc="24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800" b="1" spc="3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3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2095500" y="4286250"/>
            <a:ext cx="2095500" cy="20955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239000" y="3810000"/>
            <a:ext cx="9525000" cy="1238250"/>
          </a:xfrm>
          <a:prstGeom prst="roundRect">
            <a:avLst>
              <a:gd name="adj" fmla="val 2153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Bầu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239000" y="5619750"/>
            <a:ext cx="9525000" cy="1238250"/>
          </a:xfrm>
          <a:prstGeom prst="roundRect">
            <a:avLst>
              <a:gd name="adj" fmla="val 2153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lịch: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máy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</p:txBody>
      </p:sp>
      <p:sp>
        <p:nvSpPr>
          <p:cNvPr id="7" name="Connector line-1792423131400-349425972"/>
          <p:cNvSpPr/>
          <p:nvPr/>
        </p:nvSpPr>
        <p:spPr>
          <a:xfrm flipV="1">
            <a:off x="4191000" y="4429125"/>
            <a:ext cx="3048000" cy="904875"/>
          </a:xfrm>
          <a:prstGeom prst="curvedConnector3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3131401-485480447"/>
          <p:cNvSpPr/>
          <p:nvPr/>
        </p:nvSpPr>
        <p:spPr>
          <a:xfrm>
            <a:off x="4191000" y="5334000"/>
            <a:ext cx="3048000" cy="904875"/>
          </a:xfrm>
          <a:prstGeom prst="curvedConnector3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0052b55-2140-4ed9-87e1-b5d5e6af8f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1800" b="1" spc="26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3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63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3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250" b="1" spc="18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b="1" spc="17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b="1" spc="23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71475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richtext-1792423132295-800480554"/>
          <p:cNvSpPr/>
          <p:nvPr/>
        </p:nvSpPr>
        <p:spPr>
          <a:xfrm>
            <a:off x="12954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6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mạng,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372600" y="3048000"/>
            <a:ext cx="800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2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72600" y="371475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richtext-1792423132320-339985439"/>
          <p:cNvSpPr/>
          <p:nvPr/>
        </p:nvSpPr>
        <p:spPr>
          <a:xfrm>
            <a:off x="97536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6edac1ae-b50d-44b2-9170-1ef3908eff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1800" b="1" spc="20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3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mua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món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3714750" cy="1809750"/>
          </a:xfrm>
          <a:prstGeom prst="roundRect">
            <a:avLst>
              <a:gd name="adj" fmla="val 12632"/>
            </a:avLst>
          </a:prstGeom>
          <a:solidFill>
            <a:srgbClr val="FBE6C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162550" y="3619500"/>
            <a:ext cx="3714750" cy="1809750"/>
          </a:xfrm>
          <a:prstGeom prst="roundRect">
            <a:avLst>
              <a:gd name="adj" fmla="val 12632"/>
            </a:avLst>
          </a:prstGeom>
          <a:solidFill>
            <a:srgbClr val="FBE6C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10700" y="3619500"/>
            <a:ext cx="3714750" cy="1809750"/>
          </a:xfrm>
          <a:prstGeom prst="roundRect">
            <a:avLst>
              <a:gd name="adj" fmla="val 12632"/>
            </a:avLst>
          </a:prstGeom>
          <a:solidFill>
            <a:srgbClr val="FBE6C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658850" y="3619500"/>
            <a:ext cx="3714750" cy="1809750"/>
          </a:xfrm>
          <a:prstGeom prst="roundRect">
            <a:avLst>
              <a:gd name="adj" fmla="val 12632"/>
            </a:avLst>
          </a:prstGeom>
          <a:solidFill>
            <a:srgbClr val="FBE6C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chờ,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400" dirty="0"/>
          </a:p>
        </p:txBody>
      </p:sp>
      <p:sp>
        <p:nvSpPr>
          <p:cNvPr id="8" name="Connector line-1792423133281-36535995"/>
          <p:cNvSpPr/>
          <p:nvPr/>
        </p:nvSpPr>
        <p:spPr>
          <a:xfrm>
            <a:off x="4629150" y="4524375"/>
            <a:ext cx="5334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23133281-412397583"/>
          <p:cNvSpPr/>
          <p:nvPr/>
        </p:nvSpPr>
        <p:spPr>
          <a:xfrm>
            <a:off x="8877300" y="4524375"/>
            <a:ext cx="5334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423133281-943278738"/>
          <p:cNvSpPr/>
          <p:nvPr/>
        </p:nvSpPr>
        <p:spPr>
          <a:xfrm>
            <a:off x="13125450" y="4524375"/>
            <a:ext cx="5334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6477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tồn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30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5b4a058-7100-4dbd-973b-e6c039b431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1800" b="1" spc="20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phiên,</a:t>
            </a:r>
            <a:r>
              <a:rPr lang="en-US" sz="6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3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514725"/>
            <a:ext cx="876300" cy="8763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62250" y="3143250"/>
            <a:ext cx="1409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5419725"/>
            <a:ext cx="876300" cy="8763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62250" y="5048250"/>
            <a:ext cx="1409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 lúc.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953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7324725"/>
            <a:ext cx="876300" cy="8763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62250" y="6953250"/>
            <a:ext cx="14097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Tránh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sai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03c55ac-532a-4401-a57e-b30c227121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b="1" spc="3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r>
              <a:rPr lang="en-US" sz="6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khóa.</a:t>
            </a:r>
            <a:endParaRPr lang="en-US" sz="6300" dirty="0"/>
          </a:p>
        </p:txBody>
      </p:sp>
      <p:sp>
        <p:nvSpPr>
          <p:cNvPr id="4" name="Connector line-1792423166527-678308450"/>
          <p:cNvSpPr/>
          <p:nvPr/>
        </p:nvSpPr>
        <p:spPr>
          <a:xfrm>
            <a:off x="1905000" y="4572000"/>
            <a:ext cx="14478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2171700" y="3886200"/>
            <a:ext cx="1371600" cy="13716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81700" y="3886200"/>
            <a:ext cx="1371600" cy="13716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791700" y="3886200"/>
            <a:ext cx="1371600" cy="13716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601700" y="3886200"/>
            <a:ext cx="1371600" cy="13716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561975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953000" y="561975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63000" y="561975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573000" y="5619750"/>
            <a:ext cx="342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</a:t>
            </a: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tỉnh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dậy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eff34f50-c439-4110-abbc-6acd0af386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 của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 lần ghi muộn.</a:t>
            </a:r>
            <a:endParaRPr lang="en-US" sz="6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9875520"/>
              </a:tblGrid>
              <a:tr h="1428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6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Kho</a:t>
                      </a:r>
                      <a:r>
                        <a:rPr lang="en-US" sz="2850" b="1" dirty="0" spc="-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850" b="1" dirty="0" spc="-1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850" b="1" dirty="0" spc="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51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850" b="1" dirty="0" spc="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428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85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850" b="1" dirty="0" spc="-1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Cả</a:t>
                      </a:r>
                      <a:r>
                        <a:rPr lang="en-US" sz="2850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r>
                        <a:rPr lang="en-US" sz="28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8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850" dirty="0" spc="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8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nhận;</a:t>
                      </a:r>
                      <a:r>
                        <a:rPr lang="en-US" sz="285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</a:t>
                      </a:r>
                      <a:r>
                        <a:rPr lang="en-US" sz="28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85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r>
                        <a:rPr lang="en-US" sz="28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  <a:tr h="1428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Số</a:t>
                      </a:r>
                      <a:r>
                        <a:rPr lang="en-US" sz="28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</a:t>
                      </a:r>
                      <a:r>
                        <a:rPr lang="en-US" sz="2850" b="1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850" b="1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850" b="1" dirty="0" spc="-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</a:t>
                      </a:r>
                      <a:r>
                        <a:rPr lang="en-US" sz="2850" dirty="0" spc="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8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nhận</a:t>
                      </a:r>
                      <a:r>
                        <a:rPr lang="en-US" sz="2850" dirty="0" spc="-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(số</a:t>
                      </a:r>
                      <a:r>
                        <a:rPr lang="en-US" sz="2850" dirty="0" spc="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2);</a:t>
                      </a:r>
                      <a:r>
                        <a:rPr lang="en-US" sz="28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</a:t>
                      </a:r>
                      <a:r>
                        <a:rPr lang="en-US" sz="28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bị</a:t>
                      </a:r>
                      <a:r>
                        <a:rPr lang="en-US" sz="28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8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chối</a:t>
                      </a:r>
                      <a:r>
                        <a:rPr lang="en-US" sz="2850" dirty="0" spc="-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(số</a:t>
                      </a:r>
                      <a:r>
                        <a:rPr lang="en-US" sz="28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08/10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78bd7aa-6dd0-4a2e-a634-bf99c1cbed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192500" cy="28575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Báo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 chạy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</a:t>
            </a:r>
            <a:r>
              <a:rPr lang="en-US" sz="63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6300" dirty="0" spc="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TTL: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63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3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63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5143500"/>
            <a:ext cx="164592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richtext-1792423168305-397274098"/>
          <p:cNvSpPr/>
          <p:nvPr/>
        </p:nvSpPr>
        <p:spPr>
          <a:xfrm>
            <a:off x="1333500" y="5334000"/>
            <a:ext cx="156210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TTL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0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</a:t>
            </a:r>
            <a:r>
              <a:rPr lang="en-US" sz="30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dc3b4b9-2a36-4341-a86d-851de804d6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</a:t>
            </a:r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(Time</a:t>
            </a:r>
            <a:r>
              <a:rPr lang="en-US" sz="225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Live):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sống,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36195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36195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Martin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Kleppmann: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How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distributed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locking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6670f6b0-6291-412d-82cd-06292a9470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2026-10-19T15:19:54Z</dcterms:created>
  <dcterms:modified xsi:type="dcterms:W3CDTF">2026-10-19T15:19:54Z</dcterms:modified>
</cp:coreProperties>
</file>