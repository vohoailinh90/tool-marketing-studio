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952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4287500" cy="25717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SEO: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300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ích,</a:t>
            </a:r>
            <a:r>
              <a:rPr lang="en-US" sz="30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Crawl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5200650" y="6096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Index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486900" y="6096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3773150" y="6096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bạn</a:t>
            </a:r>
            <a:endParaRPr lang="en-US" sz="2550" dirty="0"/>
          </a:p>
        </p:txBody>
      </p:sp>
      <p:sp>
        <p:nvSpPr>
          <p:cNvPr id="9" name="Connector line-1792370921584-925080803"/>
          <p:cNvSpPr/>
          <p:nvPr/>
        </p:nvSpPr>
        <p:spPr>
          <a:xfrm>
            <a:off x="4572000" y="6619875"/>
            <a:ext cx="5715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0" name="Connector line-1792370921584-322649050"/>
          <p:cNvSpPr/>
          <p:nvPr/>
        </p:nvSpPr>
        <p:spPr>
          <a:xfrm>
            <a:off x="8858250" y="6619875"/>
            <a:ext cx="5715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914400" y="9334500"/>
            <a:ext cx="1143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SEO: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16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công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4621e6d1-dce4-4ffc-a9d3-70642b6d41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SEO</a:t>
            </a:r>
            <a:r>
              <a:rPr lang="en-US" sz="180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thứ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90750" y="31908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 cụ tìm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30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3815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190750" y="45243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 hiểu</a:t>
            </a:r>
            <a:r>
              <a:rPr lang="en-US" sz="30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dung?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0750" y="58578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 phù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7239000"/>
            <a:ext cx="12382500" cy="9525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250" b="1" dirty="0" spc="2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25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250" dirty="0"/>
          </a:p>
        </p:txBody>
      </p:sp>
      <p:sp>
        <p:nvSpPr>
          <p:cNvPr id="11" name="Connector line-1792370922687-63836295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5102699c-bcdf-4a80-8ba9-53017451ce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D9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CRAWL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152400" cy="2381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240000" cy="2667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84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4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84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84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8400" dirty="0" spc="-10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84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905500"/>
            <a:ext cx="12382500" cy="10477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2400" b="1" dirty="0" spc="-3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b="1" dirty="0" spc="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24000" y="7334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Sitemap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kiếm.</a:t>
            </a:r>
            <a:endParaRPr lang="en-US" sz="2400" dirty="0"/>
          </a:p>
        </p:txBody>
      </p:sp>
      <p:sp>
        <p:nvSpPr>
          <p:cNvPr id="7" name="Connector line-1792370923495-85285054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 03/10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12469a07-9d99-44b6-83a3-140e28cc34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INDEX: HIỂU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MỤC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hiện?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72390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5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loại;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crawler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thấy.</a:t>
            </a:r>
            <a:endParaRPr lang="en-US" sz="2400" dirty="0"/>
          </a:p>
        </p:txBody>
      </p:sp>
      <p:sp>
        <p:nvSpPr>
          <p:cNvPr id="5" name="Connector line-1792370937833-1847366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431536"/>
                <a:gridCol w="5596128"/>
                <a:gridCol w="5431536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r>
                        <a:rPr lang="en-US" sz="270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HTTP</a:t>
                      </a:r>
                      <a:endParaRPr lang="en-US" sz="1200" dirty="0"/>
                    </a:p>
                  </a:txBody>
                  <a:tcPr marL="304800" marR="304800" marT="270510" marB="270510" anchor="ctr">
                    <a:lnL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Canonical</a:t>
                      </a:r>
                      <a:endParaRPr lang="en-US" sz="1200" dirty="0"/>
                    </a:p>
                  </a:txBody>
                  <a:tcPr marL="304800" marR="304800" marT="270510" marB="270510" anchor="ctr">
                    <a:lnL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</a:t>
                      </a:r>
                      <a:r>
                        <a:rPr lang="en-US" sz="270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thị</a:t>
                      </a:r>
                      <a:r>
                        <a:rPr lang="en-US" sz="2700" b="1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index</a:t>
                      </a:r>
                      <a:endParaRPr lang="en-US" sz="1200" dirty="0"/>
                    </a:p>
                  </a:txBody>
                  <a:tcPr marL="304800" marR="304800" marT="270510" marB="270510" anchor="ctr">
                    <a:lnL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2857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4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Xem</a:t>
                      </a:r>
                      <a:r>
                        <a:rPr lang="en-US" sz="2700" b="1" dirty="0" spc="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700" b="1" dirty="0" spc="-1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trang</a:t>
                      </a:r>
                      <a:r>
                        <a:rPr lang="en-US" sz="2700" b="1" dirty="0" spc="-6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700" b="1" dirty="0" spc="-5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xuất</a:t>
                      </a:r>
                      <a:r>
                        <a:rPr lang="en-US" sz="2700" b="1" dirty="0" spc="-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4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Xem</a:t>
                      </a:r>
                      <a:r>
                        <a:rPr lang="en-US" sz="2700" b="1" dirty="0" spc="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700" b="1" dirty="0" spc="-1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trang</a:t>
                      </a:r>
                      <a:r>
                        <a:rPr lang="en-US" sz="2700" b="1" dirty="0" spc="-6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700" b="1" dirty="0" spc="-5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xuất</a:t>
                      </a:r>
                      <a:r>
                        <a:rPr lang="en-US" sz="2700" b="1" dirty="0" spc="-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4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Xem</a:t>
                      </a:r>
                      <a:r>
                        <a:rPr lang="en-US" sz="2700" b="1" dirty="0" spc="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700" b="1" dirty="0" spc="-1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trang</a:t>
                      </a:r>
                      <a:r>
                        <a:rPr lang="en-US" sz="2700" b="1" dirty="0" spc="-6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700" b="1" dirty="0" spc="-5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xuất</a:t>
                      </a:r>
                      <a:r>
                        <a:rPr lang="en-US" sz="2700" b="1" dirty="0" spc="-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5b5e6722-bfe8-493d-bba8-7c6ae3ba71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SERVE: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80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800" b="1" spc="26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Đoạn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trích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Meta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description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390650" y="5334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snippet.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572000"/>
          </a:xfrm>
          <a:prstGeom prst="roundRect">
            <a:avLst>
              <a:gd name="adj" fmla="val 5833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8488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9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950" b="1" spc="22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48850" y="400050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2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42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420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848850" y="5334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700" dirty="0"/>
          </a:p>
        </p:txBody>
      </p:sp>
      <p:sp>
        <p:nvSpPr>
          <p:cNvPr id="12" name="Connector line-1792373304229-10716929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2415daa-f15d-443d-84c2-d5649a54ca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E8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29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 nên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3810000" cy="3619500"/>
          </a:xfrm>
          <a:prstGeom prst="roundRect">
            <a:avLst>
              <a:gd name="adj" fmla="val 7368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429000"/>
            <a:ext cx="3162300" cy="2857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2850" b="1" dirty="0" spc="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8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5133975" y="3048000"/>
            <a:ext cx="38100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57825" y="3429000"/>
            <a:ext cx="3162300" cy="2857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Heading</a:t>
            </a:r>
            <a:r>
              <a:rPr lang="en-US" sz="2850" b="1" dirty="0" spc="-2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85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353550" y="3048000"/>
            <a:ext cx="38100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77400" y="3429000"/>
            <a:ext cx="3162300" cy="2857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2850" b="1" dirty="0" spc="-3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b="1" dirty="0" spc="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b="1" dirty="0" spc="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3573125" y="3048000"/>
            <a:ext cx="38100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896975" y="3429000"/>
            <a:ext cx="3162300" cy="2857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8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8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nhu</a:t>
            </a:r>
            <a:r>
              <a:rPr lang="en-US" sz="28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914400" y="7239000"/>
            <a:ext cx="123825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Tránh</a:t>
            </a:r>
            <a:r>
              <a:rPr lang="en-US" sz="24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nhồi</a:t>
            </a:r>
            <a:r>
              <a:rPr lang="en-US" sz="24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4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b="1" dirty="0" spc="-2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400" dirty="0"/>
          </a:p>
        </p:txBody>
      </p:sp>
      <p:sp>
        <p:nvSpPr>
          <p:cNvPr id="13" name="Connector line-1792373305125-26572526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7c97b796-271d-4179-8dfc-fa0c52f956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38500"/>
            <a:ext cx="15621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Crawl</a:t>
            </a:r>
            <a:r>
              <a:rPr lang="en-US" sz="3000" b="1" dirty="0" spc="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247900" y="4572000"/>
            <a:ext cx="151257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67000" y="4857750"/>
            <a:ext cx="14287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30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3000" b="1" dirty="0" spc="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index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81400" y="6191250"/>
            <a:ext cx="13792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00500" y="6477000"/>
            <a:ext cx="12954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index</a:t>
            </a:r>
            <a:r>
              <a:rPr lang="en-US" sz="300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b="1" dirty="0" spc="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3000" b="1" dirty="0" spc="-2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30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800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4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crawl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robots.txt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URL.</a:t>
            </a:r>
            <a:endParaRPr lang="en-US" sz="2400" dirty="0"/>
          </a:p>
        </p:txBody>
      </p:sp>
      <p:sp>
        <p:nvSpPr>
          <p:cNvPr id="11" name="Connector line-1792373305995-51569840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7cc2b82-5d38-4ca0-964c-59961d2132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r>
              <a:rPr lang="en-US" sz="6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3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sitemap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3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index?</a:t>
            </a:r>
            <a:endParaRPr lang="en-US" sz="6300" dirty="0"/>
          </a:p>
        </p:txBody>
      </p:sp>
      <p:sp>
        <p:nvSpPr>
          <p:cNvPr id="4" name="Connector line-1792373336582-688720972"/>
          <p:cNvSpPr/>
          <p:nvPr/>
        </p:nvSpPr>
        <p:spPr>
          <a:xfrm>
            <a:off x="1905000" y="4286250"/>
            <a:ext cx="14478000" cy="0"/>
          </a:xfrm>
          <a:prstGeom prst="line">
            <a:avLst/>
          </a:prstGeom>
          <a:noFill/>
          <a:ln w="571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190750" y="400050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Shape 4"/>
          <p:cNvSpPr/>
          <p:nvPr/>
        </p:nvSpPr>
        <p:spPr>
          <a:xfrm>
            <a:off x="6762750" y="4000500"/>
            <a:ext cx="571500" cy="571500"/>
          </a:xfrm>
          <a:prstGeom prst="ellipse">
            <a:avLst/>
          </a:prstGeom>
          <a:solidFill>
            <a:srgbClr val="F3EEE3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44250" y="4000500"/>
            <a:ext cx="571500" cy="571500"/>
          </a:xfrm>
          <a:prstGeom prst="ellipse">
            <a:avLst/>
          </a:prstGeom>
          <a:solidFill>
            <a:srgbClr val="F3EEE3"/>
          </a:solidFill>
          <a:ln w="57150">
            <a:solidFill>
              <a:srgbClr val="1F3F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25750" y="4000500"/>
            <a:ext cx="571500" cy="571500"/>
          </a:xfrm>
          <a:prstGeom prst="ellipse">
            <a:avLst/>
          </a:prstGeom>
          <a:solidFill>
            <a:srgbClr val="F3EEE3"/>
          </a:solidFill>
          <a:ln w="5715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7750" y="48577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Sitemap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619750" y="48577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2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Crawl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001250" y="48577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2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Index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4382750" y="48577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1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Serve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047750" y="5476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619750" y="5476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0001250" y="5476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4382750" y="5476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666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90650" y="6905625"/>
            <a:ext cx="15506700" cy="952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Không.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Sitemap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8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index.</a:t>
            </a:r>
            <a:endParaRPr lang="en-US" sz="2850" dirty="0"/>
          </a:p>
        </p:txBody>
      </p:sp>
      <p:sp>
        <p:nvSpPr>
          <p:cNvPr id="19" name="Connector line-1792373336609-19300179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ed2a42d-764c-41c3-9381-610678cf94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CORE WEB</a:t>
            </a:r>
            <a:r>
              <a:rPr lang="en-US" sz="1800" b="1" spc="27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VITALS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4953000" cy="5334000"/>
          </a:xfrm>
          <a:prstGeom prst="rect">
            <a:avLst/>
          </a:prstGeom>
          <a:noFill/>
          <a:ln/>
        </p:spPr>
        <p:txBody>
          <a:bodyPr wrap="square" lIns="0" tIns="350520" rIns="0" bIns="-350520" rtlCol="0" anchor="t"/>
          <a:lstStyle/>
          <a:p>
            <a:pPr algn="l" indent="0" marL="0">
              <a:lnSpc>
                <a:spcPts val="34500"/>
              </a:lnSpc>
              <a:buNone/>
            </a:pPr>
            <a:r>
              <a:rPr lang="en-US" sz="3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4500" dirty="0"/>
          </a:p>
        </p:txBody>
      </p:sp>
      <p:sp>
        <p:nvSpPr>
          <p:cNvPr id="4" name="Text 2"/>
          <p:cNvSpPr/>
          <p:nvPr/>
        </p:nvSpPr>
        <p:spPr>
          <a:xfrm>
            <a:off x="914400" y="6667500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Core</a:t>
            </a:r>
            <a:r>
              <a:rPr lang="en-US" sz="24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Vitals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77000" y="1714500"/>
            <a:ext cx="10896600" cy="1333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0" y="2000250"/>
            <a:ext cx="10134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LCP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·</a:t>
            </a:r>
            <a:r>
              <a:rPr lang="en-US" sz="300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nội</a:t>
            </a:r>
            <a:r>
              <a:rPr lang="en-US" sz="3000" dirty="0" spc="-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dung</a:t>
            </a: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lớn</a:t>
            </a:r>
            <a:r>
              <a:rPr lang="en-US" sz="30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nhất</a:t>
            </a:r>
            <a:r>
              <a:rPr lang="en-US" sz="30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hiển</a:t>
            </a:r>
            <a:r>
              <a:rPr lang="en-US" sz="30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thị</a:t>
            </a:r>
            <a:r>
              <a:rPr lang="en-US" sz="3000" dirty="0" spc="-3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xong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77000" y="3333750"/>
            <a:ext cx="10896600" cy="1333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619500"/>
            <a:ext cx="10134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INP</a:t>
            </a:r>
            <a:r>
              <a:rPr lang="en-US" sz="30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·</a:t>
            </a:r>
            <a:r>
              <a:rPr lang="en-US" sz="3000" dirty="0" spc="-1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trang</a:t>
            </a:r>
            <a:r>
              <a:rPr lang="en-US" sz="300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phản</a:t>
            </a:r>
            <a:r>
              <a:rPr lang="en-US" sz="30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hồi</a:t>
            </a:r>
            <a:r>
              <a:rPr lang="en-US" sz="30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thao</a:t>
            </a:r>
            <a:r>
              <a:rPr lang="en-US" sz="300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477000" y="4953000"/>
            <a:ext cx="10896600" cy="1333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5238750"/>
            <a:ext cx="10134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CLS</a:t>
            </a:r>
            <a:r>
              <a:rPr lang="en-US" sz="300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·</a:t>
            </a:r>
            <a:r>
              <a:rPr lang="en-US" sz="3000" dirty="0" spc="-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bố</a:t>
            </a:r>
            <a:r>
              <a:rPr lang="en-US" sz="30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cục</a:t>
            </a:r>
            <a:r>
              <a:rPr lang="en-US" sz="30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bị</a:t>
            </a:r>
            <a:r>
              <a:rPr lang="en-US" sz="3000" dirty="0" spc="-3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xê</a:t>
            </a:r>
            <a:r>
              <a:rPr lang="en-US" sz="30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77000" y="6762750"/>
            <a:ext cx="1089660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hạng.</a:t>
            </a:r>
            <a:endParaRPr lang="en-US" sz="2400" dirty="0"/>
          </a:p>
        </p:txBody>
      </p:sp>
      <p:sp>
        <p:nvSpPr>
          <p:cNvPr id="12" name="Connector line-1792373337710-35335107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1eefe3ad-5e0f-4ba6-ae96-26a3e96c9d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2870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9525000" cy="5334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SEO</a:t>
            </a:r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(Search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Engine</a:t>
            </a:r>
            <a:r>
              <a:rPr lang="en-US" sz="19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Optimization):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19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 kiếm</a:t>
            </a:r>
            <a:endParaRPr lang="en-US" sz="1950" dirty="0"/>
          </a:p>
          <a:p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b="1" dirty="0" spc="-3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LCP</a:t>
            </a:r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(Largest</a:t>
            </a:r>
            <a:r>
              <a:rPr lang="en-US" sz="19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Contentful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Paint):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hiển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endParaRPr lang="en-US" sz="1950" dirty="0"/>
          </a:p>
          <a:p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b="1" dirty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INP</a:t>
            </a:r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(Interaction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Next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Paint):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19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1950" dirty="0"/>
          </a:p>
          <a:p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CLS</a:t>
            </a:r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(Cumulative</a:t>
            </a:r>
            <a:r>
              <a:rPr lang="en-US" sz="19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Layout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Shift):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endParaRPr lang="en-US" sz="1950" dirty="0"/>
          </a:p>
          <a:p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pPr algn="l" indent="0" marL="0">
              <a:lnSpc>
                <a:spcPts val="2535"/>
              </a:lnSpc>
              <a:spcAft>
                <a:spcPts val="1050"/>
              </a:spcAft>
              <a:buNone/>
            </a:pPr>
            <a:r>
              <a:rPr lang="en-US" sz="19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(HyperText Transfer</a:t>
            </a:r>
            <a:r>
              <a:rPr lang="en-US" sz="19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Protocol):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950" dirty="0"/>
          </a:p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URL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(Uniform</a:t>
            </a:r>
            <a:r>
              <a:rPr lang="en-US" sz="19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Locator):</a:t>
            </a:r>
            <a:r>
              <a:rPr lang="en-US" sz="19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1772900" y="2952750"/>
            <a:ext cx="5600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338579-484622911"/>
          <p:cNvSpPr/>
          <p:nvPr/>
        </p:nvSpPr>
        <p:spPr>
          <a:xfrm>
            <a:off x="11772900" y="3524250"/>
            <a:ext cx="5600700" cy="495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1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Google: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1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SEO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starter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guide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Core</a:t>
            </a:r>
            <a:r>
              <a:rPr lang="en-US" sz="210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Vitals</a:t>
            </a:r>
            <a:endParaRPr lang="en-US" sz="2100" dirty="0"/>
          </a:p>
        </p:txBody>
      </p:sp>
      <p:sp>
        <p:nvSpPr>
          <p:cNvPr id="8" name="Connector line-1792373338600-70395692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986d21e-0b89-441d-aa94-7d09d6123a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2026-10-19T01:33:01Z</dcterms:created>
  <dcterms:modified xsi:type="dcterms:W3CDTF">2026-10-19T01:33:01Z</dcterms:modified>
</cp:coreProperties>
</file>