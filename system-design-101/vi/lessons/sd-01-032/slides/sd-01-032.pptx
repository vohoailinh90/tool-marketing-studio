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Roboto Mono"/>
      <p:bold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2862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2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SOAP,</a:t>
            </a:r>
            <a:r>
              <a:rPr lang="en-US" sz="8100" dirty="0" spc="-1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REST,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RPC: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góc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3000" dirty="0"/>
          </a:p>
        </p:txBody>
      </p:sp>
      <p:sp>
        <p:nvSpPr>
          <p:cNvPr id="5" name="Connector line-1792371622462-797415238"/>
          <p:cNvSpPr/>
          <p:nvPr/>
        </p:nvSpPr>
        <p:spPr>
          <a:xfrm>
            <a:off x="914400" y="733425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62000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mạnh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0" y="1619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0477500" y="3810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4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3849350" y="12382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230350" y="1619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14230350" y="381000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7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nguyên,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096500" y="52768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77500" y="56578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0477500" y="78486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schema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3849350" y="52768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230350" y="56578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4500" dirty="0"/>
          </a:p>
        </p:txBody>
      </p:sp>
      <p:sp>
        <p:nvSpPr>
          <p:cNvPr id="19" name="Text 17"/>
          <p:cNvSpPr/>
          <p:nvPr/>
        </p:nvSpPr>
        <p:spPr>
          <a:xfrm>
            <a:off x="14230350" y="78486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Thủ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tham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e089191-1e50-4230-9de7-5b03b5a5c6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800" b="1" spc="2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240000" cy="2381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 nhau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mạnh.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619250" y="4572000"/>
            <a:ext cx="7239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tốc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0" y="4572000"/>
            <a:ext cx="7810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19250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5457825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296400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3134975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509b5bb-396c-45d9-b62c-9333fd78f7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điệp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6096000"/>
          </a:xfrm>
          <a:prstGeom prst="roundRect">
            <a:avLst>
              <a:gd name="adj" fmla="val 5625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nền:</a:t>
            </a:r>
            <a:r>
              <a:rPr lang="en-US" sz="21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485900" y="3714750"/>
            <a:ext cx="8001000" cy="4857750"/>
          </a:xfrm>
          <a:prstGeom prst="roundRect">
            <a:avLst>
              <a:gd name="adj" fmla="val 5882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866900" y="3905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Envelope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3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2057400" y="4762500"/>
            <a:ext cx="6858000" cy="3429000"/>
          </a:xfrm>
          <a:prstGeom prst="roundRect">
            <a:avLst>
              <a:gd name="adj" fmla="val 6667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2438400" y="50482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Body</a:t>
            </a:r>
            <a:r>
              <a:rPr lang="en-US" sz="3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438400" y="59055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250" dirty="0" spc="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7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25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477500" y="28575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58500" y="3143250"/>
            <a:ext cx="6191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giao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49530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38750"/>
            <a:ext cx="6191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Envelope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0477500" y="7048500"/>
            <a:ext cx="68961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0" y="7334250"/>
            <a:ext cx="6191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SOAP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c544b91-95ff-48a6-abce-aebc04bfaa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4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r>
              <a:rPr lang="en-US" sz="19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MẠNH</a:t>
            </a:r>
            <a:endParaRPr lang="en-US" sz="1950" dirty="0"/>
          </a:p>
        </p:txBody>
      </p:sp>
      <p:sp>
        <p:nvSpPr>
          <p:cNvPr id="6" name="Text richtext-1792371683398-60566601"/>
          <p:cNvSpPr/>
          <p:nvPr/>
        </p:nvSpPr>
        <p:spPr>
          <a:xfrm>
            <a:off x="1333500" y="40957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-3143" rIns="0" bIns="3143" rtlCol="0" anchor="t"/>
          <a:lstStyle/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-10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33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3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33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3300" dirty="0"/>
          </a:p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 diễn</a:t>
            </a: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3300" dirty="0"/>
          </a:p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3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LÀ</a:t>
            </a:r>
            <a:r>
              <a:rPr lang="en-US" sz="195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endParaRPr lang="en-US" sz="1950" dirty="0"/>
          </a:p>
        </p:txBody>
      </p:sp>
      <p:sp>
        <p:nvSpPr>
          <p:cNvPr id="9" name="Text richtext-1792371683423-69937042"/>
          <p:cNvSpPr/>
          <p:nvPr/>
        </p:nvSpPr>
        <p:spPr>
          <a:xfrm>
            <a:off x="9791700" y="40957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-3143" rIns="0" bIns="3143" rtlCol="0" anchor="t"/>
          <a:lstStyle/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3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300" dirty="0" spc="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3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300" dirty="0" spc="1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đẹp</a:t>
            </a:r>
            <a:endParaRPr lang="en-US" sz="3300" dirty="0"/>
          </a:p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3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ffb928c-febf-40ff-9bdb-c213832e73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lấy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242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1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11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25374" rIns="0" bIns="-25374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{ sach</a:t>
            </a:r>
            <a:r>
              <a:rPr lang="en-US" sz="3150" b="1" dirty="0" spc="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{</a:t>
            </a:r>
            <a:r>
              <a:rPr lang="en-US" sz="3150" b="1" dirty="0" spc="3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ten }</a:t>
            </a:r>
            <a:r>
              <a:rPr lang="en-US" sz="3150" b="1" dirty="0" spc="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}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667500" y="323850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7048500" y="35242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048500" y="4286250"/>
            <a:ext cx="4191000" cy="2095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Thực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phù</a:t>
            </a:r>
            <a:r>
              <a:rPr lang="en-US" sz="36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420600" y="323850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0" y="35242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152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15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801600" y="4286250"/>
            <a:ext cx="4191000" cy="2095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36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chọn: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600" dirty="0"/>
          </a:p>
        </p:txBody>
      </p:sp>
      <p:sp>
        <p:nvSpPr>
          <p:cNvPr id="13" name="Connector line-1792371713838-649474295"/>
          <p:cNvSpPr/>
          <p:nvPr/>
        </p:nvSpPr>
        <p:spPr>
          <a:xfrm>
            <a:off x="5867400" y="5143500"/>
            <a:ext cx="800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1713839-373827910"/>
          <p:cNvSpPr/>
          <p:nvPr/>
        </p:nvSpPr>
        <p:spPr>
          <a:xfrm>
            <a:off x="11620500" y="5143500"/>
            <a:ext cx="800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620000"/>
            <a:ext cx="1143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3eaa679-986f-47e7-a54e-f47477cfdc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190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 gọi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477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6" name="Connector line-1792371735527-933888968"/>
          <p:cNvSpPr/>
          <p:nvPr/>
        </p:nvSpPr>
        <p:spPr>
          <a:xfrm>
            <a:off x="4000500" y="3714750"/>
            <a:ext cx="0" cy="39052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7" name="Connector line-1792371735527-228938137"/>
          <p:cNvSpPr/>
          <p:nvPr/>
        </p:nvSpPr>
        <p:spPr>
          <a:xfrm>
            <a:off x="14287500" y="3714750"/>
            <a:ext cx="0" cy="39052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1735527-926087048"/>
          <p:cNvSpPr/>
          <p:nvPr/>
        </p:nvSpPr>
        <p:spPr>
          <a:xfrm>
            <a:off x="4000500" y="495300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81500" y="4191000"/>
            <a:ext cx="952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5" kern="0">
                <a:solidFill>
                  <a:srgbClr val="E8472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giuSach(42)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8191500" y="4333875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100" dirty="0"/>
          </a:p>
        </p:txBody>
      </p:sp>
      <p:sp>
        <p:nvSpPr>
          <p:cNvPr id="11" name="Connector line-1792371735533-933275108"/>
          <p:cNvSpPr/>
          <p:nvPr/>
        </p:nvSpPr>
        <p:spPr>
          <a:xfrm flipH="1">
            <a:off x="4095750" y="647700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381500" y="59055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Thực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thao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tác,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4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790575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4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4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4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a66d1de-4cd3-4b13-b36f-becba28af0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nhấn mạnh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19087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334000" y="335280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 thông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điệp: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700" dirty="0"/>
          </a:p>
        </p:txBody>
      </p:sp>
      <p:sp>
        <p:nvSpPr>
          <p:cNvPr id="7" name="Connector line-1792371750074-571645444"/>
          <p:cNvSpPr/>
          <p:nvPr/>
        </p:nvSpPr>
        <p:spPr>
          <a:xfrm>
            <a:off x="1238250" y="419100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28750" y="442912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5334000" y="459105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</p:txBody>
      </p:sp>
      <p:sp>
        <p:nvSpPr>
          <p:cNvPr id="10" name="Connector line-1792371750079-267328712"/>
          <p:cNvSpPr/>
          <p:nvPr/>
        </p:nvSpPr>
        <p:spPr>
          <a:xfrm>
            <a:off x="1238250" y="54292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28750" y="566737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5334000" y="582930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endParaRPr lang="en-US" sz="2700" dirty="0"/>
          </a:p>
        </p:txBody>
      </p:sp>
      <p:sp>
        <p:nvSpPr>
          <p:cNvPr id="13" name="Connector line-1792371750085-827741644"/>
          <p:cNvSpPr/>
          <p:nvPr/>
        </p:nvSpPr>
        <p:spPr>
          <a:xfrm>
            <a:off x="1238250" y="666750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428750" y="690562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5334000" y="706755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bảng</a:t>
            </a:r>
            <a:r>
              <a:rPr lang="en-US" sz="22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adddc24-b783-4e07-a3cf-c93d59e311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51027" rIns="0" bIns="-51027" rtlCol="0" anchor="t"/>
          <a:lstStyle/>
          <a:p>
            <a:pPr algn="l" indent="0" marL="0">
              <a:lnSpc>
                <a:spcPts val="5967"/>
              </a:lnSpc>
              <a:buNone/>
            </a:pPr>
            <a:r>
              <a:rPr lang="en-US" sz="5738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5738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5738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5738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5738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5738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38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schema:</a:t>
            </a:r>
            <a:r>
              <a:rPr lang="en-US" sz="5738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38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5738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9525000" cy="5524500"/>
          </a:xfrm>
          <a:prstGeom prst="roundRect">
            <a:avLst>
              <a:gd name="adj" fmla="val 551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5242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14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428750" y="4095750"/>
            <a:ext cx="8572500" cy="1905000"/>
          </a:xfrm>
          <a:prstGeom prst="rect">
            <a:avLst/>
          </a:prstGeom>
          <a:noFill/>
          <a:ln/>
        </p:spPr>
        <p:txBody>
          <a:bodyPr wrap="square" lIns="0" tIns="121920" rIns="0" bIns="-12192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GraphQL.</a:t>
            </a:r>
            <a:endParaRPr lang="en-US" sz="12000" dirty="0"/>
          </a:p>
        </p:txBody>
      </p:sp>
      <p:sp>
        <p:nvSpPr>
          <p:cNvPr id="7" name="Text 5"/>
          <p:cNvSpPr/>
          <p:nvPr/>
        </p:nvSpPr>
        <p:spPr>
          <a:xfrm>
            <a:off x="1428750" y="6667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763250" y="3143250"/>
            <a:ext cx="6610350" cy="5524500"/>
          </a:xfrm>
          <a:prstGeom prst="roundRect">
            <a:avLst>
              <a:gd name="adj" fmla="val 551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82350" y="3524250"/>
            <a:ext cx="5810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182350" y="4191000"/>
            <a:ext cx="581025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4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45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d5b7eba-8f41-4e3b-afca-a514141a37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4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0480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cấp,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7623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 khung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điệp,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667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8577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485775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ràng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36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57212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400" dirty="0" spc="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6675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66675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quyền,</a:t>
            </a:r>
            <a:r>
              <a:rPr lang="en-US" sz="3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857500" y="73818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286750"/>
            <a:ext cx="1047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đồng,</a:t>
            </a:r>
            <a:r>
              <a:rPr lang="en-US" sz="21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hành;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“mới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nhất”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f47da20-ba6e-4582-b3a6-32068256db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858500" cy="6286500"/>
          </a:xfrm>
          <a:prstGeom prst="roundRect">
            <a:avLst>
              <a:gd name="adj" fmla="val 424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00375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429000" y="2971800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Simple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29000" y="3314700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sử;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2250" dirty="0"/>
          </a:p>
        </p:txBody>
      </p:sp>
      <p:sp>
        <p:nvSpPr>
          <p:cNvPr id="8" name="Connector line-1792371805236-217253272"/>
          <p:cNvSpPr/>
          <p:nvPr/>
        </p:nvSpPr>
        <p:spPr>
          <a:xfrm>
            <a:off x="1238250" y="3952875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29000" y="4162425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29000" y="4505325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250" dirty="0"/>
          </a:p>
        </p:txBody>
      </p:sp>
      <p:sp>
        <p:nvSpPr>
          <p:cNvPr id="12" name="Connector line-1792371805243-40103543"/>
          <p:cNvSpPr/>
          <p:nvPr/>
        </p:nvSpPr>
        <p:spPr>
          <a:xfrm>
            <a:off x="1238250" y="5143500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38250" y="5381625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429000" y="5353050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29000" y="5695950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cuối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GraphQL</a:t>
            </a:r>
            <a:endParaRPr lang="en-US" sz="2250" dirty="0"/>
          </a:p>
        </p:txBody>
      </p:sp>
      <p:sp>
        <p:nvSpPr>
          <p:cNvPr id="16" name="Connector line-1792371805249-970183383"/>
          <p:cNvSpPr/>
          <p:nvPr/>
        </p:nvSpPr>
        <p:spPr>
          <a:xfrm>
            <a:off x="1238250" y="6334125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" y="65722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429000" y="6543675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429000" y="6886575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250" dirty="0"/>
          </a:p>
        </p:txBody>
      </p:sp>
      <p:sp>
        <p:nvSpPr>
          <p:cNvPr id="20" name="Connector line-1792371805255-183215682"/>
          <p:cNvSpPr/>
          <p:nvPr/>
        </p:nvSpPr>
        <p:spPr>
          <a:xfrm>
            <a:off x="1238250" y="7524750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238250" y="7762875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3429000" y="7734300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429000" y="8077200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chở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2039600" y="2762250"/>
            <a:ext cx="5334000" cy="62865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0" y="3000375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richtext-1792371805264-669937381"/>
          <p:cNvSpPr/>
          <p:nvPr/>
        </p:nvSpPr>
        <p:spPr>
          <a:xfrm>
            <a:off x="12382500" y="3571875"/>
            <a:ext cx="4762500" cy="5334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 phần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 phần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§4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Fielding,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buSzPct val="100000"/>
              <a:buFont typeface="Arial"/>
              <a:buChar char="•"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§3–4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5156e82-0615-4ce3-99a5-ff42666433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2026-10-19T01:03:41Z</dcterms:created>
  <dcterms:modified xsi:type="dcterms:W3CDTF">2026-10-19T01:03:41Z</dcterms:modified>
</cp:coreProperties>
</file>