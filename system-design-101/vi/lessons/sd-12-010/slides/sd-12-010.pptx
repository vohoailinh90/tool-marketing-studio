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Ví,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toán: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3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3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ví</a:t>
            </a:r>
            <a:r>
              <a:rPr lang="en-US" sz="27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nhau?</a:t>
            </a:r>
            <a:endParaRPr lang="en-US" sz="2700" dirty="0"/>
          </a:p>
        </p:txBody>
      </p:sp>
      <p:sp>
        <p:nvSpPr>
          <p:cNvPr id="5" name="Connector line-1792422511830-838785422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lệch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nào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FFB45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FFB454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dirty="0" spc="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195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7e85561-1769-4a66-b650-8989774ddf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ví, sổ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8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78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78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nơi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</a:t>
            </a:r>
            <a:r>
              <a:rPr lang="en-US" sz="30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4467ab4b-f7bd-4471-b48e-453def6c88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 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6900" dirty="0" spc="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mấy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239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bước,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0" y="2857500"/>
            <a:ext cx="82296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0" y="2857500"/>
            <a:ext cx="7524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4381500"/>
            <a:ext cx="82296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4381500"/>
            <a:ext cx="7524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5905500"/>
            <a:ext cx="82296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5905500"/>
            <a:ext cx="7524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7429500"/>
            <a:ext cx="82296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7429500"/>
            <a:ext cx="7524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2cf43ba-d94e-428c-bce7-6cc544d686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Cố</a:t>
            </a: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9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19500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44805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3943350"/>
            <a:ext cx="297180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 ngẫu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391150" y="3143250"/>
            <a:ext cx="3619500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344805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715000" y="3943350"/>
            <a:ext cx="297180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 cố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5%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867900" y="3143250"/>
            <a:ext cx="3619500" cy="3143250"/>
          </a:xfrm>
          <a:prstGeom prst="roundRect">
            <a:avLst>
              <a:gd name="adj" fmla="val 969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91750" y="344805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191750" y="3943350"/>
            <a:ext cx="297180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42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dính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cố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4344650" y="3143250"/>
            <a:ext cx="3028950" cy="3143250"/>
          </a:xfrm>
          <a:prstGeom prst="roundRect">
            <a:avLst>
              <a:gd name="adj" fmla="val 10063"/>
            </a:avLst>
          </a:prstGeom>
          <a:solidFill>
            <a:srgbClr val="B45309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68500" y="3448050"/>
            <a:ext cx="238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668500" y="3943350"/>
            <a:ext cx="23812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550" dirty="0"/>
          </a:p>
        </p:txBody>
      </p:sp>
      <p:sp>
        <p:nvSpPr>
          <p:cNvPr id="16" name="Connector line-1792422516969-561359949"/>
          <p:cNvSpPr/>
          <p:nvPr/>
        </p:nvSpPr>
        <p:spPr>
          <a:xfrm>
            <a:off x="4572000" y="4714875"/>
            <a:ext cx="762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422516970-816395038"/>
          <p:cNvSpPr/>
          <p:nvPr/>
        </p:nvSpPr>
        <p:spPr>
          <a:xfrm>
            <a:off x="9048750" y="4714875"/>
            <a:ext cx="762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422516970-456385513"/>
          <p:cNvSpPr/>
          <p:nvPr/>
        </p:nvSpPr>
        <p:spPr>
          <a:xfrm>
            <a:off x="13525500" y="4714875"/>
            <a:ext cx="762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7048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cách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51bc8c76-b3df-4188-ac9c-a07520f0ce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thao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2762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24750" y="27622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68250" y="2762250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NHIỀU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800" b="1" spc="23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33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33375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24750" y="3333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668250" y="333375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193.216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4857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CFE8E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" y="485775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524750" y="4857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668250" y="485775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6667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50482f6-2a31-4ac9-b20b-988c916d6b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CHUNG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cái: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69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chừng</a:t>
            </a: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DÙNG</a:t>
            </a:r>
            <a:r>
              <a:rPr lang="en-US" sz="1800" b="1" spc="2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63100" y="276225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1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238500"/>
            <a:ext cx="78105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5242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95400" y="40957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cộng,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ghi: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63100" y="3238500"/>
            <a:ext cx="7810500" cy="2476500"/>
          </a:xfrm>
          <a:prstGeom prst="roundRect">
            <a:avLst>
              <a:gd name="adj" fmla="val 12308"/>
            </a:avLst>
          </a:prstGeom>
          <a:solidFill>
            <a:srgbClr val="3DD6A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44100" y="35242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44100" y="40957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Hủy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lệch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096000"/>
            <a:ext cx="78105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2A2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3817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95400" y="69532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563100" y="6096000"/>
            <a:ext cx="78105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2A2E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44100" y="63817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44100" y="69532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da4e8aa-8ec3-4492-90ef-a43442528b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800" b="1" spc="2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1800" b="1" spc="2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800" b="1" spc="30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800" b="1" spc="26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chênh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95300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767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5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3750" dirty="0"/>
          </a:p>
        </p:txBody>
      </p:sp>
      <p:sp>
        <p:nvSpPr>
          <p:cNvPr id="6" name="Text 4"/>
          <p:cNvSpPr/>
          <p:nvPr/>
        </p:nvSpPr>
        <p:spPr>
          <a:xfrm>
            <a:off x="1295400" y="59055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34150" y="3048000"/>
            <a:ext cx="5219700" cy="495300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333750"/>
            <a:ext cx="44767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5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3750" dirty="0"/>
          </a:p>
        </p:txBody>
      </p:sp>
      <p:sp>
        <p:nvSpPr>
          <p:cNvPr id="9" name="Text 7"/>
          <p:cNvSpPr/>
          <p:nvPr/>
        </p:nvSpPr>
        <p:spPr>
          <a:xfrm>
            <a:off x="6915150" y="59055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53900" y="3048000"/>
            <a:ext cx="5219700" cy="4953000"/>
          </a:xfrm>
          <a:prstGeom prst="roundRect">
            <a:avLst>
              <a:gd name="adj" fmla="val 6154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4900" y="3333750"/>
            <a:ext cx="44767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3750" dirty="0"/>
          </a:p>
        </p:txBody>
      </p:sp>
      <p:sp>
        <p:nvSpPr>
          <p:cNvPr id="12" name="Text 10"/>
          <p:cNvSpPr/>
          <p:nvPr/>
        </p:nvSpPr>
        <p:spPr>
          <a:xfrm>
            <a:off x="12534900" y="59055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lệch: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-25.000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d2bed24-dcab-4b01-8cdf-fd3120a943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hai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Chênh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6a15fc0-4149-4031-b312-be8952a8a0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0480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1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857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47675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khoản.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62865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429000" y="59055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</a:t>
            </a:r>
            <a:r>
              <a:rPr lang="en-US" sz="2100" dirty="0" spc="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21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soát.</a:t>
            </a:r>
            <a:endParaRPr lang="en-US" sz="2100" dirty="0"/>
          </a:p>
        </p:txBody>
      </p:sp>
      <p:sp>
        <p:nvSpPr>
          <p:cNvPr id="13" name="Connector line-1792422571002-815924886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5" name="Text richtext-1792422571005-661153187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10f3170-7303-41ae-ba3a-ee5c946ee1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2026-10-19T15:10:27Z</dcterms:created>
  <dcterms:modified xsi:type="dcterms:W3CDTF">2026-10-19T15:10:27Z</dcterms:modified>
</cp:coreProperties>
</file>