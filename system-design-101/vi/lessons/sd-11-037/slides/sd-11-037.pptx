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8953500" cy="31432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78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895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Cam</a:t>
            </a:r>
            <a:r>
              <a:rPr lang="en-US" sz="3000" b="1" dirty="0" spc="-3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b="1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b="1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3000" b="1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Hóa</a:t>
            </a:r>
            <a:r>
              <a:rPr lang="en-US" sz="21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801350" y="4229100"/>
            <a:ext cx="1828800" cy="18288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01350" y="4762500"/>
            <a:ext cx="1828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hóa</a:t>
            </a:r>
            <a:r>
              <a:rPr lang="en-US" sz="255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716000" y="1809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3716000" y="30480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 ngắn</a:t>
            </a:r>
            <a:r>
              <a:rPr lang="en-US" sz="22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3716000" y="42862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250" b="1" dirty="0" spc="-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</a:t>
            </a:r>
            <a:r>
              <a:rPr lang="en-US" sz="22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3716000" y="55245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250" b="1" dirty="0" spc="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25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2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716000" y="6762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học</a:t>
            </a:r>
            <a:endParaRPr lang="en-US" sz="2250" dirty="0"/>
          </a:p>
        </p:txBody>
      </p:sp>
      <p:sp>
        <p:nvSpPr>
          <p:cNvPr id="14" name="Connector line-1792421070210-271505268"/>
          <p:cNvSpPr/>
          <p:nvPr/>
        </p:nvSpPr>
        <p:spPr>
          <a:xfrm flipV="1">
            <a:off x="12630150" y="2209800"/>
            <a:ext cx="1085850" cy="293370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5" name="Connector line-1792421070210-996398519"/>
          <p:cNvSpPr/>
          <p:nvPr/>
        </p:nvSpPr>
        <p:spPr>
          <a:xfrm flipV="1">
            <a:off x="12630150" y="3448050"/>
            <a:ext cx="1085850" cy="16954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6" name="Connector line-1792421070211-190378253"/>
          <p:cNvSpPr/>
          <p:nvPr/>
        </p:nvSpPr>
        <p:spPr>
          <a:xfrm flipV="1">
            <a:off x="12630150" y="4686300"/>
            <a:ext cx="1085850" cy="45720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7" name="Connector line-1792421070211-631246379"/>
          <p:cNvSpPr/>
          <p:nvPr/>
        </p:nvSpPr>
        <p:spPr>
          <a:xfrm>
            <a:off x="12630150" y="5143500"/>
            <a:ext cx="1085850" cy="7810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8" name="Connector line-1792421070211-812026664"/>
          <p:cNvSpPr/>
          <p:nvPr/>
        </p:nvSpPr>
        <p:spPr>
          <a:xfrm>
            <a:off x="12630150" y="5143500"/>
            <a:ext cx="1085850" cy="201930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1583177-9a6f-4a9f-8efa-e167fecbf3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Hóa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Bao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19750" y="3143250"/>
            <a:ext cx="5715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×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6324600" y="314325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05600" y="314325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 lâu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029950" y="3143250"/>
            <a:ext cx="5715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×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11734800" y="314325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115800" y="314325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6286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286500"/>
            <a:ext cx="156972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33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3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300" b="1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4185d60-f26e-4953-97ef-f8fd141826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đòn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bẩy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7239000" cy="3429000"/>
          </a:xfrm>
          <a:prstGeom prst="roundRect">
            <a:avLst>
              <a:gd name="adj" fmla="val 888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619500"/>
            <a:ext cx="628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 ÍT</a:t>
            </a: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4191000"/>
            <a:ext cx="62865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Giảm,</a:t>
            </a:r>
            <a:r>
              <a:rPr lang="en-US" sz="34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34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4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nhàn</a:t>
            </a:r>
            <a:r>
              <a:rPr lang="en-US" sz="34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rỗi,</a:t>
            </a:r>
            <a:r>
              <a:rPr lang="en-US" sz="34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4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34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vừa.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134600" y="3238500"/>
            <a:ext cx="7239000" cy="342900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10850" y="3619500"/>
            <a:ext cx="628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 HƠN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0610850" y="4191000"/>
            <a:ext cx="62865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1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34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34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34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34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điểm.</a:t>
            </a:r>
            <a:endParaRPr lang="en-US" sz="3450" dirty="0"/>
          </a:p>
        </p:txBody>
      </p:sp>
      <p:sp>
        <p:nvSpPr>
          <p:cNvPr id="10" name="Connector line-1792421073975-94495084"/>
          <p:cNvSpPr/>
          <p:nvPr/>
        </p:nvSpPr>
        <p:spPr>
          <a:xfrm>
            <a:off x="8153400" y="4953000"/>
            <a:ext cx="19812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14400" y="74295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đòn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bẩy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bb055c9-e407-4874-978a-b81f92d7f3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 RẺ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0477500" cy="2857500"/>
          </a:xfrm>
          <a:prstGeom prst="rect">
            <a:avLst/>
          </a:prstGeom>
          <a:noFill/>
          <a:ln/>
        </p:spPr>
        <p:txBody>
          <a:bodyPr wrap="square" lIns="0" tIns="175260" rIns="0" bIns="-175260" rtlCol="0" anchor="t"/>
          <a:lstStyle/>
          <a:p>
            <a:pPr algn="l" indent="0" marL="0">
              <a:lnSpc>
                <a:spcPts val="17250"/>
              </a:lnSpc>
              <a:buNone/>
            </a:pPr>
            <a:r>
              <a:rPr lang="en-US" sz="172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17250" dirty="0" spc="-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172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</a:t>
            </a:r>
            <a:endParaRPr lang="en-US" sz="1725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047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30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 đặn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78105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90650" y="64389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CAM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650" b="1" spc="20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6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90650" y="69532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3150" dirty="0"/>
          </a:p>
        </p:txBody>
      </p:sp>
      <p:sp>
        <p:nvSpPr>
          <p:cNvPr id="8" name="Shape 6"/>
          <p:cNvSpPr/>
          <p:nvPr/>
        </p:nvSpPr>
        <p:spPr>
          <a:xfrm>
            <a:off x="9563100" y="6096000"/>
            <a:ext cx="78105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39350" y="64389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0039350" y="69532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31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thu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hồi,</a:t>
            </a:r>
            <a:r>
              <a:rPr lang="en-US" sz="31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31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31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đảm.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aef058dd-4e5a-4f49-8627-5e70319873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1800" b="1" spc="33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800" b="1" spc="30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Bớt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byte,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đường,</a:t>
            </a:r>
            <a:r>
              <a:rPr lang="en-US" sz="69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95400" y="2857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KỸ</a:t>
            </a:r>
            <a:r>
              <a:rPr lang="en-US" sz="1650" b="1" spc="1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525000" y="2857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400" y="3333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333375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Nén</a:t>
            </a:r>
            <a:r>
              <a:rPr lang="en-US" sz="31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9525000" y="333375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14400" y="5143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514350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9525000" y="5143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69532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695325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1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3150" dirty="0"/>
          </a:p>
        </p:txBody>
      </p:sp>
      <p:sp>
        <p:nvSpPr>
          <p:cNvPr id="14" name="Text 12"/>
          <p:cNvSpPr/>
          <p:nvPr/>
        </p:nvSpPr>
        <p:spPr>
          <a:xfrm>
            <a:off x="9525000" y="695325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byte.</a:t>
            </a:r>
            <a:endParaRPr lang="en-US" sz="28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0b1b1a3-f862-409c-83db-00a4cefd0a5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3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2956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1650" b="1" spc="21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</a:t>
            </a:r>
            <a:r>
              <a:rPr lang="en-US" sz="1650" b="1" spc="21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3810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29540" rIns="0" bIns="-129540" rtlCol="0" anchor="t"/>
          <a:lstStyle/>
          <a:p>
            <a:pPr algn="l" indent="0" marL="0">
              <a:lnSpc>
                <a:spcPts val="12750"/>
              </a:lnSpc>
              <a:buNone/>
            </a:pPr>
            <a:r>
              <a:rPr lang="en-US" sz="127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1680</a:t>
            </a:r>
            <a:endParaRPr lang="en-US" sz="12750" dirty="0"/>
          </a:p>
        </p:txBody>
      </p:sp>
      <p:sp>
        <p:nvSpPr>
          <p:cNvPr id="7" name="Text 5"/>
          <p:cNvSpPr/>
          <p:nvPr/>
        </p:nvSpPr>
        <p:spPr>
          <a:xfrm>
            <a:off x="1390650" y="590550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giờ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9527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2956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65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6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6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9848850" y="3810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29540" rIns="0" bIns="-129540" rtlCol="0" anchor="t"/>
          <a:lstStyle/>
          <a:p>
            <a:pPr algn="l" indent="0" marL="0">
              <a:lnSpc>
                <a:spcPts val="12750"/>
              </a:lnSpc>
              <a:buNone/>
            </a:pPr>
            <a:r>
              <a:rPr lang="en-US" sz="1275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500</a:t>
            </a:r>
            <a:endParaRPr lang="en-US" sz="12750" dirty="0"/>
          </a:p>
        </p:txBody>
      </p:sp>
      <p:sp>
        <p:nvSpPr>
          <p:cNvPr id="11" name="Text 9"/>
          <p:cNvSpPr/>
          <p:nvPr/>
        </p:nvSpPr>
        <p:spPr>
          <a:xfrm>
            <a:off x="9848850" y="590550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30%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7429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7429500"/>
            <a:ext cx="15697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Cam</a:t>
            </a:r>
            <a:r>
              <a:rPr lang="en-US" sz="30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giảm: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30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780ac2b7-45bd-496a-8935-bb990fd5b4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2476500" y="30480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1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85775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9" name="Text 7"/>
          <p:cNvSpPr/>
          <p:nvPr/>
        </p:nvSpPr>
        <p:spPr>
          <a:xfrm>
            <a:off x="2476500" y="485775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1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315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 của</a:t>
            </a: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31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kết,</a:t>
            </a:r>
            <a:r>
              <a:rPr lang="en-US" sz="31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6675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300" dirty="0"/>
          </a:p>
        </p:txBody>
      </p:sp>
      <p:sp>
        <p:nvSpPr>
          <p:cNvPr id="12" name="Text 10"/>
          <p:cNvSpPr/>
          <p:nvPr/>
        </p:nvSpPr>
        <p:spPr>
          <a:xfrm>
            <a:off x="2476500" y="66675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31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31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31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1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31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6f1a540-0df8-4539-a146-50c1e80cba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Sắp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cam</a:t>
            </a:r>
            <a:r>
              <a:rPr lang="en-US" sz="6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kết,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tuần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 tắt</a:t>
            </a:r>
            <a:r>
              <a:rPr lang="en-US" sz="63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63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giờ: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3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300" dirty="0"/>
          </a:p>
        </p:txBody>
      </p:sp>
      <p:sp>
        <p:nvSpPr>
          <p:cNvPr id="4" name="Connector line-1792421131667-407325552"/>
          <p:cNvSpPr/>
          <p:nvPr/>
        </p:nvSpPr>
        <p:spPr>
          <a:xfrm>
            <a:off x="1428750" y="4953000"/>
            <a:ext cx="15430500" cy="0"/>
          </a:xfrm>
          <a:prstGeom prst="line">
            <a:avLst/>
          </a:prstGeom>
          <a:noFill/>
          <a:ln w="762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038350" y="47053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Shape 4"/>
          <p:cNvSpPr/>
          <p:nvPr/>
        </p:nvSpPr>
        <p:spPr>
          <a:xfrm>
            <a:off x="5276850" y="47053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Shape 5"/>
          <p:cNvSpPr/>
          <p:nvPr/>
        </p:nvSpPr>
        <p:spPr>
          <a:xfrm>
            <a:off x="8515350" y="47053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8" name="Shape 6"/>
          <p:cNvSpPr/>
          <p:nvPr/>
        </p:nvSpPr>
        <p:spPr>
          <a:xfrm>
            <a:off x="11753850" y="47053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9" name="Shape 7"/>
          <p:cNvSpPr/>
          <p:nvPr/>
        </p:nvSpPr>
        <p:spPr>
          <a:xfrm>
            <a:off x="14992350" y="47053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857250" y="54292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nhàn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095750" y="54292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4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34250" y="54292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572750" y="54292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4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ổn</a:t>
            </a:r>
            <a:r>
              <a:rPr lang="en-US" sz="24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811250" y="54292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Cam</a:t>
            </a:r>
            <a:r>
              <a:rPr lang="en-US" sz="24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</a:t>
            </a:r>
            <a:r>
              <a:rPr lang="en-US" sz="30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30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f7d4c213-5b02-4ab6-b1c1-c52a213b5a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SÂU:</a:t>
            </a:r>
            <a:r>
              <a:rPr lang="en-US" sz="1800" b="1" spc="3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5275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hình.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85900" y="4476750"/>
            <a:ext cx="158877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476750"/>
            <a:ext cx="15125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sáu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đòn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bẩy.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057400" y="6000750"/>
            <a:ext cx="15316200" cy="1238250"/>
          </a:xfrm>
          <a:prstGeom prst="roundRect">
            <a:avLst>
              <a:gd name="adj" fmla="val 2153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8400" y="6000750"/>
            <a:ext cx="14554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30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628900" y="7524750"/>
            <a:ext cx="147447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3009900" y="7524750"/>
            <a:ext cx="13982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30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30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b="1" dirty="0" spc="-5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e9627952-53e2-4643-b319-97ecdb7ec4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AWS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2857500" y="16954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Amazon.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3143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CDN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857500" y="32194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 nội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dung,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1049000" y="1619250"/>
            <a:ext cx="6324600" cy="6096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0" y="1962150"/>
            <a:ext cx="552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9" name="Text richtext-1792421143833-865817063"/>
          <p:cNvSpPr/>
          <p:nvPr/>
        </p:nvSpPr>
        <p:spPr>
          <a:xfrm>
            <a:off x="11430000" y="2533650"/>
            <a:ext cx="5524500" cy="476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(kho</a:t>
            </a:r>
            <a:r>
              <a:rPr lang="en-US" sz="24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trữ)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Spot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(kho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trữ)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76af158f-e20d-4ccf-b014-367c8690d68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2026-10-19T16:56:08Z</dcterms:created>
  <dcterms:modified xsi:type="dcterms:W3CDTF">2026-10-19T16:56:08Z</dcterms:modified>
</cp:coreProperties>
</file>