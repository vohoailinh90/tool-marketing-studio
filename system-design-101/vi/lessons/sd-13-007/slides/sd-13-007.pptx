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Tăng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81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0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024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371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05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405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0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1024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cục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71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5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1405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bed26-9707-4824-a1a4-78aea7e49c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72390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l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1047750" y="6858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572500" y="2095500"/>
            <a:ext cx="88011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richtext-1792370182421-631592826"/>
          <p:cNvSpPr/>
          <p:nvPr/>
        </p:nvSpPr>
        <p:spPr>
          <a:xfrm>
            <a:off x="9144000" y="2571750"/>
            <a:ext cx="7810500" cy="4191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mỗi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76352b3-b67a-48b2-8771-1cd6f000e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1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92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550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 tải</a:t>
            </a:r>
            <a:r>
              <a:rPr lang="en-US" sz="25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550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819900" y="3857625"/>
            <a:ext cx="4991100" cy="2000250"/>
          </a:xfrm>
          <a:custGeom>
            <a:avLst/>
            <a:gdLst/>
            <a:ahLst/>
            <a:cxnLst/>
            <a:rect l="l" t="t" r="r" b="b"/>
            <a:pathLst>
              <a:path w="4991100" h="2000250">
                <a:moveTo>
                  <a:pt x="0" y="0"/>
                </a:moveTo>
                <a:cubicBezTo>
                  <a:pt x="2324100" y="0"/>
                  <a:pt x="2705100" y="2000250"/>
                  <a:pt x="4991100" y="2000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>
            <a:off x="914400" y="4953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19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5829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819900" y="5762625"/>
            <a:ext cx="4991100" cy="95250"/>
          </a:xfrm>
          <a:custGeom>
            <a:avLst/>
            <a:gdLst/>
            <a:ahLst/>
            <a:cxnLst/>
            <a:rect l="l" t="t" r="r" b="b"/>
            <a:pathLst>
              <a:path w="4991100" h="95250">
                <a:moveTo>
                  <a:pt x="0" y="0"/>
                </a:moveTo>
                <a:cubicBezTo>
                  <a:pt x="2324100" y="0"/>
                  <a:pt x="2705100" y="95250"/>
                  <a:pt x="4991100" y="95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2" name="Shape 10"/>
          <p:cNvSpPr/>
          <p:nvPr/>
        </p:nvSpPr>
        <p:spPr>
          <a:xfrm>
            <a:off x="914400" y="685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2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C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95400" y="773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6819900" y="5857875"/>
            <a:ext cx="4991100" cy="1809750"/>
          </a:xfrm>
          <a:custGeom>
            <a:avLst/>
            <a:gdLst/>
            <a:ahLst/>
            <a:cxnLst/>
            <a:rect l="l" t="t" r="r" b="b"/>
            <a:pathLst>
              <a:path w="4991100" h="1809750">
                <a:moveTo>
                  <a:pt x="0" y="1809750"/>
                </a:moveTo>
                <a:cubicBezTo>
                  <a:pt x="2324100" y="1809750"/>
                  <a:pt x="2705100" y="0"/>
                  <a:pt x="4991100" y="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6" name="Text 14"/>
          <p:cNvSpPr/>
          <p:nvPr/>
        </p:nvSpPr>
        <p:spPr>
          <a:xfrm>
            <a:off x="11811000" y="4810125"/>
            <a:ext cx="5562600" cy="2095500"/>
          </a:xfrm>
          <a:prstGeom prst="roundRect">
            <a:avLst>
              <a:gd name="adj" fmla="val 14545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 chung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811000" y="7239000"/>
            <a:ext cx="55626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b623043-6226-4157-8df7-7601f9d0dd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1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7" name="Connector line-1792370221420-711271621"/>
          <p:cNvSpPr/>
          <p:nvPr/>
        </p:nvSpPr>
        <p:spPr>
          <a:xfrm>
            <a:off x="4343400" y="45720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581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90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Connector line-1792370221425-457197950"/>
          <p:cNvSpPr/>
          <p:nvPr/>
        </p:nvSpPr>
        <p:spPr>
          <a:xfrm>
            <a:off x="4343400" y="581025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581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13" name="Connector line-1792370221433-55189177"/>
          <p:cNvSpPr/>
          <p:nvPr/>
        </p:nvSpPr>
        <p:spPr>
          <a:xfrm>
            <a:off x="4343400" y="70485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581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06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98488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4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848850" y="409575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848850" y="56197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848850" y="628650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8488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 một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628af353-dae5-49ec-adbd-64d0b670d9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UUID.</a:t>
            </a:r>
            <a:endParaRPr lang="en-US" sz="2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608576"/>
                <a:gridCol w="625449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sinh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Duy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Đánh</a:t>
                      </a:r>
                      <a:r>
                        <a:rPr lang="en-US" sz="2400" b="1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4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Trùng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tuần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phối hợp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53a39a5-bc45-40c1-813f-e13855ae13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200" dirty="0"/>
          </a:p>
        </p:txBody>
      </p:sp>
      <p:sp>
        <p:nvSpPr>
          <p:cNvPr id="4" name="Connector line-1792370258068-761218561"/>
          <p:cNvSpPr/>
          <p:nvPr/>
        </p:nvSpPr>
        <p:spPr>
          <a:xfrm>
            <a:off x="33337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70258068-659841847"/>
          <p:cNvSpPr/>
          <p:nvPr/>
        </p:nvSpPr>
        <p:spPr>
          <a:xfrm>
            <a:off x="914400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70258068-70914801"/>
          <p:cNvSpPr/>
          <p:nvPr/>
        </p:nvSpPr>
        <p:spPr>
          <a:xfrm>
            <a:off x="149542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endParaRPr lang="en-US" sz="2550" dirty="0"/>
          </a:p>
        </p:txBody>
      </p:sp>
      <p:sp>
        <p:nvSpPr>
          <p:cNvPr id="11" name="Connector line-1792370258079-137102901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191500" y="51435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619500" y="5905500"/>
            <a:ext cx="1104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Connector line-1792370258085-739619861"/>
          <p:cNvSpPr/>
          <p:nvPr/>
        </p:nvSpPr>
        <p:spPr>
          <a:xfrm>
            <a:off x="3390900" y="6477000"/>
            <a:ext cx="11468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001750" y="676275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 làm</a:t>
            </a:r>
            <a:r>
              <a:rPr lang="en-US" sz="25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20a93bf-da7c-4e4b-97b2-a9030b12ae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gỡ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667000" y="361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715000" y="361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86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667000" y="5524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715000" y="5524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 hàng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2667000" y="742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715000" y="742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lỗi.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0ebdb6c-3bcb-4652-9dd5-9ee5409bfe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bản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400" dirty="0"/>
          </a:p>
        </p:txBody>
      </p:sp>
      <p:sp>
        <p:nvSpPr>
          <p:cNvPr id="5" name="Connector line-1792370288576-340083155"/>
          <p:cNvSpPr/>
          <p:nvPr/>
        </p:nvSpPr>
        <p:spPr>
          <a:xfrm>
            <a:off x="3867150" y="361950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Connector line-1792370288581-298166346"/>
          <p:cNvSpPr/>
          <p:nvPr/>
        </p:nvSpPr>
        <p:spPr>
          <a:xfrm>
            <a:off x="3867150" y="504825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5143500" y="457200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10" name="Connector line-1792370288584-262201443"/>
          <p:cNvSpPr/>
          <p:nvPr/>
        </p:nvSpPr>
        <p:spPr>
          <a:xfrm>
            <a:off x="10191750" y="504825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11430000" y="4572000"/>
            <a:ext cx="3429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381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4" name="Text richtext-1792370288589-200501255"/>
          <p:cNvSpPr/>
          <p:nvPr/>
        </p:nvSpPr>
        <p:spPr>
          <a:xfrm>
            <a:off x="1390650" y="6953250"/>
            <a:ext cx="15621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dùng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chứng;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64d5fa2-62a3-47ac-8225-95ff111ad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richtext-1792370301990-302240692"/>
          <p:cNvSpPr/>
          <p:nvPr/>
        </p:nvSpPr>
        <p:spPr>
          <a:xfrm>
            <a:off x="1295400" y="3638550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storage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550" dirty="0"/>
          </a:p>
        </p:txBody>
      </p:sp>
      <p:sp>
        <p:nvSpPr>
          <p:cNvPr id="9" name="Text richtext-1792370302005-526149668"/>
          <p:cNvSpPr/>
          <p:nvPr/>
        </p:nvSpPr>
        <p:spPr>
          <a:xfrm>
            <a:off x="9753600" y="3638550"/>
            <a:ext cx="733425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CronJob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Forbid: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khi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 chưa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Hiếm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0483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2960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12" name="Text richtext-1792370302016-502010472"/>
          <p:cNvSpPr/>
          <p:nvPr/>
        </p:nvSpPr>
        <p:spPr>
          <a:xfrm>
            <a:off x="1295400" y="69246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tin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tin.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60483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2960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550" dirty="0"/>
          </a:p>
        </p:txBody>
      </p:sp>
      <p:sp>
        <p:nvSpPr>
          <p:cNvPr id="15" name="Text richtext-1792370302027-123544831"/>
          <p:cNvSpPr/>
          <p:nvPr/>
        </p:nvSpPr>
        <p:spPr>
          <a:xfrm>
            <a:off x="9753600" y="69246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hai,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0e4f06-3407-42ce-bd2d-1de605753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Universally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Unique 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 duy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TTL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Live: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Simple Queue Service: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0319309-814364518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025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Twelve-Factor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App: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processes,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CronJob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2025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025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Consumer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51067f6-ca01-42c0-997c-9adfd8d4ca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2026-10-19T02:29:41Z</dcterms:created>
  <dcterms:modified xsi:type="dcterms:W3CDTF">2026-10-19T02:29:41Z</dcterms:modified>
</cp:coreProperties>
</file>