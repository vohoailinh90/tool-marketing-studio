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716250" cy="2476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Rủi</a:t>
            </a:r>
            <a:r>
              <a:rPr lang="en-US" sz="81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quen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Lỗi</a:t>
            </a:r>
            <a:r>
              <a:rPr lang="en-US" sz="225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25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lộ</a:t>
            </a:r>
            <a:r>
              <a:rPr lang="en-US" sz="22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22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tải</a:t>
            </a:r>
            <a:r>
              <a:rPr lang="en-US" sz="22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thật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2672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39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339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Hai</a:t>
            </a:r>
            <a:r>
              <a:rPr lang="en-US" sz="22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phiên</a:t>
            </a:r>
            <a:r>
              <a:rPr lang="en-US" sz="22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2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gặp</a:t>
            </a:r>
            <a:r>
              <a:rPr lang="en-US" sz="225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nhau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6200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67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8867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22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biết</a:t>
            </a:r>
            <a:r>
              <a:rPr lang="en-US" sz="225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2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22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tốt</a:t>
            </a:r>
            <a:r>
              <a:rPr lang="en-US" sz="22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hay</a:t>
            </a:r>
            <a:r>
              <a:rPr lang="en-US" sz="2250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xấu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9728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395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2395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Rút</a:t>
            </a:r>
            <a:r>
              <a:rPr lang="en-US" sz="22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r>
              <a:rPr lang="en-US" sz="225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</a:t>
            </a:r>
            <a:r>
              <a:rPr lang="en-US" sz="22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chậm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3256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923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923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Thay</a:t>
            </a:r>
            <a:r>
              <a:rPr lang="en-US" sz="22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22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gói</a:t>
            </a:r>
            <a:r>
              <a:rPr lang="en-US" sz="225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</a:t>
            </a:r>
            <a:r>
              <a:rPr lang="en-US" sz="22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lớn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84ac12d-6f81-47a4-b357-195d07cb00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33350" cy="2476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716250" cy="276225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78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r>
              <a:rPr lang="en-US" sz="78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78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055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59055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696450" y="59055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 nào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Text 17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6e9d58a-1426-422c-ad2d-58d8f1d230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14625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b="1" spc="1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b="1" spc="17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950" b="1" spc="1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3190875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Mở</a:t>
            </a:r>
            <a:r>
              <a:rPr lang="en-US" sz="2850" dirty="0" spc="-2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traffic</a:t>
            </a:r>
            <a:r>
              <a:rPr lang="en-US" sz="28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</a:t>
            </a:r>
            <a:r>
              <a:rPr lang="en-US" sz="28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8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2850" dirty="0" spc="2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từng</a:t>
            </a:r>
            <a:r>
              <a:rPr lang="en-US" sz="28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nấc</a:t>
            </a:r>
            <a:r>
              <a:rPr lang="en-US" sz="28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429125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3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Dừng</a:t>
            </a: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28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 đo</a:t>
            </a:r>
            <a:r>
              <a:rPr lang="en-US" sz="28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xấu</a:t>
            </a:r>
            <a:r>
              <a:rPr lang="en-US" sz="2850" dirty="0" spc="2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" y="5905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9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 NHAU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63817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850" dirty="0" spc="-1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thay</a:t>
            </a:r>
            <a:r>
              <a:rPr lang="en-US" sz="28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2850" dirty="0" spc="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tương</a:t>
            </a:r>
            <a:r>
              <a:rPr lang="en-US" sz="28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r>
              <a:rPr lang="en-US" sz="28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r>
              <a:rPr lang="en-US" sz="28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chiều</a:t>
            </a:r>
            <a:r>
              <a:rPr lang="en-US" sz="2850" dirty="0" spc="1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Đổi</a:t>
            </a:r>
            <a:r>
              <a:rPr lang="en-US" sz="28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28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r>
              <a:rPr lang="en-US" sz="2850" dirty="0" spc="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bước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9a4d683-a02a-47d1-ac9f-554b56fae3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8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xấu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762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Đặt</a:t>
            </a:r>
            <a:r>
              <a:rPr lang="en-US" sz="28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ngưỡng</a:t>
            </a:r>
            <a:r>
              <a:rPr lang="en-US" sz="28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chấp</a:t>
            </a:r>
            <a:r>
              <a:rPr lang="en-US" sz="28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nhận từ</a:t>
            </a:r>
            <a:r>
              <a:rPr lang="en-US" sz="2850" dirty="0" spc="-2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SLO</a:t>
            </a:r>
            <a:r>
              <a:rPr lang="en-US" sz="2850" dirty="0" spc="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2750" y="3429000"/>
            <a:ext cx="4762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So</a:t>
            </a:r>
            <a:r>
              <a:rPr lang="en-US" sz="28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</a:t>
            </a:r>
            <a:r>
              <a:rPr lang="en-US" sz="2850" dirty="0" spc="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r>
              <a:rPr lang="en-US" sz="285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8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285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với</a:t>
            </a:r>
            <a:r>
              <a:rPr lang="en-US" sz="285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8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đối</a:t>
            </a:r>
            <a:r>
              <a:rPr lang="en-US" sz="2850" dirty="0" spc="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611100" y="3429000"/>
            <a:ext cx="4762500" cy="2286000"/>
          </a:xfrm>
          <a:prstGeom prst="roundRect">
            <a:avLst>
              <a:gd name="adj" fmla="val 1166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28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tắc</a:t>
            </a:r>
            <a:r>
              <a:rPr lang="en-US" sz="28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quyết</a:t>
            </a:r>
            <a:r>
              <a:rPr lang="en-US" sz="2850" dirty="0" spc="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định,</a:t>
            </a:r>
            <a:r>
              <a:rPr lang="en-US" sz="28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tính</a:t>
            </a:r>
            <a:endParaRPr lang="en-US" sz="2850" dirty="0"/>
          </a:p>
        </p:txBody>
      </p:sp>
      <p:sp>
        <p:nvSpPr>
          <p:cNvPr id="7" name="Connector line-1792371511353-311180233"/>
          <p:cNvSpPr/>
          <p:nvPr/>
        </p:nvSpPr>
        <p:spPr>
          <a:xfrm>
            <a:off x="5772150" y="4572000"/>
            <a:ext cx="8953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71511354-739675525"/>
          <p:cNvSpPr/>
          <p:nvPr/>
        </p:nvSpPr>
        <p:spPr>
          <a:xfrm>
            <a:off x="11620500" y="4572000"/>
            <a:ext cx="8953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6572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SLO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2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72ce80f-ccf5-463d-8cd0-f180aee4ac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8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Rút lại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b="1" spc="2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42862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Giữ</a:t>
            </a:r>
            <a:r>
              <a:rPr lang="en-US" sz="42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4200" dirty="0" spc="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r>
              <a:rPr lang="en-US" sz="42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sẵn</a:t>
            </a:r>
            <a:r>
              <a:rPr lang="en-US" sz="42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sàng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LUYỆN</a:t>
            </a:r>
            <a:r>
              <a:rPr lang="en-US" sz="2250" b="1" spc="1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791700" y="42862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4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Tập</a:t>
            </a:r>
            <a:r>
              <a:rPr lang="en-US" sz="42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rút</a:t>
            </a:r>
            <a:r>
              <a:rPr lang="en-US" sz="42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r>
              <a:rPr lang="en-US" sz="4200" dirty="0" spc="-3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42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r>
              <a:rPr lang="en-US" sz="42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thời gian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5904b29-d4a7-4a7c-b0a4-dba5445986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8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33350" cy="24765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716250" cy="276225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Thay</a:t>
            </a:r>
            <a:r>
              <a:rPr lang="en-US" sz="78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8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8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78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90550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3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3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33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33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33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30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Text 15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82aef56-6909-46da-904c-c2e4a26e84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861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3624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5910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8674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60960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3723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76009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381250" y="28575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triển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381250" y="43624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traffic</a:t>
            </a:r>
            <a:r>
              <a:rPr lang="en-US" sz="285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nấc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giám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sát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58674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 bản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 tài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nguyên,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dọn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dẹp.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73723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Đổi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Text 24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05ee99c-55e4-4221-af1c-eef3ef9784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b="1" spc="29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b="1" spc="3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8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b="1" spc="28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buộc,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33625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5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2550" dirty="0" spc="1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định:</a:t>
            </a:r>
            <a:r>
              <a:rPr lang="en-US" sz="25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r>
              <a:rPr lang="en-US" sz="2550" dirty="0" spc="-1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550" dirty="0" spc="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2550" dirty="0" spc="1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định,</a:t>
            </a:r>
            <a:r>
              <a:rPr lang="en-US" sz="25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550" dirty="0" spc="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dòng:</a:t>
            </a:r>
            <a:r>
              <a:rPr lang="en-US" sz="2550" dirty="0" spc="-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migration</a:t>
            </a:r>
            <a:r>
              <a:rPr lang="en-US" sz="25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5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2550" dirty="0" spc="1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định,</a:t>
            </a:r>
            <a:r>
              <a:rPr lang="en-US" sz="25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550" dirty="0" spc="-1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rỗng:</a:t>
            </a:r>
            <a:r>
              <a:rPr lang="en-US" sz="25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r>
              <a:rPr lang="en-US" sz="2550" dirty="0" spc="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 sau.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An</a:t>
            </a:r>
            <a:r>
              <a:rPr lang="en-US" sz="2550" dirty="0" spc="-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55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nhất:</a:t>
            </a:r>
            <a:r>
              <a:rPr lang="en-US" sz="255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550" dirty="0" spc="-1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r>
              <a:rPr lang="en-US" sz="2550" dirty="0" spc="-1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5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</a:t>
            </a:r>
            <a:r>
              <a:rPr lang="en-US" sz="255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gọn.</a:t>
            </a:r>
            <a:endParaRPr lang="en-US" sz="2550" dirty="0"/>
          </a:p>
        </p:txBody>
      </p:sp>
      <p:sp>
        <p:nvSpPr>
          <p:cNvPr id="5" name="Connector line-1792392201868-91080357"/>
          <p:cNvSpPr/>
          <p:nvPr/>
        </p:nvSpPr>
        <p:spPr>
          <a:xfrm>
            <a:off x="2476500" y="4953000"/>
            <a:ext cx="133350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981200" y="4457700"/>
            <a:ext cx="990600" cy="9906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5314950" y="4457700"/>
            <a:ext cx="990600" cy="9906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8648700" y="4457700"/>
            <a:ext cx="990600" cy="9906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982450" y="4457700"/>
            <a:ext cx="990600" cy="9906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914400" y="60007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48150" y="60007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Điền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81900" y="60007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400" b="1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sang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15650" y="60007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Siết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Text 22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724cd21-8585-4005-b6df-e032b22c6f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 cơ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0767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2959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5151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77343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857500"/>
            <a:ext cx="133350" cy="10668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4076700"/>
            <a:ext cx="133350" cy="10668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295900"/>
            <a:ext cx="133350" cy="1066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6515100"/>
            <a:ext cx="133350" cy="1066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7734300"/>
            <a:ext cx="133350" cy="10668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28575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Mở</a:t>
            </a:r>
            <a:r>
              <a:rPr lang="en-US" sz="2400" dirty="0" spc="-1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traffic</a:t>
            </a:r>
            <a:r>
              <a:rPr lang="en-US" sz="2400" dirty="0" spc="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từng</a:t>
            </a:r>
            <a:r>
              <a:rPr lang="en-US" sz="24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nấc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86500" y="28575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Canary;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33500" y="40767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Tương</a:t>
            </a:r>
            <a:r>
              <a:rPr lang="en-US" sz="24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r>
              <a:rPr lang="en-US" sz="24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r>
              <a:rPr lang="en-US" sz="24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chiều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86500" y="40767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mới,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chuyển,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33500" y="52959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Ngưỡng</a:t>
            </a:r>
            <a:r>
              <a:rPr lang="en-US" sz="24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chấp</a:t>
            </a:r>
            <a:r>
              <a:rPr lang="en-US" sz="24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86500" y="52959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SLO,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33500" y="65151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Rút</a:t>
            </a:r>
            <a:r>
              <a:rPr lang="en-US" sz="24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86500" y="65151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cách; cách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cũng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33500" y="77343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</a:t>
            </a:r>
            <a:r>
              <a:rPr lang="en-US" sz="24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86500" y="77343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nhân; DORA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4" name="Text 32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c9699734-0462-4152-8a97-7b453044d7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3886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1100" y="1428750"/>
            <a:ext cx="3352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SLO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tiêu</a:t>
            </a:r>
            <a:r>
              <a:rPr lang="en-US" sz="21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105400" y="1428750"/>
            <a:ext cx="3886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72100" y="1428750"/>
            <a:ext cx="3352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DORA =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10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296400" y="1428750"/>
            <a:ext cx="3886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63100" y="1428750"/>
            <a:ext cx="3352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DevOps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3487400" y="1428750"/>
            <a:ext cx="3886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54100" y="1428750"/>
            <a:ext cx="3352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7147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14400" y="4286250"/>
            <a:ext cx="52578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(bản chụp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100" dirty="0" spc="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15100" y="4286250"/>
            <a:ext cx="52578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ParallelChange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15800" y="4286250"/>
            <a:ext cx="52578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CanaryRelease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52578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Canarying</a:t>
            </a:r>
            <a:r>
              <a:rPr lang="en-US" sz="2100" dirty="0" spc="-1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releases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15100" y="5486400"/>
            <a:ext cx="52578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Working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small</a:t>
            </a:r>
            <a:r>
              <a:rPr lang="en-US" sz="2100" dirty="0" spc="-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batches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115800" y="5486400"/>
            <a:ext cx="52578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INSERT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6686550"/>
            <a:ext cx="52578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ALTER</a:t>
            </a:r>
            <a:r>
              <a:rPr lang="en-US" sz="2100" dirty="0" spc="-3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TABLE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Text 27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657e7c7-1ffb-4a53-aae0-bf2ba527a7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2026-10-19T16:57:41Z</dcterms:created>
  <dcterms:modified xsi:type="dcterms:W3CDTF">2026-10-19T16:57:41Z</dcterms:modified>
</cp:coreProperties>
</file>