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763000" cy="3810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Bảo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3000" dirty="0"/>
          </a:p>
        </p:txBody>
      </p:sp>
      <p:sp>
        <p:nvSpPr>
          <p:cNvPr id="5" name="Connector line-1792370627859-297441185"/>
          <p:cNvSpPr/>
          <p:nvPr/>
        </p:nvSpPr>
        <p:spPr>
          <a:xfrm>
            <a:off x="914400" y="5524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58102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7429500" cy="7810500"/>
          </a:xfrm>
          <a:prstGeom prst="roundRect">
            <a:avLst>
              <a:gd name="adj" fmla="val 564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4287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668000" y="2000250"/>
            <a:ext cx="6286500" cy="6667500"/>
          </a:xfrm>
          <a:prstGeom prst="roundRect">
            <a:avLst>
              <a:gd name="adj" fmla="val 5758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049000" y="2190750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239500" y="2762250"/>
            <a:ext cx="5143500" cy="5524500"/>
          </a:xfrm>
          <a:prstGeom prst="roundRect">
            <a:avLst>
              <a:gd name="adj" fmla="val 592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20500" y="295275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1811000" y="3524250"/>
            <a:ext cx="4000500" cy="4381500"/>
          </a:xfrm>
          <a:prstGeom prst="roundRect">
            <a:avLst>
              <a:gd name="adj" fmla="val 619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92000" y="37147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477750" y="4762500"/>
            <a:ext cx="2667000" cy="2286000"/>
          </a:xfrm>
          <a:prstGeom prst="roundRect">
            <a:avLst>
              <a:gd name="adj" fmla="val 1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Hồ sơ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thú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cưng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a985887-3b77-4045-a5e6-57a5499d62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 thú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3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phối hợp.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14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382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36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6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36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673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3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202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5440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440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Đầu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6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đồng?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13373100" y="3619500"/>
            <a:ext cx="4000500" cy="5143500"/>
          </a:xfrm>
          <a:prstGeom prst="roundRect">
            <a:avLst>
              <a:gd name="adj" fmla="val 6667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13696950" y="3905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spc="1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96950" y="4476750"/>
            <a:ext cx="342900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3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c075256-03d1-4399-8a2a-c86616ffb7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kín,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290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857" dirty="0"/>
          </a:p>
        </p:txBody>
      </p:sp>
      <p:sp>
        <p:nvSpPr>
          <p:cNvPr id="6" name="Text 4"/>
          <p:cNvSpPr/>
          <p:nvPr/>
        </p:nvSpPr>
        <p:spPr>
          <a:xfrm>
            <a:off x="2857500" y="36195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HTTPS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23875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857" dirty="0"/>
          </a:p>
        </p:txBody>
      </p:sp>
      <p:sp>
        <p:nvSpPr>
          <p:cNvPr id="9" name="Text 7"/>
          <p:cNvSpPr/>
          <p:nvPr/>
        </p:nvSpPr>
        <p:spPr>
          <a:xfrm>
            <a:off x="2857500" y="542925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485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857" dirty="0"/>
          </a:p>
        </p:txBody>
      </p:sp>
      <p:sp>
        <p:nvSpPr>
          <p:cNvPr id="12" name="Text 10"/>
          <p:cNvSpPr/>
          <p:nvPr/>
        </p:nvSpPr>
        <p:spPr>
          <a:xfrm>
            <a:off x="2857500" y="7381875"/>
            <a:ext cx="14097000" cy="666750"/>
          </a:xfrm>
          <a:prstGeom prst="rect">
            <a:avLst/>
          </a:prstGeom>
          <a:noFill/>
          <a:ln/>
        </p:spPr>
        <p:txBody>
          <a:bodyPr wrap="square" lIns="0" tIns="11874" rIns="0" bIns="-11874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7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7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7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37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7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75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7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 quyền</a:t>
            </a:r>
            <a:endParaRPr lang="en-US" sz="37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a2bcf60-65f4-44c4-9cf2-bd0ab571aa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BÊN GỌI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85750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đã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 nhập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181100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</a:t>
            </a:r>
            <a:r>
              <a:rPr lang="en-US" sz="22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cưng</a:t>
            </a:r>
            <a:endParaRPr lang="en-US" sz="2250" dirty="0"/>
          </a:p>
        </p:txBody>
      </p:sp>
      <p:sp>
        <p:nvSpPr>
          <p:cNvPr id="6" name="Connector line-1792370785498-611868338"/>
          <p:cNvSpPr/>
          <p:nvPr/>
        </p:nvSpPr>
        <p:spPr>
          <a:xfrm>
            <a:off x="4667250" y="3714750"/>
            <a:ext cx="0" cy="4429125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785499-931316091"/>
          <p:cNvSpPr/>
          <p:nvPr/>
        </p:nvSpPr>
        <p:spPr>
          <a:xfrm>
            <a:off x="13620750" y="3714750"/>
            <a:ext cx="0" cy="4429125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785499-59822617"/>
          <p:cNvSpPr/>
          <p:nvPr/>
        </p:nvSpPr>
        <p:spPr>
          <a:xfrm>
            <a:off x="4667250" y="4762500"/>
            <a:ext cx="88582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048250" y="419100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4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4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811250" y="5143500"/>
            <a:ext cx="3562350" cy="762000"/>
          </a:xfrm>
          <a:prstGeom prst="roundRect">
            <a:avLst>
              <a:gd name="adj" fmla="val 225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1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811250" y="6096000"/>
            <a:ext cx="3562350" cy="1047750"/>
          </a:xfrm>
          <a:prstGeom prst="roundRect">
            <a:avLst>
              <a:gd name="adj" fmla="val 1636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100" dirty="0"/>
          </a:p>
        </p:txBody>
      </p:sp>
      <p:sp>
        <p:nvSpPr>
          <p:cNvPr id="12" name="Connector line-1792370785506-326248842"/>
          <p:cNvSpPr/>
          <p:nvPr/>
        </p:nvSpPr>
        <p:spPr>
          <a:xfrm flipH="1">
            <a:off x="4762500" y="7905750"/>
            <a:ext cx="88582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048250" y="733425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4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1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400" dirty="0" spc="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4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8286750"/>
            <a:ext cx="10477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Đăng nhập</a:t>
            </a:r>
            <a:r>
              <a:rPr lang="en-US" sz="2250" dirty="0" spc="7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được,</a:t>
            </a:r>
            <a:r>
              <a:rPr lang="en-US" sz="2250" dirty="0" spc="1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250" dirty="0" spc="2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250" dirty="0" spc="-19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250" dirty="0" spc="-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250" dirty="0" spc="-4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250" dirty="0" spc="9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250" dirty="0" spc="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346e6ff-222a-4225-bc37-a50704bf87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6" name="Text richtext-1792370807708-196885360"/>
          <p:cNvSpPr/>
          <p:nvPr/>
        </p:nvSpPr>
        <p:spPr>
          <a:xfrm>
            <a:off x="13335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33500" y="7429500"/>
            <a:ext cx="7162800" cy="914400"/>
          </a:xfrm>
          <a:prstGeom prst="roundRect">
            <a:avLst>
              <a:gd name="adj" fmla="val 208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đồng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409575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4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91700" y="7239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12a1375-95f3-47b3-ba7b-1c00821067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chỉ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954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suất yêu cầu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68580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124206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52c8257-0aa3-4c67-978a-f4abbd98a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 lời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45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258300" y="2857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6393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39300" y="3714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45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345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r>
              <a:rPr lang="en-US" sz="34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7150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286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kiểu,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vi, kích</a:t>
            </a:r>
            <a:r>
              <a:rPr lang="en-US" sz="345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258300" y="54292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39300" y="57150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39300" y="6286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</a:t>
            </a:r>
            <a:r>
              <a:rPr lang="en-US" sz="34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suất,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tác,</a:t>
            </a:r>
            <a:r>
              <a:rPr lang="en-US" sz="34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 không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dd8492d-cfce-4694-8298-961bee20b7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dirty="0" spc="-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85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85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333750"/>
            <a:ext cx="16459200" cy="3143250"/>
          </a:xfrm>
          <a:prstGeom prst="roundRect">
            <a:avLst>
              <a:gd name="adj" fmla="val 9697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4362450"/>
            <a:ext cx="15430500" cy="10953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 quyền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914400" y="6953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1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b="1" spc="1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770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0396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</a:t>
            </a:r>
            <a:r>
              <a:rPr lang="en-US" sz="27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ab81425-3ea1-46df-a68f-fc416a45fc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8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8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29908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76237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67500" y="376237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400" dirty="0"/>
          </a:p>
        </p:txBody>
      </p:sp>
      <p:sp>
        <p:nvSpPr>
          <p:cNvPr id="9" name="Connector line-1792370874829-333491919"/>
          <p:cNvSpPr/>
          <p:nvPr/>
        </p:nvSpPr>
        <p:spPr>
          <a:xfrm>
            <a:off x="914400" y="46196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38250" y="481012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67500" y="481012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400" dirty="0"/>
          </a:p>
        </p:txBody>
      </p:sp>
      <p:sp>
        <p:nvSpPr>
          <p:cNvPr id="12" name="Connector line-1792370874837-298100246"/>
          <p:cNvSpPr/>
          <p:nvPr/>
        </p:nvSpPr>
        <p:spPr>
          <a:xfrm>
            <a:off x="914400" y="566737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85787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67500" y="585787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400" dirty="0" spc="-2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-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kém,</a:t>
            </a:r>
            <a:r>
              <a:rPr lang="en-US" sz="24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400" dirty="0"/>
          </a:p>
        </p:txBody>
      </p:sp>
      <p:sp>
        <p:nvSpPr>
          <p:cNvPr id="15" name="Connector line-1792370874842-534327216"/>
          <p:cNvSpPr/>
          <p:nvPr/>
        </p:nvSpPr>
        <p:spPr>
          <a:xfrm>
            <a:off x="914400" y="67151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238250" y="690562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67500" y="690562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khẩu,</a:t>
            </a:r>
            <a:r>
              <a:rPr lang="en-US" sz="2400" dirty="0" spc="-2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8286750"/>
            <a:ext cx="10477500" cy="666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1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dọa,</a:t>
            </a:r>
            <a:r>
              <a:rPr lang="en-US" sz="21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tải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27d856-1d25-4b52-b70b-681494516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3952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429125"/>
            <a:ext cx="7239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810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96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295400" y="6905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38187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hình,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81153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393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4" name="Text richtext-1792370896298-958740269"/>
          <p:cNvSpPr/>
          <p:nvPr/>
        </p:nvSpPr>
        <p:spPr>
          <a:xfrm>
            <a:off x="9639300" y="3762375"/>
            <a:ext cx="7429500" cy="4857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dc8a7b4-9651-40a4-8381-f04ddc7fe8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2026-10-19T02:55:32Z</dcterms:created>
  <dcterms:modified xsi:type="dcterms:W3CDTF">2026-10-19T02:55:32Z</dcterms:modified>
</cp:coreProperties>
</file>