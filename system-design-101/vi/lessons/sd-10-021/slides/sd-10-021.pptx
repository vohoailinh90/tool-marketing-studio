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2001500" cy="381000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8910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81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8100" dirty="0"/>
          </a:p>
          <a:p>
            <a:pPr algn="l" indent="0" marL="0">
              <a:lnSpc>
                <a:spcPts val="8910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phỏng</a:t>
            </a:r>
            <a:r>
              <a:rPr lang="en-US" sz="81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81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8100" dirty="0"/>
          </a:p>
          <a:p>
            <a:pPr algn="l" indent="0" marL="0">
              <a:lnSpc>
                <a:spcPts val="8910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thống: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81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619750"/>
            <a:ext cx="120015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8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8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8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buổi</a:t>
            </a:r>
            <a:r>
              <a:rPr lang="en-US" sz="28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858000"/>
            <a:ext cx="2828925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7029450"/>
            <a:ext cx="2371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43000" y="7905750"/>
            <a:ext cx="23717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16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971925" y="6858000"/>
            <a:ext cx="2828925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4200525" y="7029450"/>
            <a:ext cx="2371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pPr algn="l" indent="0" marL="0">
              <a:buNone/>
            </a:pPr>
            <a:r>
              <a:rPr lang="en-US" sz="4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buNone/>
            </a:pPr>
            <a:r>
              <a:rPr lang="en-US" sz="48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pPr algn="l" indent="0" marL="0">
              <a:buNone/>
            </a:pPr>
            <a:r>
              <a:rPr lang="en-US" sz="4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buNone/>
            </a:pPr>
            <a:r>
              <a:rPr lang="en-US" sz="48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200525" y="7905750"/>
            <a:ext cx="23717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6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6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6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029450" y="6858000"/>
            <a:ext cx="2828925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7258050" y="7029450"/>
            <a:ext cx="2371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7258050" y="7905750"/>
            <a:ext cx="23717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6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 gán</a:t>
            </a:r>
            <a:r>
              <a:rPr lang="en-US" sz="16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086975" y="6858000"/>
            <a:ext cx="2828925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0315575" y="7029450"/>
            <a:ext cx="2371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0315575" y="7905750"/>
            <a:ext cx="23717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6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nhớ</a:t>
            </a:r>
            <a:r>
              <a:rPr lang="en-US" sz="16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0" y="914400"/>
            <a:ext cx="40386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39800" y="1143000"/>
            <a:ext cx="342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39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3900" dirty="0"/>
          </a:p>
        </p:txBody>
      </p:sp>
      <p:sp>
        <p:nvSpPr>
          <p:cNvPr id="19" name="Shape 17"/>
          <p:cNvSpPr/>
          <p:nvPr/>
        </p:nvSpPr>
        <p:spPr>
          <a:xfrm>
            <a:off x="13650988" y="19431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7C9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4222488" y="19431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7C9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4793988" y="19431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7C9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5365488" y="19431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7C9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5936988" y="19431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7C93FF"/>
          </a:solidFill>
          <a:ln/>
        </p:spPr>
      </p:sp>
      <p:sp>
        <p:nvSpPr>
          <p:cNvPr id="24" name="Text 22"/>
          <p:cNvSpPr/>
          <p:nvPr/>
        </p:nvSpPr>
        <p:spPr>
          <a:xfrm>
            <a:off x="13639800" y="26289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Rất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9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3335000" y="3505200"/>
            <a:ext cx="40386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639800" y="3733800"/>
            <a:ext cx="342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3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3900" dirty="0"/>
          </a:p>
        </p:txBody>
      </p:sp>
      <p:sp>
        <p:nvSpPr>
          <p:cNvPr id="27" name="Shape 25"/>
          <p:cNvSpPr/>
          <p:nvPr/>
        </p:nvSpPr>
        <p:spPr>
          <a:xfrm>
            <a:off x="13650988" y="45339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FFB454"/>
          </a:solidFill>
          <a:ln/>
        </p:spPr>
      </p:sp>
      <p:sp>
        <p:nvSpPr>
          <p:cNvPr id="28" name="Shape 26"/>
          <p:cNvSpPr/>
          <p:nvPr/>
        </p:nvSpPr>
        <p:spPr>
          <a:xfrm>
            <a:off x="14222488" y="45339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FFB454"/>
          </a:solidFill>
          <a:ln/>
        </p:spPr>
      </p:sp>
      <p:sp>
        <p:nvSpPr>
          <p:cNvPr id="29" name="Shape 27"/>
          <p:cNvSpPr/>
          <p:nvPr/>
        </p:nvSpPr>
        <p:spPr>
          <a:xfrm>
            <a:off x="14793988" y="45339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FFB454"/>
          </a:solidFill>
          <a:ln/>
        </p:spPr>
      </p:sp>
      <p:sp>
        <p:nvSpPr>
          <p:cNvPr id="30" name="Shape 28"/>
          <p:cNvSpPr/>
          <p:nvPr/>
        </p:nvSpPr>
        <p:spPr>
          <a:xfrm>
            <a:off x="15365488" y="45339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2A2E3B"/>
          </a:solidFill>
          <a:ln/>
        </p:spPr>
      </p:sp>
      <p:sp>
        <p:nvSpPr>
          <p:cNvPr id="31" name="Shape 29"/>
          <p:cNvSpPr/>
          <p:nvPr/>
        </p:nvSpPr>
        <p:spPr>
          <a:xfrm>
            <a:off x="15936988" y="45339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2A2E3B"/>
          </a:solidFill>
          <a:ln/>
        </p:spPr>
      </p:sp>
      <p:sp>
        <p:nvSpPr>
          <p:cNvPr id="32" name="Text 30"/>
          <p:cNvSpPr/>
          <p:nvPr/>
        </p:nvSpPr>
        <p:spPr>
          <a:xfrm>
            <a:off x="13639800" y="52197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19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95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3335000" y="6096000"/>
            <a:ext cx="40386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639800" y="6324600"/>
            <a:ext cx="342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9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3900" dirty="0"/>
          </a:p>
        </p:txBody>
      </p:sp>
      <p:sp>
        <p:nvSpPr>
          <p:cNvPr id="35" name="Shape 33"/>
          <p:cNvSpPr/>
          <p:nvPr/>
        </p:nvSpPr>
        <p:spPr>
          <a:xfrm>
            <a:off x="13650988" y="71247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3DD6A0"/>
          </a:solidFill>
          <a:ln/>
        </p:spPr>
      </p:sp>
      <p:sp>
        <p:nvSpPr>
          <p:cNvPr id="36" name="Shape 34"/>
          <p:cNvSpPr/>
          <p:nvPr/>
        </p:nvSpPr>
        <p:spPr>
          <a:xfrm>
            <a:off x="14222488" y="71247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2A2E3B"/>
          </a:solidFill>
          <a:ln/>
        </p:spPr>
      </p:sp>
      <p:sp>
        <p:nvSpPr>
          <p:cNvPr id="37" name="Shape 35"/>
          <p:cNvSpPr/>
          <p:nvPr/>
        </p:nvSpPr>
        <p:spPr>
          <a:xfrm>
            <a:off x="14793988" y="71247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2A2E3B"/>
          </a:solidFill>
          <a:ln/>
        </p:spPr>
      </p:sp>
      <p:sp>
        <p:nvSpPr>
          <p:cNvPr id="38" name="Shape 36"/>
          <p:cNvSpPr/>
          <p:nvPr/>
        </p:nvSpPr>
        <p:spPr>
          <a:xfrm>
            <a:off x="15365488" y="71247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2A2E3B"/>
          </a:solidFill>
          <a:ln/>
        </p:spPr>
      </p:sp>
      <p:sp>
        <p:nvSpPr>
          <p:cNvPr id="39" name="Shape 37"/>
          <p:cNvSpPr/>
          <p:nvPr/>
        </p:nvSpPr>
        <p:spPr>
          <a:xfrm>
            <a:off x="15936988" y="7124700"/>
            <a:ext cx="434823" cy="413541"/>
          </a:xfrm>
          <a:custGeom>
            <a:avLst/>
            <a:gdLst/>
            <a:ahLst/>
            <a:cxnLst/>
            <a:rect l="l" t="t" r="r" b="b"/>
            <a:pathLst>
              <a:path w="434823" h="413541">
                <a:moveTo>
                  <a:pt x="217412" y="0"/>
                </a:moveTo>
                <a:lnTo>
                  <a:pt x="271159" y="154623"/>
                </a:lnTo>
                <a:lnTo>
                  <a:pt x="434823" y="157959"/>
                </a:lnTo>
                <a:lnTo>
                  <a:pt x="304376" y="256857"/>
                </a:lnTo>
                <a:lnTo>
                  <a:pt x="351779" y="413541"/>
                </a:lnTo>
                <a:lnTo>
                  <a:pt x="217412" y="320040"/>
                </a:lnTo>
                <a:lnTo>
                  <a:pt x="83044" y="413541"/>
                </a:lnTo>
                <a:lnTo>
                  <a:pt x="130447" y="256857"/>
                </a:lnTo>
                <a:lnTo>
                  <a:pt x="0" y="157959"/>
                </a:lnTo>
                <a:lnTo>
                  <a:pt x="163664" y="154623"/>
                </a:lnTo>
                <a:lnTo>
                  <a:pt x="217412" y="0"/>
                </a:lnTo>
                <a:close/>
              </a:path>
            </a:pathLst>
          </a:custGeom>
          <a:solidFill>
            <a:srgbClr val="2A2E3B"/>
          </a:solidFill>
          <a:ln/>
        </p:spPr>
      </p:sp>
      <p:sp>
        <p:nvSpPr>
          <p:cNvPr id="40" name="Text 38"/>
          <p:cNvSpPr/>
          <p:nvPr/>
        </p:nvSpPr>
        <p:spPr>
          <a:xfrm>
            <a:off x="13639800" y="78105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Nâng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914400" y="9525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d276a0f2-bb4c-46b8-8c33-69c2a9261a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333500"/>
            <a:ext cx="7810500" cy="22860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2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7200" dirty="0" spc="-8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endParaRPr lang="en-US" sz="72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thành</a:t>
            </a:r>
            <a:r>
              <a:rPr lang="en-US" sz="7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810000"/>
            <a:ext cx="7620000" cy="2095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7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thang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905500"/>
            <a:ext cx="7620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61912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8" name="Text richtext-1792338234095-765644144"/>
          <p:cNvSpPr/>
          <p:nvPr/>
        </p:nvSpPr>
        <p:spPr>
          <a:xfrm>
            <a:off x="1257300" y="6648450"/>
            <a:ext cx="695325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sao,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sao,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 nhấn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601200" y="1295400"/>
            <a:ext cx="7315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9829800" y="1428750"/>
            <a:ext cx="6858000" cy="9715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2400" dirty="0"/>
          </a:p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nằm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không dùng</a:t>
            </a:r>
            <a:endParaRPr lang="en-US" sz="2400" dirty="0"/>
          </a:p>
        </p:txBody>
      </p:sp>
      <p:sp>
        <p:nvSpPr>
          <p:cNvPr id="11" name="Connector line-1792338234134-396813060"/>
          <p:cNvSpPr/>
          <p:nvPr/>
        </p:nvSpPr>
        <p:spPr>
          <a:xfrm>
            <a:off x="13258800" y="2590800"/>
            <a:ext cx="0" cy="53340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01200" y="3200400"/>
            <a:ext cx="7315200" cy="990600"/>
          </a:xfrm>
          <a:prstGeom prst="roundRect">
            <a:avLst>
              <a:gd name="adj" fmla="val 19231"/>
            </a:avLst>
          </a:prstGeom>
          <a:solidFill>
            <a:srgbClr val="DDE3FA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0" y="3390900"/>
            <a:ext cx="400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 sao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4334924" y="3505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1F3FD1"/>
          </a:solidFill>
          <a:ln/>
        </p:spPr>
      </p:sp>
      <p:sp>
        <p:nvSpPr>
          <p:cNvPr id="15" name="Shape 13"/>
          <p:cNvSpPr/>
          <p:nvPr/>
        </p:nvSpPr>
        <p:spPr>
          <a:xfrm>
            <a:off x="14830224" y="3505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1F3FD1"/>
          </a:solidFill>
          <a:ln/>
        </p:spPr>
      </p:sp>
      <p:sp>
        <p:nvSpPr>
          <p:cNvPr id="16" name="Shape 14"/>
          <p:cNvSpPr/>
          <p:nvPr/>
        </p:nvSpPr>
        <p:spPr>
          <a:xfrm>
            <a:off x="15325524" y="3505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1F3FD1"/>
          </a:solidFill>
          <a:ln/>
        </p:spPr>
      </p:sp>
      <p:sp>
        <p:nvSpPr>
          <p:cNvPr id="17" name="Shape 15"/>
          <p:cNvSpPr/>
          <p:nvPr/>
        </p:nvSpPr>
        <p:spPr>
          <a:xfrm>
            <a:off x="15820824" y="3505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1F3FD1"/>
          </a:solidFill>
          <a:ln/>
        </p:spPr>
      </p:sp>
      <p:sp>
        <p:nvSpPr>
          <p:cNvPr id="18" name="Shape 16"/>
          <p:cNvSpPr/>
          <p:nvPr/>
        </p:nvSpPr>
        <p:spPr>
          <a:xfrm>
            <a:off x="16316124" y="3505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1F3FD1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0" y="4343400"/>
            <a:ext cx="7315200" cy="990600"/>
          </a:xfrm>
          <a:prstGeom prst="roundRect">
            <a:avLst>
              <a:gd name="adj" fmla="val 19231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0" y="4533900"/>
            <a:ext cx="400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30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4334924" y="4648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2" name="Shape 20"/>
          <p:cNvSpPr/>
          <p:nvPr/>
        </p:nvSpPr>
        <p:spPr>
          <a:xfrm>
            <a:off x="14830224" y="4648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3" name="Shape 21"/>
          <p:cNvSpPr/>
          <p:nvPr/>
        </p:nvSpPr>
        <p:spPr>
          <a:xfrm>
            <a:off x="15325524" y="4648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4" name="Shape 22"/>
          <p:cNvSpPr/>
          <p:nvPr/>
        </p:nvSpPr>
        <p:spPr>
          <a:xfrm>
            <a:off x="15820824" y="4648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FBF8F2"/>
          </a:solidFill>
          <a:ln/>
        </p:spPr>
      </p:sp>
      <p:sp>
        <p:nvSpPr>
          <p:cNvPr id="25" name="Shape 23"/>
          <p:cNvSpPr/>
          <p:nvPr/>
        </p:nvSpPr>
        <p:spPr>
          <a:xfrm>
            <a:off x="16316124" y="4648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FBF8F2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200" y="5486400"/>
            <a:ext cx="7315200" cy="990600"/>
          </a:xfrm>
          <a:prstGeom prst="roundRect">
            <a:avLst>
              <a:gd name="adj" fmla="val 19231"/>
            </a:avLst>
          </a:prstGeom>
          <a:solidFill>
            <a:srgbClr val="CFE8E2"/>
          </a:solidFill>
          <a:ln/>
        </p:spPr>
      </p:sp>
      <p:sp>
        <p:nvSpPr>
          <p:cNvPr id="27" name="Text 25"/>
          <p:cNvSpPr/>
          <p:nvPr/>
        </p:nvSpPr>
        <p:spPr>
          <a:xfrm>
            <a:off x="9906000" y="5676900"/>
            <a:ext cx="400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0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14334924" y="5791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9" name="Shape 27"/>
          <p:cNvSpPr/>
          <p:nvPr/>
        </p:nvSpPr>
        <p:spPr>
          <a:xfrm>
            <a:off x="14830224" y="5791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FBF8F2"/>
          </a:solidFill>
          <a:ln/>
        </p:spPr>
      </p:sp>
      <p:sp>
        <p:nvSpPr>
          <p:cNvPr id="30" name="Shape 28"/>
          <p:cNvSpPr/>
          <p:nvPr/>
        </p:nvSpPr>
        <p:spPr>
          <a:xfrm>
            <a:off x="15325524" y="5791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FBF8F2"/>
          </a:solidFill>
          <a:ln/>
        </p:spPr>
      </p:sp>
      <p:sp>
        <p:nvSpPr>
          <p:cNvPr id="31" name="Shape 29"/>
          <p:cNvSpPr/>
          <p:nvPr/>
        </p:nvSpPr>
        <p:spPr>
          <a:xfrm>
            <a:off x="15820824" y="5791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FBF8F2"/>
          </a:solidFill>
          <a:ln/>
        </p:spPr>
      </p:sp>
      <p:sp>
        <p:nvSpPr>
          <p:cNvPr id="32" name="Shape 30"/>
          <p:cNvSpPr/>
          <p:nvPr/>
        </p:nvSpPr>
        <p:spPr>
          <a:xfrm>
            <a:off x="16316124" y="5791200"/>
            <a:ext cx="362353" cy="344618"/>
          </a:xfrm>
          <a:custGeom>
            <a:avLst/>
            <a:gdLst/>
            <a:ahLst/>
            <a:cxnLst/>
            <a:rect l="l" t="t" r="r" b="b"/>
            <a:pathLst>
              <a:path w="362353" h="344618">
                <a:moveTo>
                  <a:pt x="181176" y="0"/>
                </a:moveTo>
                <a:lnTo>
                  <a:pt x="225966" y="128853"/>
                </a:lnTo>
                <a:lnTo>
                  <a:pt x="362353" y="131632"/>
                </a:lnTo>
                <a:lnTo>
                  <a:pt x="253647" y="214047"/>
                </a:lnTo>
                <a:lnTo>
                  <a:pt x="293149" y="344618"/>
                </a:lnTo>
                <a:lnTo>
                  <a:pt x="181176" y="266700"/>
                </a:lnTo>
                <a:lnTo>
                  <a:pt x="69203" y="344618"/>
                </a:lnTo>
                <a:lnTo>
                  <a:pt x="108706" y="214047"/>
                </a:lnTo>
                <a:lnTo>
                  <a:pt x="0" y="131632"/>
                </a:lnTo>
                <a:lnTo>
                  <a:pt x="136387" y="128853"/>
                </a:lnTo>
                <a:lnTo>
                  <a:pt x="181176" y="0"/>
                </a:lnTo>
                <a:close/>
              </a:path>
            </a:pathLst>
          </a:custGeom>
          <a:solidFill>
            <a:srgbClr val="FBF8F2"/>
          </a:solidFill>
          <a:ln/>
        </p:spPr>
      </p:sp>
      <p:sp>
        <p:nvSpPr>
          <p:cNvPr id="33" name="Connector line-1792338234142-552138713"/>
          <p:cNvSpPr/>
          <p:nvPr/>
        </p:nvSpPr>
        <p:spPr>
          <a:xfrm>
            <a:off x="13258800" y="6534150"/>
            <a:ext cx="0" cy="53340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9601200" y="7143750"/>
            <a:ext cx="7315200" cy="1238250"/>
          </a:xfrm>
          <a:prstGeom prst="roundRect">
            <a:avLst>
              <a:gd name="adj" fmla="val 18462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thang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</a:t>
            </a:r>
            <a:endParaRPr lang="en-US" sz="2550" dirty="0"/>
          </a:p>
        </p:txBody>
      </p:sp>
      <p:sp>
        <p:nvSpPr>
          <p:cNvPr id="35" name="Shape 3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72dfbf17-3eba-4fb6-b959-3b5d7eb541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950" b="1" spc="16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950" b="1" spc="2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333500"/>
            <a:ext cx="8001000" cy="3143250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69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thường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trọng</a:t>
            </a:r>
            <a:endParaRPr lang="en-US" sz="69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hơn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cài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620000" cy="1619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7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danh</a:t>
            </a:r>
            <a:r>
              <a:rPr lang="en-US" sz="27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7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buổi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7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7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7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19125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7300" y="64579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6896100"/>
            <a:ext cx="6934200" cy="13716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"các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hệ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thật"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 quan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601200" y="1295400"/>
            <a:ext cx="7315200" cy="2381250"/>
          </a:xfrm>
          <a:prstGeom prst="roundRect">
            <a:avLst>
              <a:gd name="adj" fmla="val 96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44100" y="15621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b="1" spc="18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944100" y="2019300"/>
            <a:ext cx="6629400" cy="142875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3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3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3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3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thật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0401300" y="3905250"/>
            <a:ext cx="5715000" cy="6477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601200" y="4781550"/>
            <a:ext cx="7315200" cy="1619250"/>
          </a:xfrm>
          <a:prstGeom prst="roundRect">
            <a:avLst>
              <a:gd name="adj" fmla="val 14118"/>
            </a:avLst>
          </a:prstGeom>
          <a:solidFill>
            <a:srgbClr val="14161C"/>
          </a:solidFill>
          <a:ln w="28575">
            <a:solidFill>
              <a:srgbClr val="2A2E3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3300" b="1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3300" b="1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 đặt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601200" y="6896100"/>
            <a:ext cx="7315200" cy="1485900"/>
          </a:xfrm>
          <a:prstGeom prst="roundRect">
            <a:avLst>
              <a:gd name="adj" fmla="val 15385"/>
            </a:avLst>
          </a:prstGeom>
          <a:noFill/>
          <a:ln w="19050">
            <a:solidFill>
              <a:srgbClr val="9AA0B5"/>
            </a:solidFill>
            <a:prstDash val="lgDash"/>
          </a:ln>
        </p:spPr>
      </p:sp>
      <p:sp>
        <p:nvSpPr>
          <p:cNvPr id="15" name="Text 13"/>
          <p:cNvSpPr/>
          <p:nvPr/>
        </p:nvSpPr>
        <p:spPr>
          <a:xfrm>
            <a:off x="9944100" y="7048500"/>
            <a:ext cx="6629400" cy="11811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ctr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4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dành cho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941d1fe-0fc2-43e4-a1c6-6d216fd120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1950" b="1" spc="1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ctr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5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sao,</a:t>
            </a:r>
            <a:r>
              <a:rPr lang="en-US" sz="75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5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sao,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5257800" cy="5715000"/>
          </a:xfrm>
          <a:prstGeom prst="roundRect">
            <a:avLst>
              <a:gd name="adj" fmla="val 5072"/>
            </a:avLst>
          </a:prstGeom>
          <a:solidFill>
            <a:srgbClr val="DDE3FA"/>
          </a:solidFill>
          <a:ln/>
        </p:spPr>
      </p:sp>
      <p:sp>
        <p:nvSpPr>
          <p:cNvPr id="5" name="Shape 3"/>
          <p:cNvSpPr/>
          <p:nvPr/>
        </p:nvSpPr>
        <p:spPr>
          <a:xfrm>
            <a:off x="12369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1F3FD1"/>
          </a:solidFill>
          <a:ln/>
        </p:spPr>
      </p:sp>
      <p:sp>
        <p:nvSpPr>
          <p:cNvPr id="6" name="Shape 4"/>
          <p:cNvSpPr/>
          <p:nvPr/>
        </p:nvSpPr>
        <p:spPr>
          <a:xfrm>
            <a:off x="20370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28371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1F3FD1"/>
          </a:solidFill>
          <a:ln/>
        </p:spPr>
      </p:sp>
      <p:sp>
        <p:nvSpPr>
          <p:cNvPr id="8" name="Shape 6"/>
          <p:cNvSpPr/>
          <p:nvPr/>
        </p:nvSpPr>
        <p:spPr>
          <a:xfrm>
            <a:off x="36372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1F3FD1"/>
          </a:solidFill>
          <a:ln/>
        </p:spPr>
      </p:sp>
      <p:sp>
        <p:nvSpPr>
          <p:cNvPr id="9" name="Shape 7"/>
          <p:cNvSpPr/>
          <p:nvPr/>
        </p:nvSpPr>
        <p:spPr>
          <a:xfrm>
            <a:off x="44373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4248150"/>
            <a:ext cx="4648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57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1219200" y="5391150"/>
            <a:ext cx="46482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Rất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19200" y="6381750"/>
            <a:ext cx="4648200" cy="1905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Cố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6515100" y="2819400"/>
            <a:ext cx="5257800" cy="5715000"/>
          </a:xfrm>
          <a:prstGeom prst="roundRect">
            <a:avLst>
              <a:gd name="adj" fmla="val 5072"/>
            </a:avLst>
          </a:prstGeom>
          <a:solidFill>
            <a:srgbClr val="F3D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68376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5" name="Shape 13"/>
          <p:cNvSpPr/>
          <p:nvPr/>
        </p:nvSpPr>
        <p:spPr>
          <a:xfrm>
            <a:off x="76377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6" name="Shape 14"/>
          <p:cNvSpPr/>
          <p:nvPr/>
        </p:nvSpPr>
        <p:spPr>
          <a:xfrm>
            <a:off x="84378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7" name="Shape 15"/>
          <p:cNvSpPr/>
          <p:nvPr/>
        </p:nvSpPr>
        <p:spPr>
          <a:xfrm>
            <a:off x="92379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FBF8F2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380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FBF8F2"/>
          </a:solidFill>
          <a:ln/>
        </p:spPr>
      </p:sp>
      <p:sp>
        <p:nvSpPr>
          <p:cNvPr id="19" name="Text 17"/>
          <p:cNvSpPr/>
          <p:nvPr/>
        </p:nvSpPr>
        <p:spPr>
          <a:xfrm>
            <a:off x="6819900" y="4248150"/>
            <a:ext cx="4648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5700" dirty="0"/>
          </a:p>
        </p:txBody>
      </p:sp>
      <p:sp>
        <p:nvSpPr>
          <p:cNvPr id="20" name="Text 18"/>
          <p:cNvSpPr/>
          <p:nvPr/>
        </p:nvSpPr>
        <p:spPr>
          <a:xfrm>
            <a:off x="6819900" y="5391150"/>
            <a:ext cx="4648200" cy="647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2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819900" y="6381750"/>
            <a:ext cx="4648200" cy="1905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850" dirty="0"/>
          </a:p>
        </p:txBody>
      </p:sp>
      <p:sp>
        <p:nvSpPr>
          <p:cNvPr id="22" name="Shape 20"/>
          <p:cNvSpPr/>
          <p:nvPr/>
        </p:nvSpPr>
        <p:spPr>
          <a:xfrm>
            <a:off x="12115800" y="2819400"/>
            <a:ext cx="5257800" cy="5715000"/>
          </a:xfrm>
          <a:prstGeom prst="roundRect">
            <a:avLst>
              <a:gd name="adj" fmla="val 5072"/>
            </a:avLst>
          </a:prstGeom>
          <a:solidFill>
            <a:srgbClr val="CFE8E2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83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384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FBF8F2"/>
          </a:solidFill>
          <a:ln/>
        </p:spPr>
      </p:sp>
      <p:sp>
        <p:nvSpPr>
          <p:cNvPr id="25" name="Shape 23"/>
          <p:cNvSpPr/>
          <p:nvPr/>
        </p:nvSpPr>
        <p:spPr>
          <a:xfrm>
            <a:off x="140385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FBF8F2"/>
          </a:solidFill>
          <a:ln/>
        </p:spPr>
      </p:sp>
      <p:sp>
        <p:nvSpPr>
          <p:cNvPr id="26" name="Shape 24"/>
          <p:cNvSpPr/>
          <p:nvPr/>
        </p:nvSpPr>
        <p:spPr>
          <a:xfrm>
            <a:off x="148386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FBF8F2"/>
          </a:solidFill>
          <a:ln/>
        </p:spPr>
      </p:sp>
      <p:sp>
        <p:nvSpPr>
          <p:cNvPr id="27" name="Shape 25"/>
          <p:cNvSpPr/>
          <p:nvPr/>
        </p:nvSpPr>
        <p:spPr>
          <a:xfrm>
            <a:off x="15638715" y="3200400"/>
            <a:ext cx="688470" cy="654774"/>
          </a:xfrm>
          <a:custGeom>
            <a:avLst/>
            <a:gdLst/>
            <a:ahLst/>
            <a:cxnLst/>
            <a:rect l="l" t="t" r="r" b="b"/>
            <a:pathLst>
              <a:path w="688470" h="654774">
                <a:moveTo>
                  <a:pt x="344235" y="0"/>
                </a:moveTo>
                <a:lnTo>
                  <a:pt x="429334" y="244821"/>
                </a:lnTo>
                <a:lnTo>
                  <a:pt x="688470" y="250101"/>
                </a:lnTo>
                <a:lnTo>
                  <a:pt x="481929" y="406689"/>
                </a:lnTo>
                <a:lnTo>
                  <a:pt x="556984" y="654774"/>
                </a:lnTo>
                <a:lnTo>
                  <a:pt x="344235" y="506730"/>
                </a:lnTo>
                <a:lnTo>
                  <a:pt x="131486" y="654774"/>
                </a:lnTo>
                <a:lnTo>
                  <a:pt x="206541" y="406689"/>
                </a:lnTo>
                <a:lnTo>
                  <a:pt x="0" y="250101"/>
                </a:lnTo>
                <a:lnTo>
                  <a:pt x="259135" y="244821"/>
                </a:lnTo>
                <a:lnTo>
                  <a:pt x="344235" y="0"/>
                </a:lnTo>
                <a:close/>
              </a:path>
            </a:pathLst>
          </a:custGeom>
          <a:solidFill>
            <a:srgbClr val="FBF8F2"/>
          </a:solidFill>
          <a:ln/>
        </p:spPr>
      </p:sp>
      <p:sp>
        <p:nvSpPr>
          <p:cNvPr id="28" name="Text 26"/>
          <p:cNvSpPr/>
          <p:nvPr/>
        </p:nvSpPr>
        <p:spPr>
          <a:xfrm>
            <a:off x="12420600" y="4248150"/>
            <a:ext cx="4648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1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5700" dirty="0"/>
          </a:p>
        </p:txBody>
      </p:sp>
      <p:sp>
        <p:nvSpPr>
          <p:cNvPr id="29" name="Text 27"/>
          <p:cNvSpPr/>
          <p:nvPr/>
        </p:nvSpPr>
        <p:spPr>
          <a:xfrm>
            <a:off x="12420600" y="5391150"/>
            <a:ext cx="4648200" cy="647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Nâng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420600" y="6381750"/>
            <a:ext cx="4648200" cy="1905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(senior).</a:t>
            </a:r>
            <a:endParaRPr lang="en-US" sz="2850" dirty="0"/>
          </a:p>
        </p:txBody>
      </p:sp>
      <p:sp>
        <p:nvSpPr>
          <p:cNvPr id="31" name="Shape 2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b4af86be-c34c-4b76-98fb-2389b5bfd1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b="1" spc="18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333500"/>
            <a:ext cx="8001000" cy="33337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75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thống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914400" y="6667500"/>
            <a:ext cx="7620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7300" y="69151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0" y="1295400"/>
            <a:ext cx="7315200" cy="1809750"/>
          </a:xfrm>
          <a:prstGeom prst="roundRect">
            <a:avLst>
              <a:gd name="adj" fmla="val 12632"/>
            </a:avLst>
          </a:prstGeom>
          <a:solidFill>
            <a:srgbClr val="14161C"/>
          </a:solidFill>
          <a:ln w="28575">
            <a:solidFill>
              <a:srgbClr val="2A2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44100" y="148590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Bloom: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700" dirty="0"/>
          </a:p>
        </p:txBody>
      </p:sp>
      <p:sp>
        <p:nvSpPr>
          <p:cNvPr id="9" name="Connector line-1792338444901-176477059"/>
          <p:cNvSpPr/>
          <p:nvPr/>
        </p:nvSpPr>
        <p:spPr>
          <a:xfrm>
            <a:off x="13258800" y="3162300"/>
            <a:ext cx="0" cy="5524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01200" y="3790950"/>
            <a:ext cx="7315200" cy="1809750"/>
          </a:xfrm>
          <a:prstGeom prst="roundRect">
            <a:avLst>
              <a:gd name="adj" fmla="val 12632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44100" y="40386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1800" b="1" spc="18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800" b="1" spc="2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944100" y="4457700"/>
            <a:ext cx="6629400" cy="952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 chỉ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3000" dirty="0"/>
          </a:p>
        </p:txBody>
      </p:sp>
      <p:sp>
        <p:nvSpPr>
          <p:cNvPr id="13" name="Connector line-1792338444906-94315203"/>
          <p:cNvSpPr/>
          <p:nvPr/>
        </p:nvSpPr>
        <p:spPr>
          <a:xfrm>
            <a:off x="13258800" y="5657850"/>
            <a:ext cx="0" cy="5524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601200" y="6286500"/>
            <a:ext cx="7315200" cy="1809750"/>
          </a:xfrm>
          <a:prstGeom prst="roundRect">
            <a:avLst>
              <a:gd name="adj" fmla="val 12632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944100" y="65341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RAFT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944100" y="6953250"/>
            <a:ext cx="6629400" cy="952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3000" dirty="0"/>
          </a:p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14400" y="485775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7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endParaRPr lang="en-US" sz="27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7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etcd-io/raft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27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7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257300" y="73533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chọn,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27117fd4-5916-4338-b4c3-6a26d03c36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333500"/>
            <a:ext cx="8001000" cy="23812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của</a:t>
            </a:r>
            <a:r>
              <a:rPr lang="en-US" sz="7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914400" y="390525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thang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endParaRPr lang="en-US" sz="27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 do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096000"/>
            <a:ext cx="7620000" cy="2381250"/>
          </a:xfrm>
          <a:prstGeom prst="roundRect">
            <a:avLst>
              <a:gd name="adj" fmla="val 11200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63627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681990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ảnh.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601200" y="12954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0" y="15621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820400" y="1562100"/>
            <a:ext cx="5810250" cy="9144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700" dirty="0"/>
          </a:p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820400" y="2590800"/>
            <a:ext cx="5810250" cy="8001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 nguồn,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01200" y="37338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0" y="40005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0820400" y="4000500"/>
            <a:ext cx="5810250" cy="9144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kiến</a:t>
            </a:r>
            <a:endParaRPr lang="en-US" sz="2700" dirty="0"/>
          </a:p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820400" y="5029200"/>
            <a:ext cx="5810250" cy="8001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601200" y="61722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0" y="64389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820400" y="6438900"/>
            <a:ext cx="5810250" cy="9144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"Cấp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cao"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700" dirty="0"/>
          </a:p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0820400" y="7467600"/>
            <a:ext cx="5810250" cy="8001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d34ebc70-dbf3-4e89-bdbd-4577afca5a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333500"/>
            <a:ext cx="8001000" cy="23812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5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914400" y="4191000"/>
            <a:ext cx="7620000" cy="4286250"/>
          </a:xfrm>
          <a:prstGeom prst="roundRect">
            <a:avLst>
              <a:gd name="adj" fmla="val 622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7300" y="4476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7300" y="4953000"/>
            <a:ext cx="7048500" cy="3238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spcAft>
                <a:spcPts val="1350"/>
              </a:spcAft>
              <a:buNone/>
            </a:pP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Cassandra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đĩa.</a:t>
            </a:r>
            <a:endParaRPr lang="en-US" sz="2700" dirty="0"/>
          </a:p>
          <a:p>
            <a:pPr algn="l" indent="0" marL="0">
              <a:lnSpc>
                <a:spcPts val="3645"/>
              </a:lnSpc>
              <a:spcAft>
                <a:spcPts val="1350"/>
              </a:spcAft>
              <a:buNone/>
            </a:pP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giúp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700" dirty="0"/>
          </a:p>
          <a:p>
            <a:pPr algn="l" indent="0" marL="0">
              <a:lnSpc>
                <a:spcPts val="3645"/>
              </a:lnSpc>
              <a:spcAft>
                <a:spcPts val="1350"/>
              </a:spcAft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chắc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601200" y="12954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0" y="15621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820400" y="1562100"/>
            <a:ext cx="5810250" cy="9144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 Bloom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820400" y="2133600"/>
            <a:ext cx="581025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có,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 là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0" y="37338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0" y="40005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820400" y="4000500"/>
            <a:ext cx="5810250" cy="9144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b="1" dirty="0" spc="-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7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0820400" y="4572000"/>
            <a:ext cx="581025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hầu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ánh</a:t>
            </a:r>
            <a:r>
              <a:rPr lang="en-US" sz="24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lực;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601200" y="61722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6000" y="64389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820400" y="6438900"/>
            <a:ext cx="5810250" cy="9144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7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2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820400" y="7010400"/>
            <a:ext cx="581025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Cố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313864ac-1680-4b99-8d50-fb63be59bb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ctr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3048000"/>
            <a:ext cx="464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9200" y="3486150"/>
            <a:ext cx="464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 dùng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19200" y="4343400"/>
            <a:ext cx="464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19200" y="4953000"/>
            <a:ext cx="46482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hơn chi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515100" y="276225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9900" y="3048000"/>
            <a:ext cx="464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9900" y="3486150"/>
            <a:ext cx="464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Thang</a:t>
            </a:r>
            <a:r>
              <a:rPr lang="en-US" sz="4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819900" y="4343400"/>
            <a:ext cx="464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19900" y="4953000"/>
            <a:ext cx="46482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rất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khó;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2115800" y="276225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20600" y="3048000"/>
            <a:ext cx="464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420600" y="3486150"/>
            <a:ext cx="464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2420600" y="4343400"/>
            <a:ext cx="464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420600" y="4953000"/>
            <a:ext cx="46482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 thuật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nằm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14400" y="6877050"/>
            <a:ext cx="164592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7300" y="71247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57300" y="7562850"/>
            <a:ext cx="1577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(thang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sao);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Apache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(bộ lọc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Bloom,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quán);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etcd-io/raft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(Raft).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57300" y="8172450"/>
            <a:ext cx="15773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 Hình minh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834eaee7-e19c-4796-9003-bbdd72c362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2026-10-19T16:08:33Z</dcterms:created>
  <dcterms:modified xsi:type="dcterms:W3CDTF">2026-10-19T16:08:33Z</dcterms:modified>
</cp:coreProperties>
</file>