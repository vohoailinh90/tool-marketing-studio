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nhắn</a:t>
            </a:r>
            <a:r>
              <a:rPr lang="en-US" sz="75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Slack</a:t>
            </a:r>
            <a:r>
              <a:rPr lang="en-US" sz="7500" dirty="0" spc="4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6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Gửi</a:t>
            </a:r>
            <a:r>
              <a:rPr lang="en-US" sz="30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tin,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giữ,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đẩy?</a:t>
            </a:r>
            <a:endParaRPr lang="en-US" sz="3000" dirty="0"/>
          </a:p>
        </p:txBody>
      </p:sp>
      <p:sp>
        <p:nvSpPr>
          <p:cNvPr id="5" name="Connector line-1792381665099-554469090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1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Vào:</a:t>
            </a:r>
            <a:r>
              <a:rPr lang="en-US" sz="3150" dirty="0" spc="-3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WebApp,</a:t>
            </a:r>
            <a:r>
              <a:rPr lang="en-US" sz="3150" dirty="0" spc="-2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AS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1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Giữ: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15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Ra:</a:t>
            </a:r>
            <a:r>
              <a:rPr lang="en-US" sz="315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GS,</a:t>
            </a:r>
            <a:r>
              <a:rPr lang="en-US" sz="3150" dirty="0" spc="-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Envoy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2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WebSocket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bf7d8c6b-ac9a-42a6-a7d9-5a77ffd9a6e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loại</a:t>
            </a:r>
            <a:r>
              <a:rPr lang="en-US" sz="4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4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4800" dirty="0" spc="-4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4800" dirty="0" spc="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nguồn,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tóm</a:t>
            </a:r>
            <a:r>
              <a:rPr lang="en-US" sz="2550" dirty="0" spc="-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Slack.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3ef9aa5d-713f-41b2-9334-53cbe38a52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4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950" b="1" spc="2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WEBAPP</a:t>
            </a:r>
            <a:r>
              <a:rPr lang="en-US" sz="1950" b="1" spc="2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ADMIN</a:t>
            </a:r>
            <a:r>
              <a:rPr lang="en-US" sz="1950" b="1" spc="29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-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600" dirty="0" spc="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6600" dirty="0" spc="-6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6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6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80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</a:t>
            </a:r>
            <a:endParaRPr lang="en-US" sz="3300" dirty="0"/>
          </a:p>
        </p:txBody>
      </p:sp>
      <p:sp>
        <p:nvSpPr>
          <p:cNvPr id="7" name="Connector line-1792381667123-206062591"/>
          <p:cNvSpPr/>
          <p:nvPr/>
        </p:nvSpPr>
        <p:spPr>
          <a:xfrm>
            <a:off x="460057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9112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53402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WEBAPP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3402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300" dirty="0" spc="3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300" dirty="0"/>
          </a:p>
        </p:txBody>
      </p:sp>
      <p:sp>
        <p:nvSpPr>
          <p:cNvPr id="11" name="Connector line-1792381667127-81153907"/>
          <p:cNvSpPr/>
          <p:nvPr/>
        </p:nvSpPr>
        <p:spPr>
          <a:xfrm>
            <a:off x="8877300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785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FB454"/>
          </a:solidFill>
          <a:ln/>
        </p:spPr>
      </p:sp>
      <p:sp>
        <p:nvSpPr>
          <p:cNvPr id="13" name="Text 11"/>
          <p:cNvSpPr/>
          <p:nvPr/>
        </p:nvSpPr>
        <p:spPr>
          <a:xfrm>
            <a:off x="981075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ADMIN</a:t>
            </a:r>
            <a:r>
              <a:rPr lang="en-US" sz="1800" b="1" spc="21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1075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Tìm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33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ID</a:t>
            </a:r>
            <a:endParaRPr lang="en-US" sz="3300" dirty="0"/>
          </a:p>
        </p:txBody>
      </p:sp>
      <p:sp>
        <p:nvSpPr>
          <p:cNvPr id="15" name="Connector line-1792381667131-245165322"/>
          <p:cNvSpPr/>
          <p:nvPr/>
        </p:nvSpPr>
        <p:spPr>
          <a:xfrm>
            <a:off x="13154025" y="4667250"/>
            <a:ext cx="514350" cy="0"/>
          </a:xfrm>
          <a:prstGeom prst="line">
            <a:avLst/>
          </a:prstGeom>
          <a:noFill/>
          <a:ln w="47625">
            <a:solidFill>
              <a:srgbClr val="9AA0B5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74457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747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CHANNEL</a:t>
            </a:r>
            <a:r>
              <a:rPr lang="en-US" sz="1800" b="1" spc="21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8747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300" dirty="0" spc="0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lịch</a:t>
            </a:r>
            <a:r>
              <a:rPr lang="en-US" sz="3300" dirty="0" spc="-2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sử</a:t>
            </a:r>
            <a:r>
              <a:rPr lang="en-US" sz="3300" dirty="0" spc="-14" kern="0">
                <a:solidFill>
                  <a:srgbClr val="E4E1D8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550" dirty="0" spc="-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2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điều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chặng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3bd376f7-ab06-4026-a0d5-eb14e9c859d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CHANNEL</a:t>
            </a:r>
            <a:r>
              <a:rPr lang="en-US" sz="1950" b="1" spc="29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Chia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69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nhiều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095750"/>
            <a:ext cx="4953000" cy="2286000"/>
          </a:xfrm>
          <a:prstGeom prst="roundRect">
            <a:avLst>
              <a:gd name="adj" fmla="val 13333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43815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BĂM</a:t>
            </a:r>
            <a:r>
              <a:rPr lang="en-US" sz="1950" b="1" spc="18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1950" b="1" spc="215" kern="0" dirty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857750"/>
            <a:ext cx="41910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triệu</a:t>
            </a:r>
            <a:r>
              <a:rPr lang="en-US" sz="345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10896600" y="29527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77600" y="31623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277600" y="35433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0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0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endParaRPr lang="en-US" sz="3000" dirty="0"/>
          </a:p>
        </p:txBody>
      </p:sp>
      <p:sp>
        <p:nvSpPr>
          <p:cNvPr id="10" name="Connector line-1792381668016-168055754"/>
          <p:cNvSpPr/>
          <p:nvPr/>
        </p:nvSpPr>
        <p:spPr>
          <a:xfrm flipV="1">
            <a:off x="5867400" y="3619500"/>
            <a:ext cx="5029200" cy="14287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10896600" y="457200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77600" y="478155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277600" y="516255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30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khác</a:t>
            </a:r>
            <a:endParaRPr lang="en-US" sz="3000" dirty="0"/>
          </a:p>
        </p:txBody>
      </p:sp>
      <p:sp>
        <p:nvSpPr>
          <p:cNvPr id="14" name="Connector line-1792381668020-597590773"/>
          <p:cNvSpPr/>
          <p:nvPr/>
        </p:nvSpPr>
        <p:spPr>
          <a:xfrm>
            <a:off x="5867400" y="5238750"/>
            <a:ext cx="5029200" cy="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10896600" y="6191250"/>
            <a:ext cx="6477000" cy="1333500"/>
          </a:xfrm>
          <a:prstGeom prst="roundRect">
            <a:avLst>
              <a:gd name="adj" fmla="val 15714"/>
            </a:avLst>
          </a:prstGeom>
          <a:solidFill>
            <a:srgbClr val="CFE8E2"/>
          </a:solidFill>
          <a:ln/>
        </p:spPr>
      </p:sp>
      <p:sp>
        <p:nvSpPr>
          <p:cNvPr id="16" name="Text 14"/>
          <p:cNvSpPr/>
          <p:nvPr/>
        </p:nvSpPr>
        <p:spPr>
          <a:xfrm>
            <a:off x="11277600" y="6400800"/>
            <a:ext cx="5715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1800" b="1" spc="22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1277600" y="6781800"/>
            <a:ext cx="57150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 còn</a:t>
            </a: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3000" dirty="0"/>
          </a:p>
        </p:txBody>
      </p:sp>
      <p:sp>
        <p:nvSpPr>
          <p:cNvPr id="18" name="Connector line-1792381668024-233089290"/>
          <p:cNvSpPr/>
          <p:nvPr/>
        </p:nvSpPr>
        <p:spPr>
          <a:xfrm>
            <a:off x="5867400" y="5429250"/>
            <a:ext cx="5029200" cy="14287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758b191d-4d1a-4457-917c-396683ea5a2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CHẶNG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3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r>
              <a:rPr lang="en-US" sz="1950" b="1" spc="29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8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ENVOY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máy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kênh</a:t>
            </a:r>
            <a:r>
              <a:rPr lang="en-US" sz="6900" dirty="0" spc="-6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CHANNEL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Đẩy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850" b="1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4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GATEWAY</a:t>
            </a:r>
            <a:r>
              <a:rPr lang="en-US" sz="1950" b="1" spc="21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Ở</a:t>
            </a:r>
            <a:r>
              <a:rPr lang="en-US" sz="2850" b="1" dirty="0" spc="2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vùng,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850" b="1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ENVOY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3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Proxy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2850" dirty="0"/>
          </a:p>
        </p:txBody>
      </p:sp>
      <p:sp>
        <p:nvSpPr>
          <p:cNvPr id="13" name="Shape 11"/>
          <p:cNvSpPr/>
          <p:nvPr/>
        </p:nvSpPr>
        <p:spPr>
          <a:xfrm>
            <a:off x="2057400" y="6743700"/>
            <a:ext cx="14173200" cy="1143000"/>
          </a:xfrm>
          <a:prstGeom prst="roundRect">
            <a:avLst>
              <a:gd name="adj" fmla="val 16667"/>
            </a:avLst>
          </a:prstGeom>
          <a:solidFill>
            <a:srgbClr val="FF6A4D"/>
          </a:solidFill>
          <a:ln/>
        </p:spPr>
      </p:sp>
      <p:sp>
        <p:nvSpPr>
          <p:cNvPr id="14" name="Text 12"/>
          <p:cNvSpPr/>
          <p:nvPr/>
        </p:nvSpPr>
        <p:spPr>
          <a:xfrm>
            <a:off x="2438400" y="71628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6819900" y="7067550"/>
            <a:ext cx="9029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850" b="1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-3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8317c76-02df-4566-be2c-277978889a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WEBSOCKET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66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đẩy</a:t>
            </a:r>
            <a:r>
              <a:rPr lang="en-US" sz="66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tin, không chờ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F3FD1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195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25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CHIỀU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</a:t>
            </a:r>
            <a:r>
              <a:rPr lang="en-US" sz="3900" dirty="0" spc="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gửi</a:t>
            </a:r>
            <a:r>
              <a:rPr lang="en-US" sz="3900" dirty="0" spc="-5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r>
              <a:rPr lang="en-US" sz="3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bất</a:t>
            </a:r>
            <a:r>
              <a:rPr lang="en-US" sz="3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cứ lúc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NHỜ</a:t>
            </a:r>
            <a:r>
              <a:rPr lang="en-US" sz="1950" b="1" spc="13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VẬY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4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Người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nhận</a:t>
            </a:r>
            <a:r>
              <a:rPr lang="en-US" sz="3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thấy tin</a:t>
            </a:r>
            <a:r>
              <a:rPr lang="en-US" sz="3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Theo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1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100" dirty="0" spc="-2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WebSocket,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nhắn tin hai chiều.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27a42713-d232-4d7d-bf2f-38544b411e5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bền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ngoài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7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ngoại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thế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7e250a0-9717-4dc7-bcff-15b353576a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900" dirty="0" spc="-5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châu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lục</a:t>
            </a:r>
            <a:endParaRPr lang="en-US" sz="6900" dirty="0"/>
          </a:p>
        </p:txBody>
      </p:sp>
      <p:sp>
        <p:nvSpPr>
          <p:cNvPr id="4" name="Connector line-1792381716035-343666972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B45309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WebApp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AS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Tìm</a:t>
            </a: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lịch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GS,</a:t>
            </a:r>
            <a:r>
              <a:rPr lang="en-US" sz="345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Envoy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GS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vùng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đẩy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tới.</a:t>
            </a:r>
            <a:endParaRPr lang="en-US" sz="2250" dirty="0"/>
          </a:p>
        </p:txBody>
      </p:sp>
      <p:sp>
        <p:nvSpPr>
          <p:cNvPr id="21" name="Shape 1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f8daa444-04dc-4104-9ca0-47664be5c50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băm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 quán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7C93F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Băm</a:t>
            </a:r>
            <a:r>
              <a:rPr lang="en-US" sz="345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thường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máy: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 mọi</a:t>
            </a:r>
            <a:r>
              <a:rPr lang="en-US" sz="225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Băm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nhất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quán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dời</a:t>
            </a:r>
            <a:r>
              <a:rPr lang="en-US" sz="225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250" dirty="0" spc="-1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3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Kết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quả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250" dirty="0" spc="-2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kênh</a:t>
            </a:r>
            <a:r>
              <a:rPr lang="en-US" sz="225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914400" y="7715250"/>
            <a:ext cx="16459200" cy="4857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2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thức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2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25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2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2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93b33ca1-7169-4a50-9336-2cb63abe3c8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6254496"/>
                <a:gridCol w="7900416"/>
              </a:tblGrid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7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Dạng</a:t>
                      </a:r>
                      <a:r>
                        <a:rPr lang="en-US" sz="2250" b="1" dirty="0" spc="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đầy</a:t>
                      </a:r>
                      <a:r>
                        <a:rPr lang="en-US" sz="2250" b="1" dirty="0" spc="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250" b="1" dirty="0" spc="-1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b="1" dirty="0" spc="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8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Admin Server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biết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kênh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nằm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ở</a:t>
                      </a:r>
                      <a:r>
                        <a:rPr lang="en-US" sz="225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kênh</a:t>
                      </a:r>
                      <a:r>
                        <a:rPr lang="en-US" sz="225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nào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1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Channel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giữ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lịch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sử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các</a:t>
                      </a:r>
                      <a:r>
                        <a:rPr lang="en-US" sz="225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kênh</a:t>
                      </a:r>
                      <a:r>
                        <a:rPr lang="en-US" sz="2250" dirty="0" spc="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25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3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Gateway</a:t>
                      </a:r>
                      <a:r>
                        <a:rPr lang="en-US" sz="2250" dirty="0" spc="-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Server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giữ</a:t>
                      </a:r>
                      <a:r>
                        <a:rPr lang="en-US" sz="2250" dirty="0" spc="-3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kết</a:t>
                      </a:r>
                      <a:r>
                        <a:rPr lang="en-US" sz="225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nối</a:t>
                      </a:r>
                      <a:r>
                        <a:rPr lang="en-US" sz="225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người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dùng</a:t>
                      </a:r>
                      <a:r>
                        <a:rPr lang="en-US" sz="225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25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vùng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3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-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Application</a:t>
                      </a:r>
                      <a:r>
                        <a:rPr lang="en-US" sz="2250" dirty="0" spc="-1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Programming</a:t>
                      </a:r>
                      <a:r>
                        <a:rPr lang="en-US" sz="225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Interface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700"/>
                        </a:lnSpc>
                        <a:buNone/>
                      </a:pPr>
                      <a:r>
                        <a:rPr lang="en-US" sz="225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250" dirty="0" spc="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r>
                        <a:rPr lang="en-US" sz="225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25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máy</a:t>
                      </a:r>
                      <a:r>
                        <a:rPr lang="en-US" sz="2250" dirty="0" spc="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chủ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239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6" name="Text 3"/>
          <p:cNvSpPr/>
          <p:nvPr/>
        </p:nvSpPr>
        <p:spPr>
          <a:xfrm>
            <a:off x="914400" y="765810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7" name="Text 4"/>
          <p:cNvSpPr/>
          <p:nvPr/>
        </p:nvSpPr>
        <p:spPr>
          <a:xfrm>
            <a:off x="914400" y="819150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18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Slack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 được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25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19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361bfe8f-8002-4185-b5f1-560eea402dd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2026-10-19T03:50:38Z</dcterms:created>
  <dcterms:modified xsi:type="dcterms:W3CDTF">2026-10-19T03:50:38Z</dcterms:modified>
</cp:coreProperties>
</file>