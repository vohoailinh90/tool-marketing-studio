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143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Chuyển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cloud</a:t>
            </a:r>
            <a:r>
              <a:rPr lang="en-US" sz="69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native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30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0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30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mảng,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801350" y="4229100"/>
            <a:ext cx="1828800" cy="1828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47625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cloud</a:t>
            </a:r>
            <a:r>
              <a:rPr lang="en-US" sz="225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native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16000" y="16192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2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716000" y="27241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716000" y="38290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716000" y="49339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250" b="1" dirty="0" spc="2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716000" y="60388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2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716000" y="71437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Serverless</a:t>
            </a:r>
            <a:endParaRPr lang="en-US" sz="2250" dirty="0"/>
          </a:p>
        </p:txBody>
      </p:sp>
      <p:sp>
        <p:nvSpPr>
          <p:cNvPr id="15" name="Connector line-1792420500690-687599186"/>
          <p:cNvSpPr/>
          <p:nvPr/>
        </p:nvSpPr>
        <p:spPr>
          <a:xfrm flipV="1">
            <a:off x="12630150" y="2019300"/>
            <a:ext cx="1085850" cy="31242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6" name="Connector line-1792420500691-532815609"/>
          <p:cNvSpPr/>
          <p:nvPr/>
        </p:nvSpPr>
        <p:spPr>
          <a:xfrm flipV="1">
            <a:off x="12630150" y="3124200"/>
            <a:ext cx="1085850" cy="20193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7" name="Connector line-1792420500691-497697386"/>
          <p:cNvSpPr/>
          <p:nvPr/>
        </p:nvSpPr>
        <p:spPr>
          <a:xfrm flipV="1">
            <a:off x="12630150" y="4229100"/>
            <a:ext cx="1085850" cy="9144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8" name="Connector line-1792420500691-664988084"/>
          <p:cNvSpPr/>
          <p:nvPr/>
        </p:nvSpPr>
        <p:spPr>
          <a:xfrm>
            <a:off x="12630150" y="5143500"/>
            <a:ext cx="1085850" cy="1905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9" name="Connector line-1792420500692-78821987"/>
          <p:cNvSpPr/>
          <p:nvPr/>
        </p:nvSpPr>
        <p:spPr>
          <a:xfrm>
            <a:off x="12630150" y="5143500"/>
            <a:ext cx="1085850" cy="12954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0" name="Connector line-1792420500692-869457528"/>
          <p:cNvSpPr/>
          <p:nvPr/>
        </p:nvSpPr>
        <p:spPr>
          <a:xfrm>
            <a:off x="12630150" y="5143500"/>
            <a:ext cx="1085850" cy="24003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18cb1cfa-51c2-4985-bb12-418432e422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809750"/>
            <a:ext cx="15906750" cy="4191000"/>
          </a:xfrm>
          <a:prstGeom prst="rect">
            <a:avLst/>
          </a:prstGeom>
          <a:noFill/>
          <a:ln/>
        </p:spPr>
        <p:txBody>
          <a:bodyPr wrap="square" lIns="0" tIns="79724" rIns="0" bIns="-79724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Cloud</a:t>
            </a:r>
            <a:r>
              <a:rPr lang="en-US" sz="93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native</a:t>
            </a:r>
            <a:r>
              <a:rPr lang="en-US" sz="9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9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93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9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hành,</a:t>
            </a:r>
            <a:r>
              <a:rPr lang="en-US" sz="9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93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9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9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phẩm.</a:t>
            </a:r>
            <a:endParaRPr lang="en-US" sz="9300" dirty="0"/>
          </a:p>
        </p:txBody>
      </p:sp>
      <p:sp>
        <p:nvSpPr>
          <p:cNvPr id="5" name="Shape 3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8580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CNCF</a:t>
            </a:r>
            <a:r>
              <a:rPr lang="en-US" sz="33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Landscape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3300" b="1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3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5242a7cc-584b-49b5-9005-39466d0afa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800" b="1" spc="26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2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180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1800" b="1" spc="26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5905500" cy="4953000"/>
          </a:xfrm>
          <a:prstGeom prst="rect">
            <a:avLst/>
          </a:prstGeom>
          <a:noFill/>
          <a:ln/>
        </p:spPr>
        <p:txBody>
          <a:bodyPr wrap="square" lIns="0" tIns="350520" rIns="0" bIns="-350520" rtlCol="0" anchor="t"/>
          <a:lstStyle/>
          <a:p>
            <a:pPr algn="l" indent="0" marL="0">
              <a:lnSpc>
                <a:spcPts val="34500"/>
              </a:lnSpc>
              <a:buNone/>
            </a:pPr>
            <a:r>
              <a:rPr lang="en-US" sz="345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4500" dirty="0"/>
          </a:p>
        </p:txBody>
      </p:sp>
      <p:sp>
        <p:nvSpPr>
          <p:cNvPr id="4" name="Text 2"/>
          <p:cNvSpPr/>
          <p:nvPr/>
        </p:nvSpPr>
        <p:spPr>
          <a:xfrm>
            <a:off x="914400" y="66675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239000" y="1905000"/>
            <a:ext cx="10134600" cy="2571750"/>
          </a:xfrm>
          <a:prstGeom prst="roundRect">
            <a:avLst>
              <a:gd name="adj" fmla="val 1185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15250" y="2247900"/>
            <a:ext cx="914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1650" b="1" spc="1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15250" y="2762250"/>
            <a:ext cx="914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39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tầng,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9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9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ảnh.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7239000" y="4953000"/>
            <a:ext cx="101346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5250" y="5295900"/>
            <a:ext cx="914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16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1650" b="1" spc="1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650" b="1" spc="1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15250" y="5810250"/>
            <a:ext cx="914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Container, mạng,</a:t>
            </a:r>
            <a:r>
              <a:rPr lang="en-US" sz="3900" b="1" dirty="0" spc="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trữ.</a:t>
            </a:r>
            <a:endParaRPr lang="en-US" sz="39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780ff09-60dd-41db-8a6e-57d2f7e675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ĐIỀU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 NGHĨA</a:t>
            </a:r>
            <a:r>
              <a:rPr lang="en-US" sz="1800" b="1" spc="3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905500" y="2857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478000" y="28575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14400" y="33337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333750"/>
            <a:ext cx="4191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34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5905500" y="333375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 tìm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478000" y="3333750"/>
            <a:ext cx="2667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9000" dirty="0"/>
          </a:p>
        </p:txBody>
      </p:sp>
      <p:sp>
        <p:nvSpPr>
          <p:cNvPr id="11" name="Shape 9"/>
          <p:cNvSpPr/>
          <p:nvPr/>
        </p:nvSpPr>
        <p:spPr>
          <a:xfrm>
            <a:off x="914400" y="59055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5905500"/>
            <a:ext cx="4191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34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450" b="1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4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5905500" y="5905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478000" y="5905500"/>
            <a:ext cx="2667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90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217183d-4fa4-4de4-87d3-2f28aacf4a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800" b="1" spc="24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hẹp,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 mục</a:t>
            </a: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1650" b="1" spc="21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b="1" spc="17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4095750"/>
            <a:ext cx="6858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45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45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45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45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45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9563100" y="3048000"/>
            <a:ext cx="7810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393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LANDSCAPE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650" dirty="0"/>
          </a:p>
        </p:txBody>
      </p:sp>
      <p:sp>
        <p:nvSpPr>
          <p:cNvPr id="9" name="Text richtext-1792420558662-33506470"/>
          <p:cNvSpPr/>
          <p:nvPr/>
        </p:nvSpPr>
        <p:spPr>
          <a:xfrm>
            <a:off x="10039350" y="4095750"/>
            <a:ext cx="6858000" cy="3429000"/>
          </a:xfrm>
          <a:prstGeom prst="rect">
            <a:avLst/>
          </a:prstGeom>
          <a:noFill/>
          <a:ln/>
        </p:spPr>
        <p:txBody>
          <a:bodyPr wrap="square" lIns="0" tIns="14859" rIns="0" bIns="-14859" rtlCol="0" anchor="t"/>
          <a:lstStyle/>
          <a:p>
            <a:pPr algn="l" marL="495300" indent="-353862">
              <a:lnSpc>
                <a:spcPts val="5265"/>
              </a:lnSpc>
              <a:buSzPct val="100000"/>
              <a:buFont typeface="Arial"/>
              <a:buChar char="•"/>
            </a:pPr>
            <a:r>
              <a:rPr lang="en-US" sz="3900" b="1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390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900" b="1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3900" dirty="0"/>
          </a:p>
          <a:p>
            <a:pPr algn="l" marL="495300" indent="-353862">
              <a:lnSpc>
                <a:spcPts val="5265"/>
              </a:lnSpc>
              <a:buSzPct val="100000"/>
              <a:buFont typeface="Arial"/>
              <a:buChar char="•"/>
            </a:pPr>
            <a:r>
              <a:rPr lang="en-US" sz="3900" b="1" dirty="0" spc="-1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3900" b="1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900" b="1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hỗn</a:t>
            </a:r>
            <a:r>
              <a:rPr lang="en-US" sz="3900" b="1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endParaRPr lang="en-US" sz="3900" dirty="0"/>
          </a:p>
          <a:p>
            <a:pPr algn="l" marL="495300" indent="-353862">
              <a:lnSpc>
                <a:spcPts val="5265"/>
              </a:lnSpc>
              <a:buSzPct val="100000"/>
              <a:buFont typeface="Arial"/>
              <a:buChar char="•"/>
            </a:pPr>
            <a:r>
              <a:rPr lang="en-US" sz="3900" b="1" dirty="0" spc="-1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3900" b="1" dirty="0" spc="7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3900" b="1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90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8b19d47-6804-413d-be28-9e9a522d43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SERVERLESS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5219700" cy="20002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33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34150" y="3143250"/>
            <a:ext cx="5219700" cy="20002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153900" y="3143250"/>
            <a:ext cx="5219700" cy="20002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5524500"/>
            <a:ext cx="5219700" cy="20002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 có</a:t>
            </a:r>
            <a:r>
              <a:rPr lang="en-US" sz="33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300" b="1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6534150" y="5524500"/>
            <a:ext cx="5219700" cy="20002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153900" y="5334000"/>
            <a:ext cx="52197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15000" dirty="0"/>
          </a:p>
        </p:txBody>
      </p:sp>
      <p:sp>
        <p:nvSpPr>
          <p:cNvPr id="10" name="Text 8"/>
          <p:cNvSpPr/>
          <p:nvPr/>
        </p:nvSpPr>
        <p:spPr>
          <a:xfrm>
            <a:off x="12153900" y="7620000"/>
            <a:ext cx="5219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8fb143c-3f07-41a9-b18a-e929015ba6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lộ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2476500" y="30480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31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85775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2476500" y="485775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Landscape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1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1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6675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2476500" y="66675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1b4c35a-88fe-4634-9da0-b49f02445a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63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63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môi</a:t>
            </a:r>
            <a:r>
              <a:rPr lang="en-US" sz="63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3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thử: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6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810000"/>
            <a:ext cx="72390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41910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6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6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1650" b="1" spc="1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4762500"/>
            <a:ext cx="6286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6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36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6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6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0134600" y="3810000"/>
            <a:ext cx="72390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10850" y="41910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610850" y="4762500"/>
            <a:ext cx="6286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36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6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6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lên,</a:t>
            </a:r>
            <a:r>
              <a:rPr lang="en-US" sz="36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6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6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3600" dirty="0"/>
          </a:p>
        </p:txBody>
      </p:sp>
      <p:sp>
        <p:nvSpPr>
          <p:cNvPr id="10" name="Connector line-1792420617793-638055696"/>
          <p:cNvSpPr/>
          <p:nvPr/>
        </p:nvSpPr>
        <p:spPr>
          <a:xfrm>
            <a:off x="8153400" y="5238750"/>
            <a:ext cx="19812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74295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30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3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 hai</a:t>
            </a:r>
            <a:r>
              <a:rPr lang="en-US" sz="3300" b="1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 là</a:t>
            </a:r>
            <a:r>
              <a:rPr lang="en-US" sz="33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3300" b="1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363622d-e510-4827-8be6-859ec780bd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52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30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85900" y="4476750"/>
            <a:ext cx="158877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476750"/>
            <a:ext cx="15125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57400" y="6000750"/>
            <a:ext cx="153162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6000750"/>
            <a:ext cx="14554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Landscape.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628900" y="7524750"/>
            <a:ext cx="147447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3009900" y="7524750"/>
            <a:ext cx="13982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3c53082-075b-496e-835b-d2eaef47d8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CNCF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667000" y="161925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nguồn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314325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667000" y="32194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CI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667000" y="43624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tục.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542925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CD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667000" y="55054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049000" y="1619250"/>
            <a:ext cx="6324600" cy="6096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0" y="19621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3" name="Text richtext-1792420619494-378109253"/>
          <p:cNvSpPr/>
          <p:nvPr/>
        </p:nvSpPr>
        <p:spPr>
          <a:xfrm>
            <a:off x="11430000" y="2533650"/>
            <a:ext cx="5524500" cy="476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CNCF,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CNCF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Landscape,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9d97031-c3f1-4e65-80e3-9a5e533935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2026-10-19T14:37:32Z</dcterms:created>
  <dcterms:modified xsi:type="dcterms:W3CDTF">2026-10-19T14:37:32Z</dcterms:modified>
</cp:coreProperties>
</file>