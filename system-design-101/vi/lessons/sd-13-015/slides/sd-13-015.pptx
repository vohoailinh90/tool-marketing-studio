
<file path=[Content_Types].xml><?xml version="1.0" encoding="utf-8"?>
<Types xmlns="http://schemas.openxmlformats.org/package/2006/content-types">
  <Default Extension="fntdata" ContentType="application/x-fontdata"/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false" autoCompressPictures="0" embedTrueTypeFonts="true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8288000" cy="10287000"/>
  <p:notesSz cx="10287000" cy="18288000"/>
  <p:embeddedFontLst>
    <p:embeddedFont>
      <p:font typeface="Be Vietnam Pro"/>
      <p:regular r:id="rId19"/>
      <p:bold r:id="rId17"/>
    </p:embeddedFont>
    <p:embeddedFont>
      <p:font typeface="Bricolage Grotesque ExtraBold"/>
      <p:regular r:id="rId18"/>
    </p:embeddedFont>
    <p:embeddedFont>
      <p:font typeface="Be Vietnam Pro ExtraBold"/>
      <p:regular r:id="rId20"/>
    </p:embeddedFont>
  </p:embeddedFontLst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Relationship Id="rId17" Type="http://schemas.openxmlformats.org/officeDocument/2006/relationships/font" Target="fonts/font1.fntdata"/><Relationship Id="rId18" Type="http://schemas.openxmlformats.org/officeDocument/2006/relationships/font" Target="fonts/font2.fntdata"/><Relationship Id="rId19" Type="http://schemas.openxmlformats.org/officeDocument/2006/relationships/font" Target="fonts/font3.fntdata"/><Relationship Id="rId20" Type="http://schemas.openxmlformats.org/officeDocument/2006/relationships/font" Target="fonts/font4.fntdata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4161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914400"/>
            <a:ext cx="85725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spc="275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800" b="1" spc="299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800" b="1" spc="301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800" b="1" spc="300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800" b="1" spc="295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</a:t>
            </a:r>
            <a:r>
              <a:rPr lang="en-US" sz="1800" b="1" spc="301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15</a:t>
            </a:r>
            <a:endParaRPr lang="en-US" sz="1800" dirty="0"/>
          </a:p>
        </p:txBody>
      </p:sp>
      <p:sp>
        <p:nvSpPr>
          <p:cNvPr id="3" name="Text 1"/>
          <p:cNvSpPr/>
          <p:nvPr/>
        </p:nvSpPr>
        <p:spPr>
          <a:xfrm>
            <a:off x="914400" y="1428750"/>
            <a:ext cx="16192500" cy="2381250"/>
          </a:xfrm>
          <a:prstGeom prst="rect">
            <a:avLst/>
          </a:prstGeom>
          <a:noFill/>
          <a:ln/>
        </p:spPr>
        <p:txBody>
          <a:bodyPr wrap="square" lIns="0" tIns="66866" rIns="0" bIns="-66866" rtlCol="0" anchor="t"/>
          <a:lstStyle/>
          <a:p>
            <a:pPr algn="l" indent="0" marL="0">
              <a:lnSpc>
                <a:spcPts val="8586"/>
              </a:lnSpc>
              <a:buNone/>
            </a:pPr>
            <a:r>
              <a:rPr lang="en-US" sz="8100" dirty="0" spc="-126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Vòng</a:t>
            </a:r>
            <a:r>
              <a:rPr lang="en-US" sz="8100" dirty="0" spc="-25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đời</a:t>
            </a:r>
            <a:r>
              <a:rPr lang="en-US" sz="8100" dirty="0" spc="-10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một</a:t>
            </a:r>
            <a:r>
              <a:rPr lang="en-US" sz="8100" dirty="0" spc="0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tính năng</a:t>
            </a:r>
            <a:r>
              <a:rPr lang="en-US" sz="8100" dirty="0" spc="2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có</a:t>
            </a:r>
            <a:r>
              <a:rPr lang="en-US" sz="8100" dirty="0" spc="-72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cờ:</a:t>
            </a:r>
            <a:r>
              <a:rPr lang="en-US" sz="8100" dirty="0" spc="0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từ</a:t>
            </a:r>
            <a:r>
              <a:rPr lang="en-US" sz="8100" dirty="0" spc="-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mã</a:t>
            </a:r>
            <a:r>
              <a:rPr lang="en-US" sz="8100" dirty="0" spc="14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đã</a:t>
            </a:r>
            <a:r>
              <a:rPr lang="en-US" sz="8100" dirty="0" spc="2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lên</a:t>
            </a:r>
            <a:r>
              <a:rPr lang="en-US" sz="8100" dirty="0" spc="19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đến</a:t>
            </a:r>
            <a:r>
              <a:rPr lang="en-US" sz="8100" dirty="0" spc="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dọn</a:t>
            </a:r>
            <a:r>
              <a:rPr lang="en-US" sz="8100" dirty="0" spc="-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cờ</a:t>
            </a:r>
            <a:endParaRPr lang="en-US" sz="8100" dirty="0"/>
          </a:p>
        </p:txBody>
      </p:sp>
      <p:sp>
        <p:nvSpPr>
          <p:cNvPr id="4" name="Text 2"/>
          <p:cNvSpPr/>
          <p:nvPr/>
        </p:nvSpPr>
        <p:spPr>
          <a:xfrm>
            <a:off x="914400" y="4000500"/>
            <a:ext cx="14287500" cy="571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000" dirty="0" spc="-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Năm</a:t>
            </a:r>
            <a:r>
              <a:rPr lang="en-US" sz="3000" dirty="0" spc="26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điểm</a:t>
            </a:r>
            <a:r>
              <a:rPr lang="en-US" sz="3000" dirty="0" spc="20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dừng,</a:t>
            </a:r>
            <a:r>
              <a:rPr lang="en-US" sz="3000" dirty="0" spc="5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mỗi</a:t>
            </a:r>
            <a:r>
              <a:rPr lang="en-US" sz="3000" dirty="0" spc="26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điểm</a:t>
            </a:r>
            <a:r>
              <a:rPr lang="en-US" sz="3000" dirty="0" spc="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là</a:t>
            </a:r>
            <a:r>
              <a:rPr lang="en-US" sz="3000" dirty="0" spc="-6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một</a:t>
            </a:r>
            <a:r>
              <a:rPr lang="en-US" sz="3000" dirty="0" spc="-22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quyết</a:t>
            </a:r>
            <a:r>
              <a:rPr lang="en-US" sz="3000" dirty="0" spc="19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định.</a:t>
            </a:r>
            <a:endParaRPr lang="en-US" sz="3000" dirty="0"/>
          </a:p>
        </p:txBody>
      </p:sp>
      <p:sp>
        <p:nvSpPr>
          <p:cNvPr id="5" name="Connector line-1792371506365-687257546"/>
          <p:cNvSpPr/>
          <p:nvPr/>
        </p:nvSpPr>
        <p:spPr>
          <a:xfrm>
            <a:off x="2571750" y="6477000"/>
            <a:ext cx="13144500" cy="0"/>
          </a:xfrm>
          <a:prstGeom prst="line">
            <a:avLst/>
          </a:prstGeom>
          <a:noFill/>
          <a:ln w="38100">
            <a:solidFill>
              <a:srgbClr val="3A3F4D"/>
            </a:solidFill>
            <a:prstDash val="solid"/>
            <a:headEnd type="none"/>
            <a:tailEnd type="none"/>
          </a:ln>
        </p:spPr>
      </p:sp>
      <p:sp>
        <p:nvSpPr>
          <p:cNvPr id="6" name="Text 4"/>
          <p:cNvSpPr/>
          <p:nvPr/>
        </p:nvSpPr>
        <p:spPr>
          <a:xfrm>
            <a:off x="2190750" y="6096000"/>
            <a:ext cx="762000" cy="762000"/>
          </a:xfrm>
          <a:prstGeom prst="ellipse">
            <a:avLst/>
          </a:prstGeom>
          <a:solidFill>
            <a:srgbClr val="14161C"/>
          </a:solidFill>
          <a:ln w="47625">
            <a:solidFill>
              <a:srgbClr val="FF6A4D"/>
            </a:solidFill>
            <a:prstDash val="solid"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96" dirty="0" spc="1" kern="0">
                <a:solidFill>
                  <a:srgbClr val="FF6A4D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1</a:t>
            </a:r>
            <a:endParaRPr lang="en-US" sz="2496" dirty="0"/>
          </a:p>
        </p:txBody>
      </p:sp>
      <p:sp>
        <p:nvSpPr>
          <p:cNvPr id="7" name="Text 5"/>
          <p:cNvSpPr/>
          <p:nvPr/>
        </p:nvSpPr>
        <p:spPr>
          <a:xfrm>
            <a:off x="1047750" y="7143750"/>
            <a:ext cx="3048000" cy="952500"/>
          </a:xfrm>
          <a:prstGeom prst="rect">
            <a:avLst/>
          </a:prstGeom>
          <a:noFill/>
          <a:ln/>
        </p:spPr>
        <p:txBody>
          <a:bodyPr wrap="square" lIns="0" tIns="17796" rIns="0" bIns="-17796" rtlCol="0" anchor="t"/>
          <a:lstStyle/>
          <a:p>
            <a:pPr algn="ctr" indent="0" marL="0">
              <a:lnSpc>
                <a:spcPts val="3188"/>
              </a:lnSpc>
              <a:buNone/>
            </a:pPr>
            <a:r>
              <a:rPr lang="en-US" sz="2550" b="1" dirty="0" spc="-5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Mã</a:t>
            </a:r>
            <a:r>
              <a:rPr lang="en-US" sz="2550" b="1" dirty="0" spc="-8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lên,</a:t>
            </a:r>
            <a:r>
              <a:rPr lang="en-US" sz="2550" b="1" dirty="0" spc="-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cờ</a:t>
            </a:r>
            <a:r>
              <a:rPr lang="en-US" sz="2550" b="1" dirty="0" spc="-7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tắt</a:t>
            </a:r>
            <a:endParaRPr lang="en-US" sz="2550" dirty="0"/>
          </a:p>
        </p:txBody>
      </p:sp>
      <p:sp>
        <p:nvSpPr>
          <p:cNvPr id="8" name="Text 6"/>
          <p:cNvSpPr/>
          <p:nvPr/>
        </p:nvSpPr>
        <p:spPr>
          <a:xfrm>
            <a:off x="5476875" y="6096000"/>
            <a:ext cx="762000" cy="762000"/>
          </a:xfrm>
          <a:prstGeom prst="ellipse">
            <a:avLst/>
          </a:prstGeom>
          <a:solidFill>
            <a:srgbClr val="14161C"/>
          </a:solidFill>
          <a:ln w="47625">
            <a:solidFill>
              <a:srgbClr val="FF6A4D"/>
            </a:solidFill>
            <a:prstDash val="solid"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96" dirty="0" spc="-5" kern="0">
                <a:solidFill>
                  <a:srgbClr val="FF6A4D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2</a:t>
            </a:r>
            <a:endParaRPr lang="en-US" sz="2496" dirty="0"/>
          </a:p>
        </p:txBody>
      </p:sp>
      <p:sp>
        <p:nvSpPr>
          <p:cNvPr id="9" name="Text 7"/>
          <p:cNvSpPr/>
          <p:nvPr/>
        </p:nvSpPr>
        <p:spPr>
          <a:xfrm>
            <a:off x="4333875" y="7143750"/>
            <a:ext cx="3048000" cy="952500"/>
          </a:xfrm>
          <a:prstGeom prst="rect">
            <a:avLst/>
          </a:prstGeom>
          <a:noFill/>
          <a:ln/>
        </p:spPr>
        <p:txBody>
          <a:bodyPr wrap="square" lIns="0" tIns="17796" rIns="0" bIns="-17796" rtlCol="0" anchor="t"/>
          <a:lstStyle/>
          <a:p>
            <a:pPr algn="ctr" indent="0" marL="0">
              <a:lnSpc>
                <a:spcPts val="3188"/>
              </a:lnSpc>
              <a:buNone/>
            </a:pPr>
            <a:r>
              <a:rPr lang="en-US" sz="2550" b="1" dirty="0" spc="-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Thử nội bộ</a:t>
            </a:r>
            <a:endParaRPr lang="en-US" sz="2550" dirty="0"/>
          </a:p>
        </p:txBody>
      </p:sp>
      <p:sp>
        <p:nvSpPr>
          <p:cNvPr id="10" name="Text 8"/>
          <p:cNvSpPr/>
          <p:nvPr/>
        </p:nvSpPr>
        <p:spPr>
          <a:xfrm>
            <a:off x="8763000" y="6096000"/>
            <a:ext cx="762000" cy="762000"/>
          </a:xfrm>
          <a:prstGeom prst="ellipse">
            <a:avLst/>
          </a:prstGeom>
          <a:solidFill>
            <a:srgbClr val="14161C"/>
          </a:solidFill>
          <a:ln w="47625">
            <a:solidFill>
              <a:srgbClr val="7C93FF"/>
            </a:solidFill>
            <a:prstDash val="solid"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96" dirty="0" spc="2" kern="0">
                <a:solidFill>
                  <a:srgbClr val="7C93FF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3</a:t>
            </a:r>
            <a:endParaRPr lang="en-US" sz="2496" dirty="0"/>
          </a:p>
        </p:txBody>
      </p:sp>
      <p:sp>
        <p:nvSpPr>
          <p:cNvPr id="11" name="Text 9"/>
          <p:cNvSpPr/>
          <p:nvPr/>
        </p:nvSpPr>
        <p:spPr>
          <a:xfrm>
            <a:off x="7620000" y="7143750"/>
            <a:ext cx="3048000" cy="952500"/>
          </a:xfrm>
          <a:prstGeom prst="rect">
            <a:avLst/>
          </a:prstGeom>
          <a:noFill/>
          <a:ln/>
        </p:spPr>
        <p:txBody>
          <a:bodyPr wrap="square" lIns="0" tIns="17796" rIns="0" bIns="-17796" rtlCol="0" anchor="t"/>
          <a:lstStyle/>
          <a:p>
            <a:pPr algn="ctr" indent="0" marL="0">
              <a:lnSpc>
                <a:spcPts val="3188"/>
              </a:lnSpc>
              <a:buNone/>
            </a:pPr>
            <a:r>
              <a:rPr lang="en-US" sz="2550" b="1" dirty="0" spc="-5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Mở</a:t>
            </a:r>
            <a:r>
              <a:rPr lang="en-US" sz="2550" b="1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dần</a:t>
            </a:r>
            <a:endParaRPr lang="en-US" sz="2550" dirty="0"/>
          </a:p>
        </p:txBody>
      </p:sp>
      <p:sp>
        <p:nvSpPr>
          <p:cNvPr id="12" name="Text 10"/>
          <p:cNvSpPr/>
          <p:nvPr/>
        </p:nvSpPr>
        <p:spPr>
          <a:xfrm>
            <a:off x="12049125" y="6096000"/>
            <a:ext cx="762000" cy="762000"/>
          </a:xfrm>
          <a:prstGeom prst="ellipse">
            <a:avLst/>
          </a:prstGeom>
          <a:solidFill>
            <a:srgbClr val="14161C"/>
          </a:solidFill>
          <a:ln w="47625">
            <a:solidFill>
              <a:srgbClr val="FFB454"/>
            </a:solidFill>
            <a:prstDash val="solid"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96" dirty="0" spc="5" kern="0">
                <a:solidFill>
                  <a:srgbClr val="FFB454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4</a:t>
            </a:r>
            <a:endParaRPr lang="en-US" sz="2496" dirty="0"/>
          </a:p>
        </p:txBody>
      </p:sp>
      <p:sp>
        <p:nvSpPr>
          <p:cNvPr id="13" name="Text 11"/>
          <p:cNvSpPr/>
          <p:nvPr/>
        </p:nvSpPr>
        <p:spPr>
          <a:xfrm>
            <a:off x="10906125" y="7143750"/>
            <a:ext cx="3048000" cy="952500"/>
          </a:xfrm>
          <a:prstGeom prst="rect">
            <a:avLst/>
          </a:prstGeom>
          <a:noFill/>
          <a:ln/>
        </p:spPr>
        <p:txBody>
          <a:bodyPr wrap="square" lIns="0" tIns="17796" rIns="0" bIns="-17796" rtlCol="0" anchor="t"/>
          <a:lstStyle/>
          <a:p>
            <a:pPr algn="ctr" indent="0" marL="0">
              <a:lnSpc>
                <a:spcPts val="3188"/>
              </a:lnSpc>
              <a:buNone/>
            </a:pPr>
            <a:r>
              <a:rPr lang="en-US" sz="2550" b="1" dirty="0" spc="-5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Mở</a:t>
            </a:r>
            <a:r>
              <a:rPr lang="en-US" sz="2550" b="1" dirty="0" spc="-9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hết</a:t>
            </a:r>
            <a:endParaRPr lang="en-US" sz="2550" dirty="0"/>
          </a:p>
        </p:txBody>
      </p:sp>
      <p:sp>
        <p:nvSpPr>
          <p:cNvPr id="14" name="Text 12"/>
          <p:cNvSpPr/>
          <p:nvPr/>
        </p:nvSpPr>
        <p:spPr>
          <a:xfrm>
            <a:off x="15335250" y="6096000"/>
            <a:ext cx="762000" cy="762000"/>
          </a:xfrm>
          <a:prstGeom prst="ellipse">
            <a:avLst/>
          </a:prstGeom>
          <a:solidFill>
            <a:srgbClr val="14161C"/>
          </a:solidFill>
          <a:ln w="47625">
            <a:solidFill>
              <a:srgbClr val="3DD6A0"/>
            </a:solidFill>
            <a:prstDash val="solid"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96" dirty="0" spc="-5" kern="0">
                <a:solidFill>
                  <a:srgbClr val="3DD6A0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5</a:t>
            </a:r>
            <a:endParaRPr lang="en-US" sz="2496" dirty="0"/>
          </a:p>
        </p:txBody>
      </p:sp>
      <p:sp>
        <p:nvSpPr>
          <p:cNvPr id="15" name="Text 13"/>
          <p:cNvSpPr/>
          <p:nvPr/>
        </p:nvSpPr>
        <p:spPr>
          <a:xfrm>
            <a:off x="14192250" y="7143750"/>
            <a:ext cx="3048000" cy="952500"/>
          </a:xfrm>
          <a:prstGeom prst="rect">
            <a:avLst/>
          </a:prstGeom>
          <a:noFill/>
          <a:ln/>
        </p:spPr>
        <p:txBody>
          <a:bodyPr wrap="square" lIns="0" tIns="17796" rIns="0" bIns="-17796" rtlCol="0" anchor="t"/>
          <a:lstStyle/>
          <a:p>
            <a:pPr algn="ctr" indent="0" marL="0">
              <a:lnSpc>
                <a:spcPts val="3188"/>
              </a:lnSpc>
              <a:buNone/>
            </a:pPr>
            <a:r>
              <a:rPr lang="en-US" sz="2550" b="1" dirty="0" spc="-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Dọn cờ</a:t>
            </a:r>
            <a:endParaRPr lang="en-US" sz="2550" dirty="0"/>
          </a:p>
        </p:txBody>
      </p:sp>
      <p:sp>
        <p:nvSpPr>
          <p:cNvPr id="16" name="Text 14"/>
          <p:cNvSpPr/>
          <p:nvPr/>
        </p:nvSpPr>
        <p:spPr>
          <a:xfrm>
            <a:off x="914400" y="9525000"/>
            <a:ext cx="857250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dirty="0" spc="-6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system-design-101</a:t>
            </a:r>
            <a:r>
              <a:rPr lang="en-US" sz="1650" dirty="0" spc="4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nhóm</a:t>
            </a:r>
            <a:r>
              <a:rPr lang="en-US" sz="1650" dirty="0" spc="-4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DevOps</a:t>
            </a:r>
            <a:r>
              <a:rPr lang="en-US" sz="1650" dirty="0" spc="-7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</a:t>
            </a:r>
            <a:r>
              <a:rPr lang="en-US" sz="1650" dirty="0" spc="3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CI/CD</a:t>
            </a:r>
            <a:endParaRPr lang="en-US" sz="1650" dirty="0"/>
          </a:p>
        </p:txBody>
      </p:sp>
      <p:sp>
        <p:nvSpPr>
          <p:cNvPr id="17" name="Shape 15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18" name="Moda image moda-export-watermark-7e290512-6d98-4a9a-9f02-cce9333c12a1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3EEE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876300"/>
            <a:ext cx="114300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293" kern="0" dirty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BÀI</a:t>
            </a:r>
            <a:r>
              <a:rPr lang="en-US" sz="1950" b="1" spc="252" kern="0" dirty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NÀY</a:t>
            </a:r>
            <a:r>
              <a:rPr lang="en-US" sz="1950" b="1" spc="299" kern="0" dirty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LÀM</a:t>
            </a:r>
            <a:r>
              <a:rPr lang="en-US" sz="1950" b="1" spc="302" kern="0" dirty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GÌ</a:t>
            </a:r>
            <a:endParaRPr lang="en-US" sz="1950" dirty="0"/>
          </a:p>
        </p:txBody>
      </p:sp>
      <p:sp>
        <p:nvSpPr>
          <p:cNvPr id="3" name="Shape 1"/>
          <p:cNvSpPr/>
          <p:nvPr/>
        </p:nvSpPr>
        <p:spPr>
          <a:xfrm>
            <a:off x="914400" y="2000250"/>
            <a:ext cx="152400" cy="1905000"/>
          </a:xfrm>
          <a:prstGeom prst="roundRect">
            <a:avLst>
              <a:gd name="adj" fmla="val 50000"/>
            </a:avLst>
          </a:prstGeom>
          <a:solidFill>
            <a:srgbClr val="E8472B"/>
          </a:solidFill>
          <a:ln/>
        </p:spPr>
      </p:sp>
      <p:sp>
        <p:nvSpPr>
          <p:cNvPr id="4" name="Text 2"/>
          <p:cNvSpPr/>
          <p:nvPr/>
        </p:nvSpPr>
        <p:spPr>
          <a:xfrm>
            <a:off x="1524000" y="1866900"/>
            <a:ext cx="15621000" cy="2286000"/>
          </a:xfrm>
          <a:prstGeom prst="rect">
            <a:avLst/>
          </a:prstGeom>
          <a:noFill/>
          <a:ln/>
        </p:spPr>
        <p:txBody>
          <a:bodyPr wrap="square" lIns="0" tIns="35052" rIns="0" bIns="-35052" rtlCol="0" anchor="t"/>
          <a:lstStyle/>
          <a:p>
            <a:pPr algn="l" indent="0" marL="0">
              <a:lnSpc>
                <a:spcPts val="7728"/>
              </a:lnSpc>
              <a:buNone/>
            </a:pPr>
            <a:r>
              <a:rPr lang="en-US" sz="6900" dirty="0" spc="-123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Tách</a:t>
            </a:r>
            <a:r>
              <a:rPr lang="en-US" sz="6900" dirty="0" spc="-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việc</a:t>
            </a:r>
            <a:r>
              <a:rPr lang="en-US" sz="6900" dirty="0" spc="-46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đưa</a:t>
            </a:r>
            <a:r>
              <a:rPr lang="en-US" sz="6900" dirty="0" spc="-2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mã</a:t>
            </a:r>
            <a:r>
              <a:rPr lang="en-US" sz="6900" dirty="0" spc="6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lên</a:t>
            </a:r>
            <a:r>
              <a:rPr lang="en-US" sz="6900" dirty="0" spc="0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khỏi việc</a:t>
            </a:r>
            <a:r>
              <a:rPr lang="en-US" sz="6900" dirty="0" spc="-66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người</a:t>
            </a:r>
            <a:r>
              <a:rPr lang="en-US" sz="6900" dirty="0" spc="2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dùng</a:t>
            </a:r>
            <a:r>
              <a:rPr lang="en-US" sz="6900" dirty="0" spc="-3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thấy.</a:t>
            </a:r>
            <a:endParaRPr lang="en-US" sz="6900" dirty="0"/>
          </a:p>
        </p:txBody>
      </p:sp>
      <p:sp>
        <p:nvSpPr>
          <p:cNvPr id="5" name="Shape 3"/>
          <p:cNvSpPr/>
          <p:nvPr/>
        </p:nvSpPr>
        <p:spPr>
          <a:xfrm>
            <a:off x="914400" y="5334000"/>
            <a:ext cx="8001000" cy="2286000"/>
          </a:xfrm>
          <a:prstGeom prst="roundRect">
            <a:avLst>
              <a:gd name="adj" fmla="val 11667"/>
            </a:avLst>
          </a:prstGeom>
          <a:solidFill>
            <a:srgbClr val="FBF8F2"/>
          </a:solidFill>
          <a:ln w="19050">
            <a:solidFill>
              <a:srgbClr val="DDD5C1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333500" y="5676900"/>
            <a:ext cx="72390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151" kern="0" dirty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ĐỌC</a:t>
            </a:r>
            <a:r>
              <a:rPr lang="en-US" sz="1950" b="1" spc="146" kern="0" dirty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THEO</a:t>
            </a:r>
            <a:r>
              <a:rPr lang="en-US" sz="1950" b="1" spc="152" kern="0" dirty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THỨ</a:t>
            </a:r>
            <a:r>
              <a:rPr lang="en-US" sz="1950" b="1" spc="151" kern="0" dirty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TỰ</a:t>
            </a:r>
            <a:endParaRPr lang="en-US" sz="1950" dirty="0"/>
          </a:p>
        </p:txBody>
      </p:sp>
      <p:sp>
        <p:nvSpPr>
          <p:cNvPr id="7" name="Text 5"/>
          <p:cNvSpPr/>
          <p:nvPr/>
        </p:nvSpPr>
        <p:spPr>
          <a:xfrm>
            <a:off x="1333500" y="6286500"/>
            <a:ext cx="7239000" cy="952500"/>
          </a:xfrm>
          <a:prstGeom prst="rect">
            <a:avLst/>
          </a:prstGeom>
          <a:noFill/>
          <a:ln/>
        </p:spPr>
        <p:txBody>
          <a:bodyPr wrap="square" lIns="0" tIns="10287" rIns="0" bIns="-10287" rtlCol="0" anchor="t"/>
          <a:lstStyle/>
          <a:p>
            <a:pPr algn="l" indent="0" marL="0">
              <a:lnSpc>
                <a:spcPts val="3645"/>
              </a:lnSpc>
              <a:buNone/>
            </a:pPr>
            <a:r>
              <a:rPr lang="en-US" sz="270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Mỗi</a:t>
            </a:r>
            <a:r>
              <a:rPr lang="en-US" sz="2700" dirty="0" spc="2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điểm</a:t>
            </a:r>
            <a:r>
              <a:rPr lang="en-US" sz="2700" dirty="0" spc="18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dừng</a:t>
            </a:r>
            <a:r>
              <a:rPr lang="en-US" sz="270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là</a:t>
            </a:r>
            <a:r>
              <a:rPr lang="en-US" sz="2700" dirty="0" spc="-7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một</a:t>
            </a:r>
            <a:r>
              <a:rPr lang="en-US" sz="2700" dirty="0" spc="-2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quyết</a:t>
            </a:r>
            <a:r>
              <a:rPr lang="en-US" sz="2700" dirty="0" spc="15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định.</a:t>
            </a:r>
            <a:endParaRPr lang="en-US" sz="2700" dirty="0"/>
          </a:p>
        </p:txBody>
      </p:sp>
      <p:sp>
        <p:nvSpPr>
          <p:cNvPr id="8" name="Shape 6"/>
          <p:cNvSpPr/>
          <p:nvPr/>
        </p:nvSpPr>
        <p:spPr>
          <a:xfrm>
            <a:off x="9372600" y="5334000"/>
            <a:ext cx="8001000" cy="2286000"/>
          </a:xfrm>
          <a:prstGeom prst="roundRect">
            <a:avLst>
              <a:gd name="adj" fmla="val 11667"/>
            </a:avLst>
          </a:prstGeom>
          <a:solidFill>
            <a:srgbClr val="E8E0CF"/>
          </a:solidFill>
          <a:ln/>
        </p:spPr>
      </p:sp>
      <p:sp>
        <p:nvSpPr>
          <p:cNvPr id="9" name="Text 7"/>
          <p:cNvSpPr/>
          <p:nvPr/>
        </p:nvSpPr>
        <p:spPr>
          <a:xfrm>
            <a:off x="9791700" y="5676900"/>
            <a:ext cx="72390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149" kern="0" dirty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NẾU</a:t>
            </a:r>
            <a:r>
              <a:rPr lang="en-US" sz="1950" b="1" spc="157" kern="0" dirty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HỦY</a:t>
            </a:r>
            <a:r>
              <a:rPr lang="en-US" sz="1950" b="1" spc="151" kern="0" dirty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TÍNH</a:t>
            </a:r>
            <a:r>
              <a:rPr lang="en-US" sz="1950" b="1" spc="150" kern="0" dirty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NĂNG</a:t>
            </a:r>
            <a:endParaRPr lang="en-US" sz="1950" dirty="0"/>
          </a:p>
        </p:txBody>
      </p:sp>
      <p:sp>
        <p:nvSpPr>
          <p:cNvPr id="10" name="Text 8"/>
          <p:cNvSpPr/>
          <p:nvPr/>
        </p:nvSpPr>
        <p:spPr>
          <a:xfrm>
            <a:off x="9791700" y="6286500"/>
            <a:ext cx="7239000" cy="952500"/>
          </a:xfrm>
          <a:prstGeom prst="rect">
            <a:avLst/>
          </a:prstGeom>
          <a:noFill/>
          <a:ln/>
        </p:spPr>
        <p:txBody>
          <a:bodyPr wrap="square" lIns="0" tIns="10287" rIns="0" bIns="-10287" rtlCol="0" anchor="t"/>
          <a:lstStyle/>
          <a:p>
            <a:pPr algn="l" indent="0" marL="0">
              <a:lnSpc>
                <a:spcPts val="3645"/>
              </a:lnSpc>
              <a:buNone/>
            </a:pPr>
            <a:r>
              <a:rPr lang="en-US" sz="2700" dirty="0" spc="26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Dừng</a:t>
            </a:r>
            <a:r>
              <a:rPr lang="en-US" sz="2700" dirty="0" spc="-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ở</a:t>
            </a:r>
            <a:r>
              <a:rPr lang="en-US" sz="2700" dirty="0" spc="2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điểm</a:t>
            </a:r>
            <a:r>
              <a:rPr lang="en-US" sz="2700" dirty="0" spc="15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đó</a:t>
            </a:r>
            <a:r>
              <a:rPr lang="en-US" sz="2700" dirty="0" spc="-29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rồi</a:t>
            </a:r>
            <a:r>
              <a:rPr lang="en-US" sz="2700" dirty="0" spc="-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dọn</a:t>
            </a:r>
            <a:r>
              <a:rPr lang="en-US" sz="270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cờ.</a:t>
            </a:r>
            <a:endParaRPr lang="en-US" sz="2700" dirty="0"/>
          </a:p>
        </p:txBody>
      </p:sp>
      <p:sp>
        <p:nvSpPr>
          <p:cNvPr id="11" name="Shape 9"/>
          <p:cNvSpPr/>
          <p:nvPr/>
        </p:nvSpPr>
        <p:spPr>
          <a:xfrm>
            <a:off x="914400" y="9391650"/>
            <a:ext cx="171450" cy="1714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1200150" y="9391650"/>
            <a:ext cx="171450" cy="171450"/>
          </a:xfrm>
          <a:prstGeom prst="ellipse">
            <a:avLst/>
          </a:prstGeom>
          <a:solidFill>
            <a:srgbClr val="E8472B"/>
          </a:solidFill>
          <a:ln w="19050">
            <a:solidFill>
              <a:srgbClr val="E8472B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1485900" y="9391650"/>
            <a:ext cx="171450" cy="171450"/>
          </a:xfrm>
          <a:prstGeom prst="ellipse">
            <a:avLst/>
          </a:prstGeom>
          <a:noFill/>
          <a:ln w="19050">
            <a:solidFill>
              <a:srgbClr val="6B6A66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1771650" y="9391650"/>
            <a:ext cx="171450" cy="171450"/>
          </a:xfrm>
          <a:prstGeom prst="ellipse">
            <a:avLst/>
          </a:prstGeom>
          <a:noFill/>
          <a:ln w="19050">
            <a:solidFill>
              <a:srgbClr val="6B6A66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2057400" y="9391650"/>
            <a:ext cx="171450" cy="171450"/>
          </a:xfrm>
          <a:prstGeom prst="ellipse">
            <a:avLst/>
          </a:prstGeom>
          <a:noFill/>
          <a:ln w="19050">
            <a:solidFill>
              <a:srgbClr val="6B6A66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2343150" y="9391650"/>
            <a:ext cx="171450" cy="171450"/>
          </a:xfrm>
          <a:prstGeom prst="ellipse">
            <a:avLst/>
          </a:prstGeom>
          <a:noFill/>
          <a:ln w="19050">
            <a:solidFill>
              <a:srgbClr val="6B6A66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2628900" y="9391650"/>
            <a:ext cx="171450" cy="171450"/>
          </a:xfrm>
          <a:prstGeom prst="ellipse">
            <a:avLst/>
          </a:prstGeom>
          <a:noFill/>
          <a:ln w="19050">
            <a:solidFill>
              <a:srgbClr val="6B6A66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2914650" y="9391650"/>
            <a:ext cx="171450" cy="171450"/>
          </a:xfrm>
          <a:prstGeom prst="ellipse">
            <a:avLst/>
          </a:prstGeom>
          <a:noFill/>
          <a:ln w="19050">
            <a:solidFill>
              <a:srgbClr val="6B6A66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3200400" y="9391650"/>
            <a:ext cx="171450" cy="171450"/>
          </a:xfrm>
          <a:prstGeom prst="ellipse">
            <a:avLst/>
          </a:prstGeom>
          <a:noFill/>
          <a:ln w="19050">
            <a:solidFill>
              <a:srgbClr val="6B6A66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3486150" y="9391650"/>
            <a:ext cx="171450" cy="171450"/>
          </a:xfrm>
          <a:prstGeom prst="ellipse">
            <a:avLst/>
          </a:prstGeom>
          <a:noFill/>
          <a:ln w="19050">
            <a:solidFill>
              <a:srgbClr val="6B6A66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914400" y="9677400"/>
            <a:ext cx="85725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dirty="0" spc="-13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800" dirty="0" spc="-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800" dirty="0" spc="4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800" dirty="0" spc="-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80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</a:t>
            </a:r>
            <a:r>
              <a:rPr lang="en-US" sz="1800" dirty="0" spc="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15</a:t>
            </a:r>
            <a:r>
              <a:rPr lang="en-US" sz="1800" dirty="0" spc="-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800" dirty="0" spc="3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02/10</a:t>
            </a:r>
            <a:endParaRPr lang="en-US" sz="1800" dirty="0"/>
          </a:p>
        </p:txBody>
      </p:sp>
      <p:sp>
        <p:nvSpPr>
          <p:cNvPr id="22" name="Shape 20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23" name="Moda image moda-export-watermark-ff50b655-ef9e-497e-9225-0c4cebdb9341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3EEE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876300"/>
            <a:ext cx="133350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300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ĐIỂM</a:t>
            </a:r>
            <a:r>
              <a:rPr lang="en-US" sz="1950" b="1" spc="321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DỪNG</a:t>
            </a:r>
            <a:r>
              <a:rPr lang="en-US" sz="1950" b="1" spc="301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</a:t>
            </a:r>
            <a:r>
              <a:rPr lang="en-US" sz="1950" b="1" spc="250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</a:t>
            </a:r>
            <a:r>
              <a:rPr lang="en-US" sz="1950" b="1" spc="296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2</a:t>
            </a:r>
            <a:endParaRPr lang="en-US" sz="1950" dirty="0"/>
          </a:p>
        </p:txBody>
      </p:sp>
      <p:sp>
        <p:nvSpPr>
          <p:cNvPr id="3" name="Text 1"/>
          <p:cNvSpPr/>
          <p:nvPr/>
        </p:nvSpPr>
        <p:spPr>
          <a:xfrm>
            <a:off x="914400" y="1333500"/>
            <a:ext cx="16459200" cy="1085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6900" dirty="0" spc="-3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Mã</a:t>
            </a:r>
            <a:r>
              <a:rPr lang="en-US" sz="6900" dirty="0" spc="6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lên</a:t>
            </a:r>
            <a:r>
              <a:rPr lang="en-US" sz="6900" dirty="0" spc="-85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với</a:t>
            </a:r>
            <a:r>
              <a:rPr lang="en-US" sz="6900" dirty="0" spc="-3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cờ</a:t>
            </a:r>
            <a:r>
              <a:rPr lang="en-US" sz="6900" dirty="0" spc="10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tắt,</a:t>
            </a:r>
            <a:r>
              <a:rPr lang="en-US" sz="6900" dirty="0" spc="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thử</a:t>
            </a:r>
            <a:r>
              <a:rPr lang="en-US" sz="6900" dirty="0" spc="2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hai nhánh</a:t>
            </a:r>
            <a:endParaRPr lang="en-US" sz="6900" dirty="0"/>
          </a:p>
        </p:txBody>
      </p:sp>
      <p:sp>
        <p:nvSpPr>
          <p:cNvPr id="4" name="Text 2"/>
          <p:cNvSpPr/>
          <p:nvPr/>
        </p:nvSpPr>
        <p:spPr>
          <a:xfrm>
            <a:off x="4000500" y="2590800"/>
            <a:ext cx="6572250" cy="4191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2100" b="1" spc="151" kern="0" dirty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CỜ</a:t>
            </a:r>
            <a:r>
              <a:rPr lang="en-US" sz="2100" b="1" spc="46" kern="0" dirty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TẮT</a:t>
            </a:r>
            <a:endParaRPr lang="en-US" sz="2100" dirty="0"/>
          </a:p>
        </p:txBody>
      </p:sp>
      <p:sp>
        <p:nvSpPr>
          <p:cNvPr id="5" name="Text 3"/>
          <p:cNvSpPr/>
          <p:nvPr/>
        </p:nvSpPr>
        <p:spPr>
          <a:xfrm>
            <a:off x="10801350" y="2590800"/>
            <a:ext cx="6572250" cy="4191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2100" b="1" spc="151" kern="0" dirty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CỜ</a:t>
            </a:r>
            <a:r>
              <a:rPr lang="en-US" sz="2100" b="1" spc="92" kern="0" dirty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BẬT</a:t>
            </a:r>
            <a:endParaRPr lang="en-US" sz="2100" dirty="0"/>
          </a:p>
        </p:txBody>
      </p:sp>
      <p:sp>
        <p:nvSpPr>
          <p:cNvPr id="6" name="Text 4"/>
          <p:cNvSpPr/>
          <p:nvPr/>
        </p:nvSpPr>
        <p:spPr>
          <a:xfrm>
            <a:off x="914400" y="3810000"/>
            <a:ext cx="2857500" cy="952500"/>
          </a:xfrm>
          <a:prstGeom prst="rect">
            <a:avLst/>
          </a:prstGeom>
          <a:noFill/>
          <a:ln/>
        </p:spPr>
        <p:txBody>
          <a:bodyPr wrap="square" lIns="0" tIns="13764" rIns="0" bIns="-13764" rtlCol="0" anchor="t"/>
          <a:lstStyle/>
          <a:p>
            <a:pPr algn="l" indent="0" marL="0">
              <a:lnSpc>
                <a:spcPts val="3315"/>
              </a:lnSpc>
              <a:buNone/>
            </a:pPr>
            <a:r>
              <a:rPr lang="en-US" sz="2550" b="1" dirty="0" spc="1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Người</a:t>
            </a:r>
            <a:r>
              <a:rPr lang="en-US" sz="2550" b="1" dirty="0" spc="-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dùng</a:t>
            </a:r>
            <a:endParaRPr lang="en-US" sz="2550" dirty="0"/>
          </a:p>
        </p:txBody>
      </p:sp>
      <p:sp>
        <p:nvSpPr>
          <p:cNvPr id="7" name="Text 5"/>
          <p:cNvSpPr/>
          <p:nvPr/>
        </p:nvSpPr>
        <p:spPr>
          <a:xfrm>
            <a:off x="914400" y="6477000"/>
            <a:ext cx="2857500" cy="952500"/>
          </a:xfrm>
          <a:prstGeom prst="rect">
            <a:avLst/>
          </a:prstGeom>
          <a:noFill/>
          <a:ln/>
        </p:spPr>
        <p:txBody>
          <a:bodyPr wrap="square" lIns="0" tIns="13764" rIns="0" bIns="-13764" rtlCol="0" anchor="t"/>
          <a:lstStyle/>
          <a:p>
            <a:pPr algn="l" indent="0" marL="0">
              <a:lnSpc>
                <a:spcPts val="3315"/>
              </a:lnSpc>
              <a:buNone/>
            </a:pPr>
            <a:r>
              <a:rPr lang="en-US" sz="2550" b="1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Nhân viên,</a:t>
            </a:r>
            <a:r>
              <a:rPr lang="en-US" sz="2550" b="1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tài</a:t>
            </a:r>
            <a:r>
              <a:rPr lang="en-US" sz="2550" b="1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khoản</a:t>
            </a:r>
            <a:r>
              <a:rPr lang="en-US" sz="2550" b="1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thử</a:t>
            </a:r>
            <a:endParaRPr lang="en-US" sz="2550" dirty="0"/>
          </a:p>
        </p:txBody>
      </p:sp>
      <p:sp>
        <p:nvSpPr>
          <p:cNvPr id="8" name="Shape 6"/>
          <p:cNvSpPr/>
          <p:nvPr/>
        </p:nvSpPr>
        <p:spPr>
          <a:xfrm>
            <a:off x="4000500" y="3143250"/>
            <a:ext cx="6572250" cy="2438400"/>
          </a:xfrm>
          <a:prstGeom prst="roundRect">
            <a:avLst>
              <a:gd name="adj" fmla="val 10938"/>
            </a:avLst>
          </a:prstGeom>
          <a:solidFill>
            <a:srgbClr val="F8D9D0"/>
          </a:solidFill>
          <a:ln w="28575">
            <a:solidFill>
              <a:srgbClr val="E8472B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4381500" y="3486150"/>
            <a:ext cx="5810250" cy="533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850" b="1" dirty="0" spc="3" kern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1</a:t>
            </a:r>
            <a:r>
              <a:rPr lang="en-US" sz="2850" b="1" dirty="0" spc="0" kern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2850" b="1" dirty="0" spc="-1" kern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Mã</a:t>
            </a:r>
            <a:r>
              <a:rPr lang="en-US" sz="2850" b="1" dirty="0" spc="-8" kern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lên</a:t>
            </a:r>
            <a:endParaRPr lang="en-US" sz="2850" dirty="0"/>
          </a:p>
        </p:txBody>
      </p:sp>
      <p:sp>
        <p:nvSpPr>
          <p:cNvPr id="10" name="Text 8"/>
          <p:cNvSpPr/>
          <p:nvPr/>
        </p:nvSpPr>
        <p:spPr>
          <a:xfrm>
            <a:off x="4381500" y="4248150"/>
            <a:ext cx="5810250" cy="1047750"/>
          </a:xfrm>
          <a:prstGeom prst="rect">
            <a:avLst/>
          </a:prstGeom>
          <a:noFill/>
          <a:ln/>
        </p:spPr>
        <p:txBody>
          <a:bodyPr wrap="square" lIns="0" tIns="9700" rIns="0" bIns="-9700" rtlCol="0" anchor="t"/>
          <a:lstStyle/>
          <a:p>
            <a:pPr algn="l" indent="0" marL="0">
              <a:lnSpc>
                <a:spcPts val="3443"/>
              </a:lnSpc>
              <a:buNone/>
            </a:pPr>
            <a:r>
              <a:rPr lang="en-US" sz="255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Hành</a:t>
            </a:r>
            <a:r>
              <a:rPr lang="en-US" sz="2550" dirty="0" spc="-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vi</a:t>
            </a:r>
            <a:r>
              <a:rPr lang="en-US" sz="25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mới nằm</a:t>
            </a:r>
            <a:r>
              <a:rPr lang="en-US" sz="2550" dirty="0" spc="-6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sau</a:t>
            </a:r>
            <a:r>
              <a:rPr lang="en-US" sz="255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cờ;</a:t>
            </a:r>
            <a:r>
              <a:rPr lang="en-US" sz="2550" dirty="0" spc="6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chưa</a:t>
            </a:r>
            <a:r>
              <a:rPr lang="en-US" sz="2550" dirty="0" spc="-6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thấy</a:t>
            </a:r>
            <a:r>
              <a:rPr lang="en-US" sz="255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gì</a:t>
            </a:r>
            <a:r>
              <a:rPr lang="en-US" sz="2550" dirty="0" spc="1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đổi.</a:t>
            </a:r>
            <a:endParaRPr lang="en-US" sz="2550" dirty="0"/>
          </a:p>
        </p:txBody>
      </p:sp>
      <p:sp>
        <p:nvSpPr>
          <p:cNvPr id="11" name="Shape 9"/>
          <p:cNvSpPr/>
          <p:nvPr/>
        </p:nvSpPr>
        <p:spPr>
          <a:xfrm>
            <a:off x="10801350" y="3143250"/>
            <a:ext cx="6572250" cy="2438400"/>
          </a:xfrm>
          <a:prstGeom prst="roundRect">
            <a:avLst>
              <a:gd name="adj" fmla="val 10938"/>
            </a:avLst>
          </a:prstGeom>
          <a:solidFill>
            <a:srgbClr val="FBF8F2"/>
          </a:solidFill>
          <a:ln w="19050">
            <a:solidFill>
              <a:srgbClr val="DDD5C1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11182350" y="3486150"/>
            <a:ext cx="5810250" cy="533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850" b="1" dirty="0" spc="13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Chưa</a:t>
            </a:r>
            <a:r>
              <a:rPr lang="en-US" sz="2850" b="1" dirty="0" spc="-7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bật</a:t>
            </a:r>
            <a:endParaRPr lang="en-US" sz="2850" dirty="0"/>
          </a:p>
        </p:txBody>
      </p:sp>
      <p:sp>
        <p:nvSpPr>
          <p:cNvPr id="13" name="Text 11"/>
          <p:cNvSpPr/>
          <p:nvPr/>
        </p:nvSpPr>
        <p:spPr>
          <a:xfrm>
            <a:off x="11182350" y="4248150"/>
            <a:ext cx="5810250" cy="1047750"/>
          </a:xfrm>
          <a:prstGeom prst="rect">
            <a:avLst/>
          </a:prstGeom>
          <a:noFill/>
          <a:ln/>
        </p:spPr>
        <p:txBody>
          <a:bodyPr wrap="square" lIns="0" tIns="9700" rIns="0" bIns="-9700" rtlCol="0" anchor="t"/>
          <a:lstStyle/>
          <a:p>
            <a:pPr algn="l" indent="0" marL="0">
              <a:lnSpc>
                <a:spcPts val="3443"/>
              </a:lnSpc>
              <a:buNone/>
            </a:pPr>
            <a:r>
              <a:rPr lang="en-US" sz="2550" dirty="0" spc="8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Chưa</a:t>
            </a:r>
            <a:r>
              <a:rPr lang="en-US" sz="2550" dirty="0" spc="1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đến</a:t>
            </a:r>
            <a:r>
              <a:rPr lang="en-US" sz="2550" dirty="0" spc="7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lượt</a:t>
            </a:r>
            <a:r>
              <a:rPr lang="en-US" sz="2550" dirty="0" spc="5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người</a:t>
            </a:r>
            <a:r>
              <a:rPr lang="en-US" sz="25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dùng.</a:t>
            </a:r>
            <a:endParaRPr lang="en-US" sz="2550" dirty="0"/>
          </a:p>
        </p:txBody>
      </p:sp>
      <p:sp>
        <p:nvSpPr>
          <p:cNvPr id="14" name="Shape 12"/>
          <p:cNvSpPr/>
          <p:nvPr/>
        </p:nvSpPr>
        <p:spPr>
          <a:xfrm>
            <a:off x="4000500" y="5810250"/>
            <a:ext cx="6572250" cy="2438400"/>
          </a:xfrm>
          <a:prstGeom prst="roundRect">
            <a:avLst>
              <a:gd name="adj" fmla="val 10938"/>
            </a:avLst>
          </a:prstGeom>
          <a:solidFill>
            <a:srgbClr val="F8D9D0"/>
          </a:solidFill>
          <a:ln w="28575">
            <a:solidFill>
              <a:srgbClr val="E8472B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4381500" y="6153150"/>
            <a:ext cx="5810250" cy="533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850" b="1" dirty="0" spc="5" kern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2</a:t>
            </a:r>
            <a:r>
              <a:rPr lang="en-US" sz="2850" b="1" dirty="0" spc="0" kern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2850" b="1" dirty="0" spc="1" kern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Thử</a:t>
            </a:r>
            <a:r>
              <a:rPr lang="en-US" sz="2850" b="1" dirty="0" spc="0" kern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nhánh</a:t>
            </a:r>
            <a:r>
              <a:rPr lang="en-US" sz="2850" b="1" dirty="0" spc="4" kern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cũ</a:t>
            </a:r>
            <a:endParaRPr lang="en-US" sz="2850" dirty="0"/>
          </a:p>
        </p:txBody>
      </p:sp>
      <p:sp>
        <p:nvSpPr>
          <p:cNvPr id="16" name="Text 14"/>
          <p:cNvSpPr/>
          <p:nvPr/>
        </p:nvSpPr>
        <p:spPr>
          <a:xfrm>
            <a:off x="4381500" y="6915150"/>
            <a:ext cx="5810250" cy="1047750"/>
          </a:xfrm>
          <a:prstGeom prst="rect">
            <a:avLst/>
          </a:prstGeom>
          <a:noFill/>
          <a:ln/>
        </p:spPr>
        <p:txBody>
          <a:bodyPr wrap="square" lIns="0" tIns="9700" rIns="0" bIns="-9700" rtlCol="0" anchor="t"/>
          <a:lstStyle/>
          <a:p>
            <a:pPr algn="l" indent="0" marL="0">
              <a:lnSpc>
                <a:spcPts val="3443"/>
              </a:lnSpc>
              <a:buNone/>
            </a:pPr>
            <a:r>
              <a:rPr lang="en-US" sz="255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Kiểm thử</a:t>
            </a:r>
            <a:r>
              <a:rPr lang="en-US" sz="25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khi cờ</a:t>
            </a:r>
            <a:r>
              <a:rPr lang="en-US" sz="2550" dirty="0" spc="-18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tắt.</a:t>
            </a:r>
            <a:endParaRPr lang="en-US" sz="2550" dirty="0"/>
          </a:p>
        </p:txBody>
      </p:sp>
      <p:sp>
        <p:nvSpPr>
          <p:cNvPr id="17" name="Shape 15"/>
          <p:cNvSpPr/>
          <p:nvPr/>
        </p:nvSpPr>
        <p:spPr>
          <a:xfrm>
            <a:off x="10801350" y="5810250"/>
            <a:ext cx="6572250" cy="2438400"/>
          </a:xfrm>
          <a:prstGeom prst="roundRect">
            <a:avLst>
              <a:gd name="adj" fmla="val 10938"/>
            </a:avLst>
          </a:prstGeom>
          <a:solidFill>
            <a:srgbClr val="F8D9D0"/>
          </a:solidFill>
          <a:ln w="28575">
            <a:solidFill>
              <a:srgbClr val="E8472B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11182350" y="6153150"/>
            <a:ext cx="5810250" cy="533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850" b="1" dirty="0" spc="5" kern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2</a:t>
            </a:r>
            <a:r>
              <a:rPr lang="en-US" sz="2850" b="1" dirty="0" spc="0" kern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2850" b="1" dirty="0" spc="1" kern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Thử</a:t>
            </a:r>
            <a:r>
              <a:rPr lang="en-US" sz="2850" b="1" dirty="0" spc="0" kern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nhánh</a:t>
            </a:r>
            <a:r>
              <a:rPr lang="en-US" sz="2850" b="1" dirty="0" spc="6" kern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mới</a:t>
            </a:r>
            <a:endParaRPr lang="en-US" sz="2850" dirty="0"/>
          </a:p>
        </p:txBody>
      </p:sp>
      <p:sp>
        <p:nvSpPr>
          <p:cNvPr id="19" name="Text 17"/>
          <p:cNvSpPr/>
          <p:nvPr/>
        </p:nvSpPr>
        <p:spPr>
          <a:xfrm>
            <a:off x="11182350" y="6915150"/>
            <a:ext cx="5810250" cy="1047750"/>
          </a:xfrm>
          <a:prstGeom prst="rect">
            <a:avLst/>
          </a:prstGeom>
          <a:noFill/>
          <a:ln/>
        </p:spPr>
        <p:txBody>
          <a:bodyPr wrap="square" lIns="0" tIns="9700" rIns="0" bIns="-9700" rtlCol="0" anchor="t"/>
          <a:lstStyle/>
          <a:p>
            <a:pPr algn="l" indent="0" marL="0">
              <a:lnSpc>
                <a:spcPts val="3443"/>
              </a:lnSpc>
              <a:buNone/>
            </a:pPr>
            <a:r>
              <a:rPr lang="en-US" sz="255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Kiểm thử</a:t>
            </a:r>
            <a:r>
              <a:rPr lang="en-US" sz="25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khi cờ</a:t>
            </a:r>
            <a:r>
              <a:rPr lang="en-US" sz="2550" dirty="0" spc="-1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bật.</a:t>
            </a:r>
            <a:endParaRPr lang="en-US" sz="2550" dirty="0"/>
          </a:p>
        </p:txBody>
      </p:sp>
      <p:sp>
        <p:nvSpPr>
          <p:cNvPr id="20" name="Shape 18"/>
          <p:cNvSpPr/>
          <p:nvPr/>
        </p:nvSpPr>
        <p:spPr>
          <a:xfrm>
            <a:off x="914400" y="9391650"/>
            <a:ext cx="171450" cy="1714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1200150" y="9391650"/>
            <a:ext cx="171450" cy="1714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1485900" y="9391650"/>
            <a:ext cx="171450" cy="171450"/>
          </a:xfrm>
          <a:prstGeom prst="ellipse">
            <a:avLst/>
          </a:prstGeom>
          <a:solidFill>
            <a:srgbClr val="E8472B"/>
          </a:solidFill>
          <a:ln w="19050">
            <a:solidFill>
              <a:srgbClr val="E8472B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1771650" y="9391650"/>
            <a:ext cx="171450" cy="171450"/>
          </a:xfrm>
          <a:prstGeom prst="ellipse">
            <a:avLst/>
          </a:prstGeom>
          <a:noFill/>
          <a:ln w="19050">
            <a:solidFill>
              <a:srgbClr val="6B6A66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2057400" y="9391650"/>
            <a:ext cx="171450" cy="171450"/>
          </a:xfrm>
          <a:prstGeom prst="ellipse">
            <a:avLst/>
          </a:prstGeom>
          <a:noFill/>
          <a:ln w="19050">
            <a:solidFill>
              <a:srgbClr val="6B6A66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343150" y="9391650"/>
            <a:ext cx="171450" cy="171450"/>
          </a:xfrm>
          <a:prstGeom prst="ellipse">
            <a:avLst/>
          </a:prstGeom>
          <a:noFill/>
          <a:ln w="19050">
            <a:solidFill>
              <a:srgbClr val="6B6A66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2628900" y="9391650"/>
            <a:ext cx="171450" cy="171450"/>
          </a:xfrm>
          <a:prstGeom prst="ellipse">
            <a:avLst/>
          </a:prstGeom>
          <a:noFill/>
          <a:ln w="19050">
            <a:solidFill>
              <a:srgbClr val="6B6A66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2914650" y="9391650"/>
            <a:ext cx="171450" cy="171450"/>
          </a:xfrm>
          <a:prstGeom prst="ellipse">
            <a:avLst/>
          </a:prstGeom>
          <a:noFill/>
          <a:ln w="19050">
            <a:solidFill>
              <a:srgbClr val="6B6A66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3200400" y="9391650"/>
            <a:ext cx="171450" cy="171450"/>
          </a:xfrm>
          <a:prstGeom prst="ellipse">
            <a:avLst/>
          </a:prstGeom>
          <a:noFill/>
          <a:ln w="19050">
            <a:solidFill>
              <a:srgbClr val="6B6A66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3486150" y="9391650"/>
            <a:ext cx="171450" cy="171450"/>
          </a:xfrm>
          <a:prstGeom prst="ellipse">
            <a:avLst/>
          </a:prstGeom>
          <a:noFill/>
          <a:ln w="19050">
            <a:solidFill>
              <a:srgbClr val="6B6A66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914400" y="9677400"/>
            <a:ext cx="85725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dirty="0" spc="-13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800" dirty="0" spc="-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800" dirty="0" spc="4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800" dirty="0" spc="-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80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</a:t>
            </a:r>
            <a:r>
              <a:rPr lang="en-US" sz="1800" dirty="0" spc="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15</a:t>
            </a:r>
            <a:r>
              <a:rPr lang="en-US" sz="1800" dirty="0" spc="-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80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03/10</a:t>
            </a:r>
            <a:endParaRPr lang="en-US" sz="1800" dirty="0"/>
          </a:p>
        </p:txBody>
      </p:sp>
      <p:sp>
        <p:nvSpPr>
          <p:cNvPr id="31" name="Shape 29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32" name="Moda image moda-export-watermark-9f688db7-4d2b-4722-855d-c831c0614761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14161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876300"/>
            <a:ext cx="133350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300" kern="0" dirty="0">
                <a:solidFill>
                  <a:srgbClr val="7C93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ĐIỂM</a:t>
            </a:r>
            <a:r>
              <a:rPr lang="en-US" sz="1950" b="1" spc="321" kern="0" dirty="0">
                <a:solidFill>
                  <a:srgbClr val="7C93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DỪNG</a:t>
            </a:r>
            <a:r>
              <a:rPr lang="en-US" sz="1950" b="1" spc="300" kern="0" dirty="0">
                <a:solidFill>
                  <a:srgbClr val="7C93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3</a:t>
            </a:r>
            <a:r>
              <a:rPr lang="en-US" sz="1950" b="1" spc="297" kern="0" dirty="0">
                <a:solidFill>
                  <a:srgbClr val="7C93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950" b="1" spc="298" kern="0" dirty="0">
                <a:solidFill>
                  <a:srgbClr val="7C93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MỞ</a:t>
            </a:r>
            <a:r>
              <a:rPr lang="en-US" sz="1950" b="1" spc="280" kern="0" dirty="0">
                <a:solidFill>
                  <a:srgbClr val="7C93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DẦN</a:t>
            </a:r>
            <a:endParaRPr lang="en-US" sz="1950" dirty="0"/>
          </a:p>
        </p:txBody>
      </p:sp>
      <p:sp>
        <p:nvSpPr>
          <p:cNvPr id="3" name="Text 1"/>
          <p:cNvSpPr/>
          <p:nvPr/>
        </p:nvSpPr>
        <p:spPr>
          <a:xfrm>
            <a:off x="914400" y="1333500"/>
            <a:ext cx="16459200" cy="1085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6900" dirty="0" spc="-2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Mở</a:t>
            </a:r>
            <a:r>
              <a:rPr lang="en-US" sz="6900" dirty="0" spc="-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dần,</a:t>
            </a:r>
            <a:r>
              <a:rPr lang="en-US" sz="6900" dirty="0" spc="28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điều</a:t>
            </a:r>
            <a:r>
              <a:rPr lang="en-US" sz="6900" dirty="0" spc="4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kiện</a:t>
            </a:r>
            <a:r>
              <a:rPr lang="en-US" sz="6900" dirty="0" spc="8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dừng đặt</a:t>
            </a:r>
            <a:r>
              <a:rPr lang="en-US" sz="6900" dirty="0" spc="-79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trước</a:t>
            </a:r>
            <a:endParaRPr lang="en-US" sz="6900" dirty="0"/>
          </a:p>
        </p:txBody>
      </p:sp>
      <p:sp>
        <p:nvSpPr>
          <p:cNvPr id="4" name="Shape 2"/>
          <p:cNvSpPr/>
          <p:nvPr/>
        </p:nvSpPr>
        <p:spPr>
          <a:xfrm>
            <a:off x="914400" y="3238500"/>
            <a:ext cx="3714750" cy="2857500"/>
          </a:xfrm>
          <a:prstGeom prst="roundRect">
            <a:avLst>
              <a:gd name="adj" fmla="val 9333"/>
            </a:avLst>
          </a:prstGeom>
          <a:solidFill>
            <a:srgbClr val="1E212B"/>
          </a:solidFill>
          <a:ln w="19050">
            <a:solidFill>
              <a:srgbClr val="7C93FF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1219200" y="3486150"/>
            <a:ext cx="762000" cy="571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600" dirty="0" spc="3" kern="0">
                <a:solidFill>
                  <a:srgbClr val="7C93FF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1</a:t>
            </a:r>
            <a:endParaRPr lang="en-US" sz="3600" dirty="0"/>
          </a:p>
        </p:txBody>
      </p:sp>
      <p:sp>
        <p:nvSpPr>
          <p:cNvPr id="6" name="Text 4"/>
          <p:cNvSpPr/>
          <p:nvPr/>
        </p:nvSpPr>
        <p:spPr>
          <a:xfrm>
            <a:off x="1219200" y="4286250"/>
            <a:ext cx="3105150" cy="1619250"/>
          </a:xfrm>
          <a:prstGeom prst="rect">
            <a:avLst/>
          </a:prstGeom>
          <a:noFill/>
          <a:ln/>
        </p:spPr>
        <p:txBody>
          <a:bodyPr wrap="square" lIns="0" tIns="13764" rIns="0" bIns="-13764" rtlCol="0" anchor="t"/>
          <a:lstStyle/>
          <a:p>
            <a:pPr algn="l" indent="0" marL="0">
              <a:lnSpc>
                <a:spcPts val="3315"/>
              </a:lnSpc>
              <a:buNone/>
            </a:pPr>
            <a:r>
              <a:rPr lang="en-US" sz="2550" b="1" dirty="0" spc="-6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Bật</a:t>
            </a:r>
            <a:r>
              <a:rPr lang="en-US" sz="2550" b="1" dirty="0" spc="-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cho</a:t>
            </a:r>
            <a:r>
              <a:rPr lang="en-US" sz="2550" b="1" dirty="0" spc="-9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một</a:t>
            </a:r>
            <a:r>
              <a:rPr lang="en-US" sz="2550" b="1" dirty="0" spc="-4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phần</a:t>
            </a:r>
            <a:r>
              <a:rPr lang="en-US" sz="2550" b="1" dirty="0" spc="1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người</a:t>
            </a:r>
            <a:r>
              <a:rPr lang="en-US" sz="2550" b="1" dirty="0" spc="-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dùng</a:t>
            </a:r>
            <a:endParaRPr lang="en-US" sz="2550" dirty="0"/>
          </a:p>
        </p:txBody>
      </p:sp>
      <p:sp>
        <p:nvSpPr>
          <p:cNvPr id="7" name="Connector line-1792371558697-334098335"/>
          <p:cNvSpPr/>
          <p:nvPr/>
        </p:nvSpPr>
        <p:spPr>
          <a:xfrm>
            <a:off x="4705350" y="4667250"/>
            <a:ext cx="381000" cy="0"/>
          </a:xfrm>
          <a:prstGeom prst="line">
            <a:avLst/>
          </a:prstGeom>
          <a:noFill/>
          <a:ln w="47625">
            <a:solidFill>
              <a:srgbClr val="7C93FF"/>
            </a:solidFill>
            <a:prstDash val="solid"/>
            <a:headEnd type="none"/>
            <a:tailEnd type="triangle"/>
          </a:ln>
        </p:spPr>
      </p:sp>
      <p:sp>
        <p:nvSpPr>
          <p:cNvPr id="8" name="Shape 6"/>
          <p:cNvSpPr/>
          <p:nvPr/>
        </p:nvSpPr>
        <p:spPr>
          <a:xfrm>
            <a:off x="5162550" y="3238500"/>
            <a:ext cx="3714750" cy="2857500"/>
          </a:xfrm>
          <a:prstGeom prst="roundRect">
            <a:avLst>
              <a:gd name="adj" fmla="val 9333"/>
            </a:avLst>
          </a:prstGeom>
          <a:solidFill>
            <a:srgbClr val="1E212B"/>
          </a:solidFill>
          <a:ln w="19050">
            <a:solidFill>
              <a:srgbClr val="7C93FF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5467350" y="3486150"/>
            <a:ext cx="762000" cy="571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600" dirty="0" spc="-4" kern="0">
                <a:solidFill>
                  <a:srgbClr val="7C93FF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2</a:t>
            </a:r>
            <a:endParaRPr lang="en-US" sz="3600" dirty="0"/>
          </a:p>
        </p:txBody>
      </p:sp>
      <p:sp>
        <p:nvSpPr>
          <p:cNvPr id="10" name="Text 8"/>
          <p:cNvSpPr/>
          <p:nvPr/>
        </p:nvSpPr>
        <p:spPr>
          <a:xfrm>
            <a:off x="5467350" y="4286250"/>
            <a:ext cx="3105150" cy="1619250"/>
          </a:xfrm>
          <a:prstGeom prst="rect">
            <a:avLst/>
          </a:prstGeom>
          <a:noFill/>
          <a:ln/>
        </p:spPr>
        <p:txBody>
          <a:bodyPr wrap="square" lIns="0" tIns="13764" rIns="0" bIns="-13764" rtlCol="0" anchor="t"/>
          <a:lstStyle/>
          <a:p>
            <a:pPr algn="l" indent="0" marL="0">
              <a:lnSpc>
                <a:spcPts val="3315"/>
              </a:lnSpc>
              <a:buNone/>
            </a:pPr>
            <a:r>
              <a:rPr lang="en-US" sz="2550" b="1" dirty="0" spc="-8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Nhóm</a:t>
            </a:r>
            <a:r>
              <a:rPr lang="en-US" sz="2550" b="1" dirty="0" spc="-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cố</a:t>
            </a:r>
            <a:r>
              <a:rPr lang="en-US" sz="2550" b="1" dirty="0" spc="1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định</a:t>
            </a:r>
            <a:r>
              <a:rPr lang="en-US" sz="2550" b="1" dirty="0" spc="-4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theo</a:t>
            </a:r>
            <a:r>
              <a:rPr lang="en-US" sz="2550" b="1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băm</a:t>
            </a:r>
            <a:r>
              <a:rPr lang="en-US" sz="2550" b="1" dirty="0" spc="-5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mã</a:t>
            </a:r>
            <a:r>
              <a:rPr lang="en-US" sz="2550" b="1" dirty="0" spc="1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định</a:t>
            </a:r>
            <a:r>
              <a:rPr lang="en-US" sz="2550" b="1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danh</a:t>
            </a:r>
            <a:endParaRPr lang="en-US" sz="2550" dirty="0"/>
          </a:p>
        </p:txBody>
      </p:sp>
      <p:sp>
        <p:nvSpPr>
          <p:cNvPr id="11" name="Connector line-1792371558703-114695731"/>
          <p:cNvSpPr/>
          <p:nvPr/>
        </p:nvSpPr>
        <p:spPr>
          <a:xfrm>
            <a:off x="8953500" y="4667250"/>
            <a:ext cx="381000" cy="0"/>
          </a:xfrm>
          <a:prstGeom prst="line">
            <a:avLst/>
          </a:prstGeom>
          <a:noFill/>
          <a:ln w="47625">
            <a:solidFill>
              <a:srgbClr val="7C93FF"/>
            </a:solidFill>
            <a:prstDash val="solid"/>
            <a:headEnd type="none"/>
            <a:tailEnd type="triangle"/>
          </a:ln>
        </p:spPr>
      </p:sp>
      <p:sp>
        <p:nvSpPr>
          <p:cNvPr id="12" name="Shape 10"/>
          <p:cNvSpPr/>
          <p:nvPr/>
        </p:nvSpPr>
        <p:spPr>
          <a:xfrm>
            <a:off x="9410700" y="3238500"/>
            <a:ext cx="3714750" cy="2857500"/>
          </a:xfrm>
          <a:prstGeom prst="roundRect">
            <a:avLst>
              <a:gd name="adj" fmla="val 9333"/>
            </a:avLst>
          </a:prstGeom>
          <a:solidFill>
            <a:srgbClr val="1E212B"/>
          </a:solidFill>
          <a:ln w="19050">
            <a:solidFill>
              <a:srgbClr val="7C93FF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9715500" y="3486150"/>
            <a:ext cx="762000" cy="571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600" dirty="0" spc="-4" kern="0">
                <a:solidFill>
                  <a:srgbClr val="7C93FF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3</a:t>
            </a:r>
            <a:endParaRPr lang="en-US" sz="3600" dirty="0"/>
          </a:p>
        </p:txBody>
      </p:sp>
      <p:sp>
        <p:nvSpPr>
          <p:cNvPr id="14" name="Text 12"/>
          <p:cNvSpPr/>
          <p:nvPr/>
        </p:nvSpPr>
        <p:spPr>
          <a:xfrm>
            <a:off x="9715500" y="4286250"/>
            <a:ext cx="3105150" cy="1619250"/>
          </a:xfrm>
          <a:prstGeom prst="rect">
            <a:avLst/>
          </a:prstGeom>
          <a:noFill/>
          <a:ln/>
        </p:spPr>
        <p:txBody>
          <a:bodyPr wrap="square" lIns="0" tIns="13764" rIns="0" bIns="-13764" rtlCol="0" anchor="t"/>
          <a:lstStyle/>
          <a:p>
            <a:pPr algn="l" indent="0" marL="0">
              <a:lnSpc>
                <a:spcPts val="3315"/>
              </a:lnSpc>
              <a:buNone/>
            </a:pPr>
            <a:r>
              <a:rPr lang="en-US" sz="2550" b="1" dirty="0" spc="-6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Theo</a:t>
            </a:r>
            <a:r>
              <a:rPr lang="en-US" sz="2550" b="1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dõi</a:t>
            </a:r>
            <a:r>
              <a:rPr lang="en-US" sz="2550" b="1" dirty="0" spc="-5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số</a:t>
            </a:r>
            <a:r>
              <a:rPr lang="en-US" sz="2550" b="1" dirty="0" spc="5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đo</a:t>
            </a:r>
            <a:r>
              <a:rPr lang="en-US" sz="2550" b="1" dirty="0" spc="6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đã</a:t>
            </a:r>
            <a:r>
              <a:rPr lang="en-US" sz="2550" b="1" dirty="0" spc="-5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chọn</a:t>
            </a:r>
            <a:endParaRPr lang="en-US" sz="2550" dirty="0"/>
          </a:p>
        </p:txBody>
      </p:sp>
      <p:sp>
        <p:nvSpPr>
          <p:cNvPr id="15" name="Connector line-1792371558707-314842328"/>
          <p:cNvSpPr/>
          <p:nvPr/>
        </p:nvSpPr>
        <p:spPr>
          <a:xfrm>
            <a:off x="13201650" y="4667250"/>
            <a:ext cx="381000" cy="0"/>
          </a:xfrm>
          <a:prstGeom prst="line">
            <a:avLst/>
          </a:prstGeom>
          <a:noFill/>
          <a:ln w="47625">
            <a:solidFill>
              <a:srgbClr val="7C93FF"/>
            </a:solidFill>
            <a:prstDash val="solid"/>
            <a:headEnd type="none"/>
            <a:tailEnd type="triangle"/>
          </a:ln>
        </p:spPr>
      </p:sp>
      <p:sp>
        <p:nvSpPr>
          <p:cNvPr id="16" name="Shape 14"/>
          <p:cNvSpPr/>
          <p:nvPr/>
        </p:nvSpPr>
        <p:spPr>
          <a:xfrm>
            <a:off x="13658850" y="3238500"/>
            <a:ext cx="3714750" cy="2857500"/>
          </a:xfrm>
          <a:prstGeom prst="roundRect">
            <a:avLst>
              <a:gd name="adj" fmla="val 9333"/>
            </a:avLst>
          </a:prstGeom>
          <a:solidFill>
            <a:srgbClr val="2A2E3A"/>
          </a:solidFill>
          <a:ln w="38100">
            <a:solidFill>
              <a:srgbClr val="7C93FF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13963650" y="3486150"/>
            <a:ext cx="762000" cy="571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600" dirty="0" spc="-2" kern="0">
                <a:solidFill>
                  <a:srgbClr val="7C93FF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4</a:t>
            </a:r>
            <a:endParaRPr lang="en-US" sz="3600" dirty="0"/>
          </a:p>
        </p:txBody>
      </p:sp>
      <p:sp>
        <p:nvSpPr>
          <p:cNvPr id="18" name="Text 16"/>
          <p:cNvSpPr/>
          <p:nvPr/>
        </p:nvSpPr>
        <p:spPr>
          <a:xfrm>
            <a:off x="13963650" y="4286250"/>
            <a:ext cx="3105150" cy="1619250"/>
          </a:xfrm>
          <a:prstGeom prst="rect">
            <a:avLst/>
          </a:prstGeom>
          <a:noFill/>
          <a:ln/>
        </p:spPr>
        <p:txBody>
          <a:bodyPr wrap="square" lIns="0" tIns="13764" rIns="0" bIns="-13764" rtlCol="0" anchor="t"/>
          <a:lstStyle/>
          <a:p>
            <a:pPr algn="l" indent="0" marL="0">
              <a:lnSpc>
                <a:spcPts val="3315"/>
              </a:lnSpc>
              <a:buNone/>
            </a:pPr>
            <a:r>
              <a:rPr lang="en-US" sz="2550" b="1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Chạm</a:t>
            </a:r>
            <a:r>
              <a:rPr lang="en-US" sz="2550" b="1" dirty="0" spc="14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điều</a:t>
            </a:r>
            <a:r>
              <a:rPr lang="en-US" sz="2550" b="1" dirty="0" spc="-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kiện</a:t>
            </a:r>
            <a:r>
              <a:rPr lang="en-US" sz="2550" b="1" dirty="0" spc="24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dừng</a:t>
            </a:r>
            <a:r>
              <a:rPr lang="en-US" sz="2550" b="1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thì</a:t>
            </a:r>
            <a:r>
              <a:rPr lang="en-US" sz="2550" b="1" dirty="0" spc="24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dừng</a:t>
            </a:r>
            <a:endParaRPr lang="en-US" sz="2550" dirty="0"/>
          </a:p>
        </p:txBody>
      </p:sp>
      <p:sp>
        <p:nvSpPr>
          <p:cNvPr id="19" name="Shape 17"/>
          <p:cNvSpPr/>
          <p:nvPr/>
        </p:nvSpPr>
        <p:spPr>
          <a:xfrm>
            <a:off x="914400" y="6762750"/>
            <a:ext cx="16459200" cy="1428750"/>
          </a:xfrm>
          <a:prstGeom prst="roundRect">
            <a:avLst>
              <a:gd name="adj" fmla="val 18667"/>
            </a:avLst>
          </a:prstGeom>
          <a:solidFill>
            <a:srgbClr val="1E212B"/>
          </a:solidFill>
          <a:ln w="19050">
            <a:solidFill>
              <a:srgbClr val="3A3F4D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1333500" y="7191375"/>
            <a:ext cx="15621000" cy="571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550" dirty="0" spc="-7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Một</a:t>
            </a:r>
            <a:r>
              <a:rPr lang="en-US" sz="2550" dirty="0" spc="5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người</a:t>
            </a:r>
            <a:r>
              <a:rPr lang="en-US" sz="2550" dirty="0" spc="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luôn</a:t>
            </a:r>
            <a:r>
              <a:rPr lang="en-US" sz="2550" dirty="0" spc="-7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thấy</a:t>
            </a:r>
            <a:r>
              <a:rPr lang="en-US" sz="2550" dirty="0" spc="-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cùng</a:t>
            </a:r>
            <a:r>
              <a:rPr lang="en-US" sz="2550" dirty="0" spc="0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phiên</a:t>
            </a:r>
            <a:r>
              <a:rPr lang="en-US" sz="2550" dirty="0" spc="-4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bản</a:t>
            </a:r>
            <a:r>
              <a:rPr lang="en-US" sz="2550" dirty="0" spc="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qua các</a:t>
            </a:r>
            <a:r>
              <a:rPr lang="en-US" sz="2550" dirty="0" spc="0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lần</a:t>
            </a:r>
            <a:r>
              <a:rPr lang="en-US" sz="2550" dirty="0" spc="-8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tải.</a:t>
            </a:r>
            <a:endParaRPr lang="en-US" sz="2550" dirty="0"/>
          </a:p>
        </p:txBody>
      </p:sp>
      <p:sp>
        <p:nvSpPr>
          <p:cNvPr id="21" name="Shape 19"/>
          <p:cNvSpPr/>
          <p:nvPr/>
        </p:nvSpPr>
        <p:spPr>
          <a:xfrm>
            <a:off x="914400" y="9391650"/>
            <a:ext cx="171450" cy="1714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1200150" y="9391650"/>
            <a:ext cx="171450" cy="1714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1485900" y="9391650"/>
            <a:ext cx="171450" cy="1714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1771650" y="9391650"/>
            <a:ext cx="171450" cy="171450"/>
          </a:xfrm>
          <a:prstGeom prst="ellipse">
            <a:avLst/>
          </a:prstGeom>
          <a:solidFill>
            <a:srgbClr val="FF6A4D"/>
          </a:solidFill>
          <a:ln w="19050">
            <a:solidFill>
              <a:srgbClr val="FF6A4D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057400" y="9391650"/>
            <a:ext cx="171450" cy="171450"/>
          </a:xfrm>
          <a:prstGeom prst="ellipse">
            <a:avLst/>
          </a:prstGeom>
          <a:noFill/>
          <a:ln w="19050">
            <a:solidFill>
              <a:srgbClr val="9AA0B5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2343150" y="9391650"/>
            <a:ext cx="171450" cy="171450"/>
          </a:xfrm>
          <a:prstGeom prst="ellipse">
            <a:avLst/>
          </a:prstGeom>
          <a:noFill/>
          <a:ln w="19050">
            <a:solidFill>
              <a:srgbClr val="9AA0B5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2628900" y="9391650"/>
            <a:ext cx="171450" cy="171450"/>
          </a:xfrm>
          <a:prstGeom prst="ellipse">
            <a:avLst/>
          </a:prstGeom>
          <a:noFill/>
          <a:ln w="19050">
            <a:solidFill>
              <a:srgbClr val="9AA0B5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2914650" y="9391650"/>
            <a:ext cx="171450" cy="171450"/>
          </a:xfrm>
          <a:prstGeom prst="ellipse">
            <a:avLst/>
          </a:prstGeom>
          <a:noFill/>
          <a:ln w="19050">
            <a:solidFill>
              <a:srgbClr val="9AA0B5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3200400" y="9391650"/>
            <a:ext cx="171450" cy="171450"/>
          </a:xfrm>
          <a:prstGeom prst="ellipse">
            <a:avLst/>
          </a:prstGeom>
          <a:noFill/>
          <a:ln w="19050">
            <a:solidFill>
              <a:srgbClr val="9AA0B5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3486150" y="9391650"/>
            <a:ext cx="171450" cy="171450"/>
          </a:xfrm>
          <a:prstGeom prst="ellipse">
            <a:avLst/>
          </a:prstGeom>
          <a:noFill/>
          <a:ln w="19050">
            <a:solidFill>
              <a:srgbClr val="9AA0B5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914400" y="9677400"/>
            <a:ext cx="85725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dirty="0" spc="-13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800" dirty="0" spc="-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800" dirty="0" spc="4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800" dirty="0" spc="-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800" dirty="0" spc="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</a:t>
            </a:r>
            <a:r>
              <a:rPr lang="en-US" sz="1800" dirty="0" spc="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15</a:t>
            </a:r>
            <a:r>
              <a:rPr lang="en-US" sz="1800" dirty="0" spc="-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800" dirty="0" spc="4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04/10</a:t>
            </a:r>
            <a:endParaRPr lang="en-US" sz="1800" dirty="0"/>
          </a:p>
        </p:txBody>
      </p:sp>
      <p:sp>
        <p:nvSpPr>
          <p:cNvPr id="32" name="Shape 30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33" name="Moda image moda-export-watermark-42cf270d-f1d8-46f5-ba30-732dce15a627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3EEE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876300"/>
            <a:ext cx="133350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300" kern="0" dirty="0">
                <a:solidFill>
                  <a:srgbClr val="B45309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ĐIỂM</a:t>
            </a:r>
            <a:r>
              <a:rPr lang="en-US" sz="1950" b="1" spc="321" kern="0" dirty="0">
                <a:solidFill>
                  <a:srgbClr val="B45309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DỪNG</a:t>
            </a:r>
            <a:r>
              <a:rPr lang="en-US" sz="1950" b="1" spc="302" kern="0" dirty="0">
                <a:solidFill>
                  <a:srgbClr val="B45309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4</a:t>
            </a:r>
            <a:r>
              <a:rPr lang="en-US" sz="1950" b="1" spc="296" kern="0" dirty="0">
                <a:solidFill>
                  <a:srgbClr val="B45309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950" b="1" spc="298" kern="0" dirty="0">
                <a:solidFill>
                  <a:srgbClr val="B45309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MỞ</a:t>
            </a:r>
            <a:r>
              <a:rPr lang="en-US" sz="1950" b="1" spc="300" kern="0" dirty="0">
                <a:solidFill>
                  <a:srgbClr val="B45309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HẾT</a:t>
            </a:r>
            <a:endParaRPr lang="en-US" sz="1950" dirty="0"/>
          </a:p>
        </p:txBody>
      </p:sp>
      <p:sp>
        <p:nvSpPr>
          <p:cNvPr id="3" name="Text 1"/>
          <p:cNvSpPr/>
          <p:nvPr/>
        </p:nvSpPr>
        <p:spPr>
          <a:xfrm>
            <a:off x="914400" y="1333500"/>
            <a:ext cx="16459200" cy="1085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6900" dirty="0" spc="-2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Mở</a:t>
            </a:r>
            <a:r>
              <a:rPr lang="en-US" sz="6900" dirty="0" spc="16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hết,</a:t>
            </a:r>
            <a:r>
              <a:rPr lang="en-US" sz="6900" dirty="0" spc="8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nhưng</a:t>
            </a:r>
            <a:r>
              <a:rPr lang="en-US" sz="6900" dirty="0" spc="-48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chưa</a:t>
            </a:r>
            <a:r>
              <a:rPr lang="en-US" sz="6900" dirty="0" spc="-96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xóa</a:t>
            </a:r>
            <a:r>
              <a:rPr lang="en-US" sz="6900" dirty="0" spc="-2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cờ</a:t>
            </a:r>
            <a:r>
              <a:rPr lang="en-US" sz="6900" dirty="0" spc="-14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ngay</a:t>
            </a:r>
            <a:endParaRPr lang="en-US" sz="6900" dirty="0"/>
          </a:p>
        </p:txBody>
      </p:sp>
      <p:sp>
        <p:nvSpPr>
          <p:cNvPr id="4" name="Connector line-1792371573406-866177003"/>
          <p:cNvSpPr/>
          <p:nvPr/>
        </p:nvSpPr>
        <p:spPr>
          <a:xfrm>
            <a:off x="3486150" y="4476750"/>
            <a:ext cx="12325350" cy="0"/>
          </a:xfrm>
          <a:prstGeom prst="line">
            <a:avLst/>
          </a:prstGeom>
          <a:noFill/>
          <a:ln w="57150">
            <a:solidFill>
              <a:srgbClr val="B45309"/>
            </a:solidFill>
            <a:prstDash val="solid"/>
            <a:headEnd type="none"/>
            <a:tailEnd type="triangle"/>
          </a:ln>
        </p:spPr>
      </p:sp>
      <p:sp>
        <p:nvSpPr>
          <p:cNvPr id="5" name="Shape 3"/>
          <p:cNvSpPr/>
          <p:nvPr/>
        </p:nvSpPr>
        <p:spPr>
          <a:xfrm>
            <a:off x="3162300" y="4152900"/>
            <a:ext cx="647700" cy="647700"/>
          </a:xfrm>
          <a:prstGeom prst="ellipse">
            <a:avLst/>
          </a:prstGeom>
          <a:solidFill>
            <a:srgbClr val="B45309"/>
          </a:solidFill>
          <a:ln w="47625">
            <a:solidFill>
              <a:srgbClr val="B45309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914400" y="5334000"/>
            <a:ext cx="5143500" cy="2667000"/>
          </a:xfrm>
          <a:prstGeom prst="roundRect">
            <a:avLst>
              <a:gd name="adj" fmla="val 10000"/>
            </a:avLst>
          </a:prstGeom>
          <a:solidFill>
            <a:srgbClr val="F3DFB8"/>
          </a:solidFill>
          <a:ln w="28575">
            <a:solidFill>
              <a:srgbClr val="B45309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1295400" y="5676900"/>
            <a:ext cx="4381500" cy="533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850" b="1" dirty="0" spc="-5" kern="0">
                <a:solidFill>
                  <a:srgbClr val="B45309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Mở</a:t>
            </a:r>
            <a:r>
              <a:rPr lang="en-US" sz="2850" b="1" dirty="0" spc="-12" kern="0">
                <a:solidFill>
                  <a:srgbClr val="B45309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hết</a:t>
            </a:r>
            <a:endParaRPr lang="en-US" sz="2850" dirty="0"/>
          </a:p>
        </p:txBody>
      </p:sp>
      <p:sp>
        <p:nvSpPr>
          <p:cNvPr id="8" name="Text 6"/>
          <p:cNvSpPr/>
          <p:nvPr/>
        </p:nvSpPr>
        <p:spPr>
          <a:xfrm>
            <a:off x="1295400" y="6438900"/>
            <a:ext cx="4381500" cy="1333500"/>
          </a:xfrm>
          <a:prstGeom prst="rect">
            <a:avLst/>
          </a:prstGeom>
          <a:noFill/>
          <a:ln/>
        </p:spPr>
        <p:txBody>
          <a:bodyPr wrap="square" lIns="0" tIns="9700" rIns="0" bIns="-9700" rtlCol="0" anchor="t"/>
          <a:lstStyle/>
          <a:p>
            <a:pPr algn="l" indent="0" marL="0">
              <a:lnSpc>
                <a:spcPts val="3443"/>
              </a:lnSpc>
              <a:buNone/>
            </a:pPr>
            <a:r>
              <a:rPr lang="en-US" sz="255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Mọi</a:t>
            </a:r>
            <a:r>
              <a:rPr lang="en-US" sz="2550" dirty="0" spc="5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người</a:t>
            </a:r>
            <a:r>
              <a:rPr lang="en-US" sz="255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dùng</a:t>
            </a:r>
            <a:r>
              <a:rPr lang="en-US" sz="2550" dirty="0" spc="-7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thấy</a:t>
            </a:r>
            <a:r>
              <a:rPr lang="en-US" sz="25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hành</a:t>
            </a:r>
            <a:r>
              <a:rPr lang="en-US" sz="2550" dirty="0" spc="-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vi</a:t>
            </a:r>
            <a:r>
              <a:rPr lang="en-US" sz="255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mới.</a:t>
            </a:r>
            <a:endParaRPr lang="en-US" sz="2550" dirty="0"/>
          </a:p>
        </p:txBody>
      </p:sp>
      <p:sp>
        <p:nvSpPr>
          <p:cNvPr id="9" name="Shape 7"/>
          <p:cNvSpPr/>
          <p:nvPr/>
        </p:nvSpPr>
        <p:spPr>
          <a:xfrm>
            <a:off x="8820150" y="4152900"/>
            <a:ext cx="647700" cy="647700"/>
          </a:xfrm>
          <a:prstGeom prst="ellipse">
            <a:avLst/>
          </a:prstGeom>
          <a:solidFill>
            <a:srgbClr val="B45309"/>
          </a:solidFill>
          <a:ln w="47625">
            <a:solidFill>
              <a:srgbClr val="B45309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6572250" y="5334000"/>
            <a:ext cx="5143500" cy="2667000"/>
          </a:xfrm>
          <a:prstGeom prst="roundRect">
            <a:avLst>
              <a:gd name="adj" fmla="val 10000"/>
            </a:avLst>
          </a:prstGeom>
          <a:solidFill>
            <a:srgbClr val="F3DFB8"/>
          </a:solidFill>
          <a:ln w="28575">
            <a:solidFill>
              <a:srgbClr val="B45309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6953250" y="5676900"/>
            <a:ext cx="4381500" cy="533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850" b="1" dirty="0" spc="-14" kern="0">
                <a:solidFill>
                  <a:srgbClr val="B45309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Một</a:t>
            </a:r>
            <a:r>
              <a:rPr lang="en-US" sz="2850" b="1" dirty="0" spc="3" kern="0">
                <a:solidFill>
                  <a:srgbClr val="B45309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thời</a:t>
            </a:r>
            <a:r>
              <a:rPr lang="en-US" sz="2850" b="1" dirty="0" spc="6" kern="0">
                <a:solidFill>
                  <a:srgbClr val="B45309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gian</a:t>
            </a:r>
            <a:endParaRPr lang="en-US" sz="2850" dirty="0"/>
          </a:p>
        </p:txBody>
      </p:sp>
      <p:sp>
        <p:nvSpPr>
          <p:cNvPr id="12" name="Text 10"/>
          <p:cNvSpPr/>
          <p:nvPr/>
        </p:nvSpPr>
        <p:spPr>
          <a:xfrm>
            <a:off x="6953250" y="6438900"/>
            <a:ext cx="4381500" cy="1333500"/>
          </a:xfrm>
          <a:prstGeom prst="rect">
            <a:avLst/>
          </a:prstGeom>
          <a:noFill/>
          <a:ln/>
        </p:spPr>
        <p:txBody>
          <a:bodyPr wrap="square" lIns="0" tIns="9700" rIns="0" bIns="-9700" rtlCol="0" anchor="t"/>
          <a:lstStyle/>
          <a:p>
            <a:pPr algn="l" indent="0" marL="0">
              <a:lnSpc>
                <a:spcPts val="3443"/>
              </a:lnSpc>
              <a:buNone/>
            </a:pPr>
            <a:r>
              <a:rPr lang="en-US" sz="2550" dirty="0" spc="-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Giữ</a:t>
            </a:r>
            <a:r>
              <a:rPr lang="en-US" sz="25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cờ</a:t>
            </a:r>
            <a:r>
              <a:rPr lang="en-US" sz="255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làm</a:t>
            </a:r>
            <a:r>
              <a:rPr lang="en-US" sz="25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công</a:t>
            </a:r>
            <a:r>
              <a:rPr lang="en-US" sz="2550" dirty="0" spc="-1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tắc</a:t>
            </a:r>
            <a:r>
              <a:rPr lang="en-US" sz="255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khẩn cấp.</a:t>
            </a:r>
            <a:endParaRPr lang="en-US" sz="2550" dirty="0"/>
          </a:p>
        </p:txBody>
      </p:sp>
      <p:sp>
        <p:nvSpPr>
          <p:cNvPr id="13" name="Shape 11"/>
          <p:cNvSpPr/>
          <p:nvPr/>
        </p:nvSpPr>
        <p:spPr>
          <a:xfrm>
            <a:off x="14478000" y="4152900"/>
            <a:ext cx="647700" cy="647700"/>
          </a:xfrm>
          <a:prstGeom prst="ellipse">
            <a:avLst/>
          </a:prstGeom>
          <a:solidFill>
            <a:srgbClr val="F3EEE3"/>
          </a:solidFill>
          <a:ln w="47625">
            <a:solidFill>
              <a:srgbClr val="B45309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12230100" y="5334000"/>
            <a:ext cx="5143500" cy="2667000"/>
          </a:xfrm>
          <a:prstGeom prst="roundRect">
            <a:avLst>
              <a:gd name="adj" fmla="val 10000"/>
            </a:avLst>
          </a:prstGeom>
          <a:solidFill>
            <a:srgbClr val="FBF8F2"/>
          </a:solidFill>
          <a:ln w="19050">
            <a:solidFill>
              <a:srgbClr val="DDD5C1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12611100" y="5676900"/>
            <a:ext cx="4381500" cy="533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850" b="1" dirty="0" spc="5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Sau</a:t>
            </a:r>
            <a:r>
              <a:rPr lang="en-US" sz="2850" b="1" dirty="0" spc="1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đó</a:t>
            </a:r>
            <a:endParaRPr lang="en-US" sz="2850" dirty="0"/>
          </a:p>
        </p:txBody>
      </p:sp>
      <p:sp>
        <p:nvSpPr>
          <p:cNvPr id="16" name="Text 14"/>
          <p:cNvSpPr/>
          <p:nvPr/>
        </p:nvSpPr>
        <p:spPr>
          <a:xfrm>
            <a:off x="12611100" y="6438900"/>
            <a:ext cx="4381500" cy="1333500"/>
          </a:xfrm>
          <a:prstGeom prst="rect">
            <a:avLst/>
          </a:prstGeom>
          <a:noFill/>
          <a:ln/>
        </p:spPr>
        <p:txBody>
          <a:bodyPr wrap="square" lIns="0" tIns="9700" rIns="0" bIns="-9700" rtlCol="0" anchor="t"/>
          <a:lstStyle/>
          <a:p>
            <a:pPr algn="l" indent="0" marL="0">
              <a:lnSpc>
                <a:spcPts val="3443"/>
              </a:lnSpc>
              <a:buNone/>
            </a:pPr>
            <a:r>
              <a:rPr lang="en-US" sz="255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Sang</a:t>
            </a:r>
            <a:r>
              <a:rPr lang="en-US" sz="2550" dirty="0" spc="2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điểm</a:t>
            </a:r>
            <a:r>
              <a:rPr lang="en-US" sz="2550" dirty="0" spc="19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dừng</a:t>
            </a:r>
            <a:r>
              <a:rPr lang="en-US" sz="25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5:</a:t>
            </a:r>
            <a:r>
              <a:rPr lang="en-US" sz="255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dọn</a:t>
            </a:r>
            <a:r>
              <a:rPr lang="en-US" sz="255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cờ.</a:t>
            </a:r>
            <a:endParaRPr lang="en-US" sz="2550" dirty="0"/>
          </a:p>
        </p:txBody>
      </p:sp>
      <p:sp>
        <p:nvSpPr>
          <p:cNvPr id="17" name="Shape 15"/>
          <p:cNvSpPr/>
          <p:nvPr/>
        </p:nvSpPr>
        <p:spPr>
          <a:xfrm>
            <a:off x="914400" y="9391650"/>
            <a:ext cx="171450" cy="1714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1200150" y="9391650"/>
            <a:ext cx="171450" cy="1714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1485900" y="9391650"/>
            <a:ext cx="171450" cy="1714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1771650" y="9391650"/>
            <a:ext cx="171450" cy="1714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2057400" y="9391650"/>
            <a:ext cx="171450" cy="171450"/>
          </a:xfrm>
          <a:prstGeom prst="ellipse">
            <a:avLst/>
          </a:prstGeom>
          <a:solidFill>
            <a:srgbClr val="E8472B"/>
          </a:solidFill>
          <a:ln w="19050">
            <a:solidFill>
              <a:srgbClr val="E8472B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2343150" y="9391650"/>
            <a:ext cx="171450" cy="171450"/>
          </a:xfrm>
          <a:prstGeom prst="ellipse">
            <a:avLst/>
          </a:prstGeom>
          <a:noFill/>
          <a:ln w="19050">
            <a:solidFill>
              <a:srgbClr val="6B6A66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2628900" y="9391650"/>
            <a:ext cx="171450" cy="171450"/>
          </a:xfrm>
          <a:prstGeom prst="ellipse">
            <a:avLst/>
          </a:prstGeom>
          <a:noFill/>
          <a:ln w="19050">
            <a:solidFill>
              <a:srgbClr val="6B6A66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2914650" y="9391650"/>
            <a:ext cx="171450" cy="171450"/>
          </a:xfrm>
          <a:prstGeom prst="ellipse">
            <a:avLst/>
          </a:prstGeom>
          <a:noFill/>
          <a:ln w="19050">
            <a:solidFill>
              <a:srgbClr val="6B6A66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3200400" y="9391650"/>
            <a:ext cx="171450" cy="171450"/>
          </a:xfrm>
          <a:prstGeom prst="ellipse">
            <a:avLst/>
          </a:prstGeom>
          <a:noFill/>
          <a:ln w="19050">
            <a:solidFill>
              <a:srgbClr val="6B6A66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3486150" y="9391650"/>
            <a:ext cx="171450" cy="171450"/>
          </a:xfrm>
          <a:prstGeom prst="ellipse">
            <a:avLst/>
          </a:prstGeom>
          <a:noFill/>
          <a:ln w="19050">
            <a:solidFill>
              <a:srgbClr val="6B6A66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914400" y="9677400"/>
            <a:ext cx="85725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dirty="0" spc="-13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800" dirty="0" spc="-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800" dirty="0" spc="4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800" dirty="0" spc="-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80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</a:t>
            </a:r>
            <a:r>
              <a:rPr lang="en-US" sz="1800" dirty="0" spc="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15</a:t>
            </a:r>
            <a:r>
              <a:rPr lang="en-US" sz="1800" dirty="0" spc="-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800" dirty="0" spc="4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05/10</a:t>
            </a:r>
            <a:endParaRPr lang="en-US" sz="1800" dirty="0"/>
          </a:p>
        </p:txBody>
      </p:sp>
      <p:sp>
        <p:nvSpPr>
          <p:cNvPr id="28" name="Shape 26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29" name="Moda image moda-export-watermark-3bf2bed0-3eb3-478d-a306-3634c066b48e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3EEE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876300"/>
            <a:ext cx="133350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300" kern="0" dirty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ĐIỂM</a:t>
            </a:r>
            <a:r>
              <a:rPr lang="en-US" sz="1950" b="1" spc="321" kern="0" dirty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DỪNG</a:t>
            </a:r>
            <a:r>
              <a:rPr lang="en-US" sz="1950" b="1" spc="302" kern="0" dirty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5</a:t>
            </a:r>
            <a:r>
              <a:rPr lang="en-US" sz="1950" b="1" spc="297" kern="0" dirty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950" b="1" spc="300" kern="0" dirty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DỌN</a:t>
            </a:r>
            <a:r>
              <a:rPr lang="en-US" sz="1950" b="1" spc="299" kern="0" dirty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CỜ</a:t>
            </a:r>
            <a:endParaRPr lang="en-US" sz="1950" dirty="0"/>
          </a:p>
        </p:txBody>
      </p:sp>
      <p:sp>
        <p:nvSpPr>
          <p:cNvPr id="3" name="Text 1"/>
          <p:cNvSpPr/>
          <p:nvPr/>
        </p:nvSpPr>
        <p:spPr>
          <a:xfrm>
            <a:off x="914400" y="1333500"/>
            <a:ext cx="16459200" cy="1085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6900" dirty="0" spc="-146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Xóa</a:t>
            </a:r>
            <a:r>
              <a:rPr lang="en-US" sz="6900" dirty="0" spc="-3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cờ</a:t>
            </a:r>
            <a:r>
              <a:rPr lang="en-US" sz="6900" dirty="0" spc="-76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và</a:t>
            </a:r>
            <a:r>
              <a:rPr lang="en-US" sz="6900" dirty="0" spc="3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nhánh</a:t>
            </a:r>
            <a:r>
              <a:rPr lang="en-US" sz="6900" dirty="0" spc="0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cũ khỏi</a:t>
            </a:r>
            <a:r>
              <a:rPr lang="en-US" sz="6900" dirty="0" spc="-2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mã</a:t>
            </a:r>
            <a:endParaRPr lang="en-US" sz="6900" dirty="0"/>
          </a:p>
        </p:txBody>
      </p:sp>
      <p:sp>
        <p:nvSpPr>
          <p:cNvPr id="4" name="Shape 2"/>
          <p:cNvSpPr/>
          <p:nvPr/>
        </p:nvSpPr>
        <p:spPr>
          <a:xfrm>
            <a:off x="914400" y="2762250"/>
            <a:ext cx="8001000" cy="3048000"/>
          </a:xfrm>
          <a:prstGeom prst="roundRect">
            <a:avLst>
              <a:gd name="adj" fmla="val 8750"/>
            </a:avLst>
          </a:prstGeom>
          <a:solidFill>
            <a:srgbClr val="CFE8E2"/>
          </a:solidFill>
          <a:ln w="28575">
            <a:solidFill>
              <a:srgbClr val="0F766E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1333500" y="3105150"/>
            <a:ext cx="7239000" cy="533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850" b="1" dirty="0" spc="-1" kern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Cờ</a:t>
            </a:r>
            <a:r>
              <a:rPr lang="en-US" sz="2850" b="1" dirty="0" spc="-10" kern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phát</a:t>
            </a:r>
            <a:r>
              <a:rPr lang="en-US" sz="2850" b="1" dirty="0" spc="-2" kern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hành</a:t>
            </a:r>
            <a:endParaRPr lang="en-US" sz="2850" dirty="0"/>
          </a:p>
        </p:txBody>
      </p:sp>
      <p:sp>
        <p:nvSpPr>
          <p:cNvPr id="6" name="Text richtext-1792371598504-781912434"/>
          <p:cNvSpPr/>
          <p:nvPr/>
        </p:nvSpPr>
        <p:spPr>
          <a:xfrm>
            <a:off x="1333500" y="3905250"/>
            <a:ext cx="7239000" cy="1714500"/>
          </a:xfrm>
          <a:prstGeom prst="rect">
            <a:avLst/>
          </a:prstGeom>
          <a:noFill/>
          <a:ln/>
        </p:spPr>
        <p:txBody>
          <a:bodyPr wrap="square" lIns="0" tIns="5667" rIns="0" bIns="-5667" rtlCol="0" anchor="t"/>
          <a:lstStyle/>
          <a:p>
            <a:pPr algn="l" marL="323850" indent="-231371">
              <a:lnSpc>
                <a:spcPts val="3570"/>
              </a:lnSpc>
              <a:spcAft>
                <a:spcPts val="750"/>
              </a:spcAft>
              <a:buSzPct val="100000"/>
              <a:buFont typeface="Arial"/>
              <a:buChar char="•"/>
            </a:pPr>
            <a:r>
              <a:rPr lang="en-US" sz="2550" dirty="0" spc="5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Thường</a:t>
            </a:r>
            <a:r>
              <a:rPr lang="en-US" sz="2550" dirty="0" spc="-1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ngắn</a:t>
            </a:r>
            <a:r>
              <a:rPr lang="en-US" sz="255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hạn.</a:t>
            </a:r>
            <a:endParaRPr lang="en-US" sz="2550" dirty="0"/>
          </a:p>
          <a:p>
            <a:pPr algn="l" marL="323850" indent="-231371">
              <a:lnSpc>
                <a:spcPts val="3570"/>
              </a:lnSpc>
              <a:buSzPct val="100000"/>
              <a:buFont typeface="Arial"/>
              <a:buChar char="•"/>
            </a:pPr>
            <a:r>
              <a:rPr lang="en-US" sz="2550" dirty="0" spc="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Nên</a:t>
            </a:r>
            <a:r>
              <a:rPr lang="en-US" sz="2550" dirty="0" spc="-2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xóa</a:t>
            </a:r>
            <a:r>
              <a:rPr lang="en-US" sz="2550" dirty="0" spc="-6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sau</a:t>
            </a:r>
            <a:r>
              <a:rPr lang="en-US" sz="25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khi mở</a:t>
            </a:r>
            <a:r>
              <a:rPr lang="en-US" sz="2550" dirty="0" spc="-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hết.</a:t>
            </a:r>
            <a:endParaRPr lang="en-US" sz="2550" dirty="0"/>
          </a:p>
        </p:txBody>
      </p:sp>
      <p:sp>
        <p:nvSpPr>
          <p:cNvPr id="7" name="Shape 5"/>
          <p:cNvSpPr/>
          <p:nvPr/>
        </p:nvSpPr>
        <p:spPr>
          <a:xfrm>
            <a:off x="9372600" y="2762250"/>
            <a:ext cx="8001000" cy="3048000"/>
          </a:xfrm>
          <a:prstGeom prst="roundRect">
            <a:avLst>
              <a:gd name="adj" fmla="val 8750"/>
            </a:avLst>
          </a:prstGeom>
          <a:solidFill>
            <a:srgbClr val="FBF8F2"/>
          </a:solidFill>
          <a:ln w="19050">
            <a:solidFill>
              <a:srgbClr val="DDD5C1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9791700" y="3105150"/>
            <a:ext cx="7239000" cy="533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850" b="1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Cờ</a:t>
            </a:r>
            <a:r>
              <a:rPr lang="en-US" sz="2850" b="1" dirty="0" spc="-1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vận</a:t>
            </a:r>
            <a:r>
              <a:rPr lang="en-US" sz="2850" b="1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hành</a:t>
            </a:r>
            <a:endParaRPr lang="en-US" sz="2850" dirty="0"/>
          </a:p>
        </p:txBody>
      </p:sp>
      <p:sp>
        <p:nvSpPr>
          <p:cNvPr id="9" name="Text richtext-1792371598528-559393118"/>
          <p:cNvSpPr/>
          <p:nvPr/>
        </p:nvSpPr>
        <p:spPr>
          <a:xfrm>
            <a:off x="9791700" y="3905250"/>
            <a:ext cx="7239000" cy="1714500"/>
          </a:xfrm>
          <a:prstGeom prst="rect">
            <a:avLst/>
          </a:prstGeom>
          <a:noFill/>
          <a:ln/>
        </p:spPr>
        <p:txBody>
          <a:bodyPr wrap="square" lIns="0" tIns="5667" rIns="0" bIns="-5667" rtlCol="0" anchor="t"/>
          <a:lstStyle/>
          <a:p>
            <a:pPr algn="l" marL="323850" indent="-231371">
              <a:lnSpc>
                <a:spcPts val="3570"/>
              </a:lnSpc>
              <a:spcAft>
                <a:spcPts val="750"/>
              </a:spcAft>
              <a:buSzPct val="100000"/>
              <a:buFont typeface="Arial"/>
              <a:buChar char="•"/>
            </a:pPr>
            <a:r>
              <a:rPr lang="en-US" sz="2550" dirty="0" spc="-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Dùng</a:t>
            </a:r>
            <a:r>
              <a:rPr lang="en-US" sz="255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làm</a:t>
            </a:r>
            <a:r>
              <a:rPr lang="en-US" sz="25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công</a:t>
            </a:r>
            <a:r>
              <a:rPr lang="en-US" sz="2550" dirty="0" spc="-1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tắc</a:t>
            </a:r>
            <a:r>
              <a:rPr lang="en-US" sz="255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khẩn cấp.</a:t>
            </a:r>
            <a:endParaRPr lang="en-US" sz="2550" dirty="0"/>
          </a:p>
          <a:p>
            <a:pPr algn="l" marL="323850" indent="-231371">
              <a:lnSpc>
                <a:spcPts val="3570"/>
              </a:lnSpc>
              <a:buSzPct val="100000"/>
              <a:buFont typeface="Arial"/>
              <a:buChar char="•"/>
            </a:pPr>
            <a:r>
              <a:rPr lang="en-US" sz="255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Có thể</a:t>
            </a:r>
            <a:r>
              <a:rPr lang="en-US" sz="2550" dirty="0" spc="-6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sống</a:t>
            </a:r>
            <a:r>
              <a:rPr lang="en-US" sz="2550" dirty="0" spc="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lâu</a:t>
            </a:r>
            <a:r>
              <a:rPr lang="en-US" sz="25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hơn.</a:t>
            </a:r>
            <a:endParaRPr lang="en-US" sz="2550" dirty="0"/>
          </a:p>
        </p:txBody>
      </p:sp>
      <p:sp>
        <p:nvSpPr>
          <p:cNvPr id="10" name="Shape 8"/>
          <p:cNvSpPr/>
          <p:nvPr/>
        </p:nvSpPr>
        <p:spPr>
          <a:xfrm>
            <a:off x="914400" y="6286500"/>
            <a:ext cx="16459200" cy="1619250"/>
          </a:xfrm>
          <a:prstGeom prst="roundRect">
            <a:avLst>
              <a:gd name="adj" fmla="val 16471"/>
            </a:avLst>
          </a:prstGeom>
          <a:solidFill>
            <a:srgbClr val="E8E0CF"/>
          </a:solidFill>
          <a:ln/>
        </p:spPr>
      </p:sp>
      <p:sp>
        <p:nvSpPr>
          <p:cNvPr id="11" name="Text 9"/>
          <p:cNvSpPr/>
          <p:nvPr/>
        </p:nvSpPr>
        <p:spPr>
          <a:xfrm>
            <a:off x="1333500" y="6553200"/>
            <a:ext cx="156210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151" kern="0" dirty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KHI</a:t>
            </a:r>
            <a:r>
              <a:rPr lang="en-US" sz="1950" b="1" spc="85" kern="0" dirty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TẠO</a:t>
            </a:r>
            <a:r>
              <a:rPr lang="en-US" sz="1950" b="1" spc="149" kern="0" dirty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CỜ</a:t>
            </a:r>
            <a:endParaRPr lang="en-US" sz="1950" dirty="0"/>
          </a:p>
        </p:txBody>
      </p:sp>
      <p:sp>
        <p:nvSpPr>
          <p:cNvPr id="12" name="Text 10"/>
          <p:cNvSpPr/>
          <p:nvPr/>
        </p:nvSpPr>
        <p:spPr>
          <a:xfrm>
            <a:off x="1333500" y="7048500"/>
            <a:ext cx="15621000" cy="571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550" dirty="0" spc="-16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Đặt</a:t>
            </a:r>
            <a:r>
              <a:rPr lang="en-US" sz="2550" dirty="0" spc="5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người</a:t>
            </a:r>
            <a:r>
              <a:rPr lang="en-US" sz="2550" dirty="0" spc="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chịu</a:t>
            </a:r>
            <a:r>
              <a:rPr lang="en-US" sz="2550" dirty="0" spc="-16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trách</a:t>
            </a:r>
            <a:r>
              <a:rPr lang="en-US" sz="25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nhiệm</a:t>
            </a:r>
            <a:r>
              <a:rPr lang="en-US" sz="2550" dirty="0" spc="-19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</a:t>
            </a:r>
            <a:r>
              <a:rPr lang="en-US" sz="25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hạn</a:t>
            </a:r>
            <a:r>
              <a:rPr lang="en-US" sz="2550" dirty="0" spc="-2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xóa</a:t>
            </a:r>
            <a:r>
              <a:rPr lang="en-US" sz="2550" dirty="0" spc="-1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ngay.</a:t>
            </a:r>
            <a:endParaRPr lang="en-US" sz="2550" dirty="0"/>
          </a:p>
        </p:txBody>
      </p:sp>
      <p:sp>
        <p:nvSpPr>
          <p:cNvPr id="13" name="Shape 11"/>
          <p:cNvSpPr/>
          <p:nvPr/>
        </p:nvSpPr>
        <p:spPr>
          <a:xfrm>
            <a:off x="914400" y="9391650"/>
            <a:ext cx="171450" cy="1714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1200150" y="9391650"/>
            <a:ext cx="171450" cy="1714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1485900" y="9391650"/>
            <a:ext cx="171450" cy="1714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1771650" y="9391650"/>
            <a:ext cx="171450" cy="1714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2057400" y="9391650"/>
            <a:ext cx="171450" cy="1714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2343150" y="9391650"/>
            <a:ext cx="171450" cy="171450"/>
          </a:xfrm>
          <a:prstGeom prst="ellipse">
            <a:avLst/>
          </a:prstGeom>
          <a:solidFill>
            <a:srgbClr val="E8472B"/>
          </a:solidFill>
          <a:ln w="19050">
            <a:solidFill>
              <a:srgbClr val="E8472B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2628900" y="9391650"/>
            <a:ext cx="171450" cy="171450"/>
          </a:xfrm>
          <a:prstGeom prst="ellipse">
            <a:avLst/>
          </a:prstGeom>
          <a:noFill/>
          <a:ln w="19050">
            <a:solidFill>
              <a:srgbClr val="6B6A66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2914650" y="9391650"/>
            <a:ext cx="171450" cy="171450"/>
          </a:xfrm>
          <a:prstGeom prst="ellipse">
            <a:avLst/>
          </a:prstGeom>
          <a:noFill/>
          <a:ln w="19050">
            <a:solidFill>
              <a:srgbClr val="6B6A66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3200400" y="9391650"/>
            <a:ext cx="171450" cy="171450"/>
          </a:xfrm>
          <a:prstGeom prst="ellipse">
            <a:avLst/>
          </a:prstGeom>
          <a:noFill/>
          <a:ln w="19050">
            <a:solidFill>
              <a:srgbClr val="6B6A66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3486150" y="9391650"/>
            <a:ext cx="171450" cy="171450"/>
          </a:xfrm>
          <a:prstGeom prst="ellipse">
            <a:avLst/>
          </a:prstGeom>
          <a:noFill/>
          <a:ln w="19050">
            <a:solidFill>
              <a:srgbClr val="6B6A66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914400" y="9677400"/>
            <a:ext cx="85725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dirty="0" spc="-13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800" dirty="0" spc="-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800" dirty="0" spc="4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800" dirty="0" spc="-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80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</a:t>
            </a:r>
            <a:r>
              <a:rPr lang="en-US" sz="1800" dirty="0" spc="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15</a:t>
            </a:r>
            <a:r>
              <a:rPr lang="en-US" sz="1800" dirty="0" spc="-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800" dirty="0" spc="3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06/10</a:t>
            </a:r>
            <a:endParaRPr lang="en-US" sz="1800" dirty="0"/>
          </a:p>
        </p:txBody>
      </p:sp>
      <p:sp>
        <p:nvSpPr>
          <p:cNvPr id="24" name="Shape 22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25" name="Moda image moda-export-watermark-4ad11367-0061-43c7-b194-d75a1471da89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14161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876300"/>
            <a:ext cx="114300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303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GIỚI</a:t>
            </a:r>
            <a:r>
              <a:rPr lang="en-US" sz="1950" b="1" spc="299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HẠN</a:t>
            </a:r>
            <a:r>
              <a:rPr lang="en-US" sz="1950" b="1" spc="279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CẦN</a:t>
            </a:r>
            <a:r>
              <a:rPr lang="en-US" sz="1950" b="1" spc="300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NHỚ</a:t>
            </a:r>
            <a:endParaRPr lang="en-US" sz="1950" dirty="0"/>
          </a:p>
        </p:txBody>
      </p:sp>
      <p:sp>
        <p:nvSpPr>
          <p:cNvPr id="3" name="Text 1"/>
          <p:cNvSpPr/>
          <p:nvPr/>
        </p:nvSpPr>
        <p:spPr>
          <a:xfrm>
            <a:off x="914400" y="1333500"/>
            <a:ext cx="16459200" cy="1085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6900" dirty="0" spc="2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Cờ</a:t>
            </a:r>
            <a:r>
              <a:rPr lang="en-US" sz="6900" dirty="0" spc="0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không</a:t>
            </a:r>
            <a:r>
              <a:rPr lang="en-US" sz="6900" dirty="0" spc="4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miễn</a:t>
            </a:r>
            <a:r>
              <a:rPr lang="en-US" sz="6900" dirty="0" spc="0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phí, không</a:t>
            </a:r>
            <a:r>
              <a:rPr lang="en-US" sz="6900" dirty="0" spc="6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phủ</a:t>
            </a:r>
            <a:r>
              <a:rPr lang="en-US" sz="6900" dirty="0" spc="3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hết</a:t>
            </a:r>
            <a:endParaRPr lang="en-US" sz="6900" dirty="0"/>
          </a:p>
        </p:txBody>
      </p:sp>
      <p:sp>
        <p:nvSpPr>
          <p:cNvPr id="4" name="Shape 2"/>
          <p:cNvSpPr/>
          <p:nvPr/>
        </p:nvSpPr>
        <p:spPr>
          <a:xfrm>
            <a:off x="914400" y="2667000"/>
            <a:ext cx="16459200" cy="1295400"/>
          </a:xfrm>
          <a:prstGeom prst="roundRect">
            <a:avLst>
              <a:gd name="adj" fmla="val 20588"/>
            </a:avLst>
          </a:prstGeom>
          <a:solidFill>
            <a:srgbClr val="1E212B"/>
          </a:solidFill>
          <a:ln w="19050">
            <a:solidFill>
              <a:srgbClr val="3A3F4D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1295400" y="2952750"/>
            <a:ext cx="857250" cy="723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200" dirty="0" spc="2" kern="0">
                <a:solidFill>
                  <a:srgbClr val="9AA0B5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1</a:t>
            </a:r>
            <a:endParaRPr lang="en-US" sz="4200" dirty="0"/>
          </a:p>
        </p:txBody>
      </p:sp>
      <p:sp>
        <p:nvSpPr>
          <p:cNvPr id="6" name="Text 4"/>
          <p:cNvSpPr/>
          <p:nvPr/>
        </p:nvSpPr>
        <p:spPr>
          <a:xfrm>
            <a:off x="2381250" y="3048000"/>
            <a:ext cx="14668500" cy="533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550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Mỗi</a:t>
            </a:r>
            <a:r>
              <a:rPr lang="en-US" sz="2550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cờ</a:t>
            </a:r>
            <a:r>
              <a:rPr lang="en-US" sz="2550" dirty="0" spc="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thêm</a:t>
            </a:r>
            <a:r>
              <a:rPr lang="en-US" sz="2550" dirty="0" spc="-6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một</a:t>
            </a:r>
            <a:r>
              <a:rPr lang="en-US" sz="2550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nhánh cần</a:t>
            </a:r>
            <a:r>
              <a:rPr lang="en-US" sz="2550" dirty="0" spc="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kiểm</a:t>
            </a:r>
            <a:r>
              <a:rPr lang="en-US" sz="2550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thử.</a:t>
            </a:r>
            <a:endParaRPr lang="en-US" sz="2550" dirty="0"/>
          </a:p>
        </p:txBody>
      </p:sp>
      <p:sp>
        <p:nvSpPr>
          <p:cNvPr id="7" name="Shape 5"/>
          <p:cNvSpPr/>
          <p:nvPr/>
        </p:nvSpPr>
        <p:spPr>
          <a:xfrm>
            <a:off x="914400" y="4191000"/>
            <a:ext cx="16459200" cy="1295400"/>
          </a:xfrm>
          <a:prstGeom prst="roundRect">
            <a:avLst>
              <a:gd name="adj" fmla="val 20588"/>
            </a:avLst>
          </a:prstGeom>
          <a:solidFill>
            <a:srgbClr val="1E212B"/>
          </a:solidFill>
          <a:ln w="19050">
            <a:solidFill>
              <a:srgbClr val="3A3F4D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1295400" y="4476750"/>
            <a:ext cx="857250" cy="723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200" dirty="0" spc="2" kern="0">
                <a:solidFill>
                  <a:srgbClr val="9AA0B5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2</a:t>
            </a:r>
            <a:endParaRPr lang="en-US" sz="4200" dirty="0"/>
          </a:p>
        </p:txBody>
      </p:sp>
      <p:sp>
        <p:nvSpPr>
          <p:cNvPr id="9" name="Text 7"/>
          <p:cNvSpPr/>
          <p:nvPr/>
        </p:nvSpPr>
        <p:spPr>
          <a:xfrm>
            <a:off x="2381250" y="4572000"/>
            <a:ext cx="14668500" cy="533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550" dirty="0" spc="-117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Tổ</a:t>
            </a:r>
            <a:r>
              <a:rPr lang="en-US" sz="2550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hợp</a:t>
            </a:r>
            <a:r>
              <a:rPr lang="en-US" sz="2550" dirty="0" spc="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nhiều</a:t>
            </a:r>
            <a:r>
              <a:rPr lang="en-US" sz="2550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cờ khó</a:t>
            </a:r>
            <a:r>
              <a:rPr lang="en-US" sz="2550" dirty="0" spc="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kiểm</a:t>
            </a:r>
            <a:r>
              <a:rPr lang="en-US" sz="2550" dirty="0" spc="-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hết.</a:t>
            </a:r>
            <a:endParaRPr lang="en-US" sz="2550" dirty="0"/>
          </a:p>
        </p:txBody>
      </p:sp>
      <p:sp>
        <p:nvSpPr>
          <p:cNvPr id="10" name="Shape 8"/>
          <p:cNvSpPr/>
          <p:nvPr/>
        </p:nvSpPr>
        <p:spPr>
          <a:xfrm>
            <a:off x="914400" y="5715000"/>
            <a:ext cx="16459200" cy="1295400"/>
          </a:xfrm>
          <a:prstGeom prst="roundRect">
            <a:avLst>
              <a:gd name="adj" fmla="val 20588"/>
            </a:avLst>
          </a:prstGeom>
          <a:solidFill>
            <a:srgbClr val="1E212B"/>
          </a:solidFill>
          <a:ln w="19050">
            <a:solidFill>
              <a:srgbClr val="3A3F4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1295400" y="6000750"/>
            <a:ext cx="857250" cy="723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200" dirty="0" spc="-2" kern="0">
                <a:solidFill>
                  <a:srgbClr val="9AA0B5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3</a:t>
            </a:r>
            <a:endParaRPr lang="en-US" sz="4200" dirty="0"/>
          </a:p>
        </p:txBody>
      </p:sp>
      <p:sp>
        <p:nvSpPr>
          <p:cNvPr id="12" name="Text 10"/>
          <p:cNvSpPr/>
          <p:nvPr/>
        </p:nvSpPr>
        <p:spPr>
          <a:xfrm>
            <a:off x="2381250" y="6096000"/>
            <a:ext cx="14668500" cy="533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550" dirty="0" spc="-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Đổi</a:t>
            </a:r>
            <a:r>
              <a:rPr lang="en-US" sz="2550" dirty="0" spc="7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lược</a:t>
            </a:r>
            <a:r>
              <a:rPr lang="en-US" sz="2550" dirty="0" spc="1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đồ,</a:t>
            </a:r>
            <a:r>
              <a:rPr lang="en-US" sz="2550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nâng</a:t>
            </a:r>
            <a:r>
              <a:rPr lang="en-US" sz="2550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thư viện:</a:t>
            </a:r>
            <a:r>
              <a:rPr lang="en-US" sz="2550" dirty="0" spc="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không</a:t>
            </a:r>
            <a:r>
              <a:rPr lang="en-US" sz="2550" dirty="0" spc="-1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gắn</a:t>
            </a:r>
            <a:r>
              <a:rPr lang="en-US" sz="2550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cờ</a:t>
            </a:r>
            <a:r>
              <a:rPr lang="en-US" sz="2550" dirty="0" spc="6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được.</a:t>
            </a:r>
            <a:endParaRPr lang="en-US" sz="2550" dirty="0"/>
          </a:p>
        </p:txBody>
      </p:sp>
      <p:sp>
        <p:nvSpPr>
          <p:cNvPr id="13" name="Shape 11"/>
          <p:cNvSpPr/>
          <p:nvPr/>
        </p:nvSpPr>
        <p:spPr>
          <a:xfrm>
            <a:off x="914400" y="7239000"/>
            <a:ext cx="16459200" cy="1295400"/>
          </a:xfrm>
          <a:prstGeom prst="roundRect">
            <a:avLst>
              <a:gd name="adj" fmla="val 20588"/>
            </a:avLst>
          </a:prstGeom>
          <a:solidFill>
            <a:srgbClr val="2A2E3A"/>
          </a:solidFill>
          <a:ln w="28575">
            <a:solidFill>
              <a:srgbClr val="FF6A4D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1295400" y="7524750"/>
            <a:ext cx="857250" cy="723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200" dirty="0" spc="-1" kern="0">
                <a:solidFill>
                  <a:srgbClr val="FF6A4D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4</a:t>
            </a:r>
            <a:endParaRPr lang="en-US" sz="4200" dirty="0"/>
          </a:p>
        </p:txBody>
      </p:sp>
      <p:sp>
        <p:nvSpPr>
          <p:cNvPr id="15" name="Text 13"/>
          <p:cNvSpPr/>
          <p:nvPr/>
        </p:nvSpPr>
        <p:spPr>
          <a:xfrm>
            <a:off x="2381250" y="7620000"/>
            <a:ext cx="14668500" cy="533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550" b="1" dirty="0" spc="-48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Vẫn</a:t>
            </a:r>
            <a:r>
              <a:rPr lang="en-US" sz="2550" b="1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cần</a:t>
            </a:r>
            <a:r>
              <a:rPr lang="en-US" sz="2550" b="1" dirty="0" spc="8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tương</a:t>
            </a:r>
            <a:r>
              <a:rPr lang="en-US" sz="2550" b="1" dirty="0" spc="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thích</a:t>
            </a:r>
            <a:r>
              <a:rPr lang="en-US" sz="2550" b="1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hai chiều,</a:t>
            </a:r>
            <a:r>
              <a:rPr lang="en-US" sz="2550" b="1" dirty="0" spc="-3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kế</a:t>
            </a:r>
            <a:r>
              <a:rPr lang="en-US" sz="2550" b="1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hoạch</a:t>
            </a:r>
            <a:r>
              <a:rPr lang="en-US" sz="2550" b="1" dirty="0" spc="-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rút</a:t>
            </a:r>
            <a:r>
              <a:rPr lang="en-US" sz="2550" b="1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lại.</a:t>
            </a:r>
            <a:endParaRPr lang="en-US" sz="2550" dirty="0"/>
          </a:p>
        </p:txBody>
      </p:sp>
      <p:sp>
        <p:nvSpPr>
          <p:cNvPr id="16" name="Shape 14"/>
          <p:cNvSpPr/>
          <p:nvPr/>
        </p:nvSpPr>
        <p:spPr>
          <a:xfrm>
            <a:off x="914400" y="9391650"/>
            <a:ext cx="171450" cy="1714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1200150" y="9391650"/>
            <a:ext cx="171450" cy="1714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1485900" y="9391650"/>
            <a:ext cx="171450" cy="1714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1771650" y="9391650"/>
            <a:ext cx="171450" cy="1714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2057400" y="9391650"/>
            <a:ext cx="171450" cy="1714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2343150" y="9391650"/>
            <a:ext cx="171450" cy="1714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2628900" y="9391650"/>
            <a:ext cx="171450" cy="171450"/>
          </a:xfrm>
          <a:prstGeom prst="ellipse">
            <a:avLst/>
          </a:prstGeom>
          <a:solidFill>
            <a:srgbClr val="FF6A4D"/>
          </a:solidFill>
          <a:ln w="19050">
            <a:solidFill>
              <a:srgbClr val="FF6A4D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2914650" y="9391650"/>
            <a:ext cx="171450" cy="171450"/>
          </a:xfrm>
          <a:prstGeom prst="ellipse">
            <a:avLst/>
          </a:prstGeom>
          <a:noFill/>
          <a:ln w="19050">
            <a:solidFill>
              <a:srgbClr val="9AA0B5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3200400" y="9391650"/>
            <a:ext cx="171450" cy="171450"/>
          </a:xfrm>
          <a:prstGeom prst="ellipse">
            <a:avLst/>
          </a:prstGeom>
          <a:noFill/>
          <a:ln w="19050">
            <a:solidFill>
              <a:srgbClr val="9AA0B5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3486150" y="9391650"/>
            <a:ext cx="171450" cy="171450"/>
          </a:xfrm>
          <a:prstGeom prst="ellipse">
            <a:avLst/>
          </a:prstGeom>
          <a:noFill/>
          <a:ln w="19050">
            <a:solidFill>
              <a:srgbClr val="9AA0B5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914400" y="9677400"/>
            <a:ext cx="85725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dirty="0" spc="-13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800" dirty="0" spc="-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800" dirty="0" spc="4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800" dirty="0" spc="-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800" dirty="0" spc="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</a:t>
            </a:r>
            <a:r>
              <a:rPr lang="en-US" sz="1800" dirty="0" spc="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15</a:t>
            </a:r>
            <a:r>
              <a:rPr lang="en-US" sz="1800" dirty="0" spc="-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800" dirty="0" spc="-1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07/10</a:t>
            </a:r>
            <a:endParaRPr lang="en-US" sz="1800" dirty="0"/>
          </a:p>
        </p:txBody>
      </p:sp>
      <p:sp>
        <p:nvSpPr>
          <p:cNvPr id="27" name="Shape 25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28" name="Moda image moda-export-watermark-c0889e10-9a97-45ec-9bc8-d3012722be00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3EEE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876300"/>
            <a:ext cx="114300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273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CÂU</a:t>
            </a:r>
            <a:r>
              <a:rPr lang="en-US" sz="1950" b="1" spc="302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HỎI</a:t>
            </a:r>
            <a:r>
              <a:rPr lang="en-US" sz="1950" b="1" spc="297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KIỂM</a:t>
            </a:r>
            <a:r>
              <a:rPr lang="en-US" sz="1950" b="1" spc="300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TRA</a:t>
            </a:r>
            <a:endParaRPr lang="en-US" sz="1950" dirty="0"/>
          </a:p>
        </p:txBody>
      </p:sp>
      <p:sp>
        <p:nvSpPr>
          <p:cNvPr id="3" name="Text 1"/>
          <p:cNvSpPr/>
          <p:nvPr/>
        </p:nvSpPr>
        <p:spPr>
          <a:xfrm>
            <a:off x="914400" y="1333500"/>
            <a:ext cx="16459200" cy="1085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6900" dirty="0" spc="-155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Tắt</a:t>
            </a:r>
            <a:r>
              <a:rPr lang="en-US" sz="6900" dirty="0" spc="-2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cờ có</a:t>
            </a:r>
            <a:r>
              <a:rPr lang="en-US" sz="6900" dirty="0" spc="-69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về</a:t>
            </a:r>
            <a:r>
              <a:rPr lang="en-US" sz="6900" dirty="0" spc="0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như</a:t>
            </a:r>
            <a:r>
              <a:rPr lang="en-US" sz="6900" dirty="0" spc="-88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trước?</a:t>
            </a:r>
            <a:endParaRPr lang="en-US" sz="6900" dirty="0"/>
          </a:p>
        </p:txBody>
      </p:sp>
      <p:sp>
        <p:nvSpPr>
          <p:cNvPr id="4" name="Text 2"/>
          <p:cNvSpPr/>
          <p:nvPr/>
        </p:nvSpPr>
        <p:spPr>
          <a:xfrm>
            <a:off x="914400" y="2571750"/>
            <a:ext cx="11430000" cy="4191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100" b="1" spc="120" kern="0" dirty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MỘT</a:t>
            </a:r>
            <a:r>
              <a:rPr lang="en-US" sz="2100" b="1" spc="145" kern="0" dirty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BẢN</a:t>
            </a:r>
            <a:r>
              <a:rPr lang="en-US" sz="2100" b="1" spc="147" kern="0" dirty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TRIỂN</a:t>
            </a:r>
            <a:r>
              <a:rPr lang="en-US" sz="2100" b="1" spc="149" kern="0" dirty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KHAI GỒM</a:t>
            </a:r>
            <a:endParaRPr lang="en-US" sz="2100" dirty="0"/>
          </a:p>
        </p:txBody>
      </p:sp>
      <p:sp>
        <p:nvSpPr>
          <p:cNvPr id="5" name="Shape 3"/>
          <p:cNvSpPr/>
          <p:nvPr/>
        </p:nvSpPr>
        <p:spPr>
          <a:xfrm>
            <a:off x="914400" y="3143250"/>
            <a:ext cx="11430000" cy="990600"/>
          </a:xfrm>
          <a:prstGeom prst="roundRect">
            <a:avLst>
              <a:gd name="adj" fmla="val 21154"/>
            </a:avLst>
          </a:prstGeom>
          <a:solidFill>
            <a:srgbClr val="F8D9D0"/>
          </a:solidFill>
          <a:ln w="28575">
            <a:solidFill>
              <a:srgbClr val="E8472B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295400" y="3409950"/>
            <a:ext cx="6096000" cy="476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550" b="1" dirty="0" spc="-1" kern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Tính</a:t>
            </a:r>
            <a:r>
              <a:rPr lang="en-US" sz="2550" b="1" dirty="0" spc="-3" kern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năng</a:t>
            </a:r>
            <a:r>
              <a:rPr lang="en-US" sz="2550" b="1" dirty="0" spc="-2" kern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gắn</a:t>
            </a:r>
            <a:r>
              <a:rPr lang="en-US" sz="2550" b="1" dirty="0" spc="-3" kern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cờ</a:t>
            </a:r>
            <a:endParaRPr lang="en-US" sz="2550" dirty="0"/>
          </a:p>
        </p:txBody>
      </p:sp>
      <p:sp>
        <p:nvSpPr>
          <p:cNvPr id="7" name="Text 5"/>
          <p:cNvSpPr/>
          <p:nvPr/>
        </p:nvSpPr>
        <p:spPr>
          <a:xfrm>
            <a:off x="7810500" y="3409950"/>
            <a:ext cx="4191000" cy="476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550" dirty="0" spc="-93" kern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Tắt</a:t>
            </a:r>
            <a:r>
              <a:rPr lang="en-US" sz="2550" dirty="0" spc="1" kern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cờ:</a:t>
            </a:r>
            <a:r>
              <a:rPr lang="en-US" sz="2550" dirty="0" spc="-1" kern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rút</a:t>
            </a:r>
            <a:r>
              <a:rPr lang="en-US" sz="2550" dirty="0" spc="6" kern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được.</a:t>
            </a:r>
            <a:endParaRPr lang="en-US" sz="2550" dirty="0"/>
          </a:p>
        </p:txBody>
      </p:sp>
      <p:sp>
        <p:nvSpPr>
          <p:cNvPr id="8" name="Shape 6"/>
          <p:cNvSpPr/>
          <p:nvPr/>
        </p:nvSpPr>
        <p:spPr>
          <a:xfrm>
            <a:off x="914400" y="4286250"/>
            <a:ext cx="11430000" cy="990600"/>
          </a:xfrm>
          <a:prstGeom prst="roundRect">
            <a:avLst>
              <a:gd name="adj" fmla="val 21154"/>
            </a:avLst>
          </a:prstGeom>
          <a:solidFill>
            <a:srgbClr val="FBF8F2"/>
          </a:solidFill>
          <a:ln w="19050">
            <a:solidFill>
              <a:srgbClr val="DDD5C1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1295400" y="4552950"/>
            <a:ext cx="6096000" cy="476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550" b="1" dirty="0" spc="17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Sửa</a:t>
            </a:r>
            <a:r>
              <a:rPr lang="en-US" sz="2550" b="1" dirty="0" spc="-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lỗi</a:t>
            </a:r>
            <a:r>
              <a:rPr lang="en-US" sz="2550" b="1" dirty="0" spc="-6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không</a:t>
            </a:r>
            <a:r>
              <a:rPr lang="en-US" sz="2550" b="1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gắn</a:t>
            </a:r>
            <a:r>
              <a:rPr lang="en-US" sz="2550" b="1" dirty="0" spc="-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cờ</a:t>
            </a:r>
            <a:endParaRPr lang="en-US" sz="2550" dirty="0"/>
          </a:p>
        </p:txBody>
      </p:sp>
      <p:sp>
        <p:nvSpPr>
          <p:cNvPr id="10" name="Text 8"/>
          <p:cNvSpPr/>
          <p:nvPr/>
        </p:nvSpPr>
        <p:spPr>
          <a:xfrm>
            <a:off x="7810500" y="4552950"/>
            <a:ext cx="4191000" cy="476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550" dirty="0" spc="-38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Vẫn</a:t>
            </a:r>
            <a:r>
              <a:rPr lang="en-US" sz="255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còn.</a:t>
            </a:r>
            <a:endParaRPr lang="en-US" sz="2550" dirty="0"/>
          </a:p>
        </p:txBody>
      </p:sp>
      <p:sp>
        <p:nvSpPr>
          <p:cNvPr id="11" name="Shape 9"/>
          <p:cNvSpPr/>
          <p:nvPr/>
        </p:nvSpPr>
        <p:spPr>
          <a:xfrm>
            <a:off x="914400" y="5429250"/>
            <a:ext cx="11430000" cy="990600"/>
          </a:xfrm>
          <a:prstGeom prst="roundRect">
            <a:avLst>
              <a:gd name="adj" fmla="val 21154"/>
            </a:avLst>
          </a:prstGeom>
          <a:solidFill>
            <a:srgbClr val="FBF8F2"/>
          </a:solidFill>
          <a:ln w="19050">
            <a:solidFill>
              <a:srgbClr val="DDD5C1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1295400" y="5695950"/>
            <a:ext cx="6096000" cy="476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550" b="1" dirty="0" spc="-1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Thay</a:t>
            </a:r>
            <a:r>
              <a:rPr lang="en-US" sz="2550" b="1" dirty="0" spc="5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đổi</a:t>
            </a:r>
            <a:r>
              <a:rPr lang="en-US" sz="2550" b="1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cấu</a:t>
            </a:r>
            <a:r>
              <a:rPr lang="en-US" sz="2550" b="1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hình</a:t>
            </a:r>
            <a:endParaRPr lang="en-US" sz="2550" dirty="0"/>
          </a:p>
        </p:txBody>
      </p:sp>
      <p:sp>
        <p:nvSpPr>
          <p:cNvPr id="13" name="Text 11"/>
          <p:cNvSpPr/>
          <p:nvPr/>
        </p:nvSpPr>
        <p:spPr>
          <a:xfrm>
            <a:off x="7810500" y="5695950"/>
            <a:ext cx="4191000" cy="476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550" dirty="0" spc="-38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Vẫn</a:t>
            </a:r>
            <a:r>
              <a:rPr lang="en-US" sz="255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còn.</a:t>
            </a:r>
            <a:endParaRPr lang="en-US" sz="2550" dirty="0"/>
          </a:p>
        </p:txBody>
      </p:sp>
      <p:sp>
        <p:nvSpPr>
          <p:cNvPr id="14" name="Shape 12"/>
          <p:cNvSpPr/>
          <p:nvPr/>
        </p:nvSpPr>
        <p:spPr>
          <a:xfrm>
            <a:off x="914400" y="6572250"/>
            <a:ext cx="11430000" cy="990600"/>
          </a:xfrm>
          <a:prstGeom prst="roundRect">
            <a:avLst>
              <a:gd name="adj" fmla="val 21154"/>
            </a:avLst>
          </a:prstGeom>
          <a:solidFill>
            <a:srgbClr val="FBF8F2"/>
          </a:solidFill>
          <a:ln w="19050">
            <a:solidFill>
              <a:srgbClr val="DDD5C1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1295400" y="6838950"/>
            <a:ext cx="6096000" cy="476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550" b="1" dirty="0" spc="-8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Migration</a:t>
            </a:r>
            <a:endParaRPr lang="en-US" sz="2550" dirty="0"/>
          </a:p>
        </p:txBody>
      </p:sp>
      <p:sp>
        <p:nvSpPr>
          <p:cNvPr id="16" name="Text 14"/>
          <p:cNvSpPr/>
          <p:nvPr/>
        </p:nvSpPr>
        <p:spPr>
          <a:xfrm>
            <a:off x="7810500" y="6838950"/>
            <a:ext cx="4191000" cy="476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550" dirty="0" spc="-38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Vẫn</a:t>
            </a:r>
            <a:r>
              <a:rPr lang="en-US" sz="255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còn.</a:t>
            </a:r>
            <a:endParaRPr lang="en-US" sz="2550" dirty="0"/>
          </a:p>
        </p:txBody>
      </p:sp>
      <p:sp>
        <p:nvSpPr>
          <p:cNvPr id="17" name="Shape 15"/>
          <p:cNvSpPr/>
          <p:nvPr/>
        </p:nvSpPr>
        <p:spPr>
          <a:xfrm>
            <a:off x="12801600" y="3143250"/>
            <a:ext cx="4572000" cy="4419600"/>
          </a:xfrm>
          <a:prstGeom prst="roundRect">
            <a:avLst>
              <a:gd name="adj" fmla="val 6034"/>
            </a:avLst>
          </a:prstGeom>
          <a:solidFill>
            <a:srgbClr val="14161C"/>
          </a:solidFill>
          <a:ln/>
        </p:spPr>
      </p:sp>
      <p:sp>
        <p:nvSpPr>
          <p:cNvPr id="18" name="Text 16"/>
          <p:cNvSpPr/>
          <p:nvPr/>
        </p:nvSpPr>
        <p:spPr>
          <a:xfrm>
            <a:off x="13239750" y="3524250"/>
            <a:ext cx="381000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7200" dirty="0" spc="-3" kern="0">
                <a:solidFill>
                  <a:srgbClr val="FF6A4D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Không.</a:t>
            </a:r>
            <a:endParaRPr lang="en-US" sz="7200" dirty="0"/>
          </a:p>
        </p:txBody>
      </p:sp>
      <p:sp>
        <p:nvSpPr>
          <p:cNvPr id="19" name="Text 17"/>
          <p:cNvSpPr/>
          <p:nvPr/>
        </p:nvSpPr>
        <p:spPr>
          <a:xfrm>
            <a:off x="13239750" y="4953000"/>
            <a:ext cx="3810000" cy="2286000"/>
          </a:xfrm>
          <a:prstGeom prst="rect">
            <a:avLst/>
          </a:prstGeom>
          <a:noFill/>
          <a:ln/>
        </p:spPr>
        <p:txBody>
          <a:bodyPr wrap="square" lIns="0" tIns="5667" rIns="0" bIns="-5667" rtlCol="0" anchor="t"/>
          <a:lstStyle/>
          <a:p>
            <a:pPr algn="l" indent="0" marL="0">
              <a:lnSpc>
                <a:spcPts val="3570"/>
              </a:lnSpc>
              <a:buNone/>
            </a:pPr>
            <a:r>
              <a:rPr lang="en-US" sz="2550" dirty="0" spc="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Muốn</a:t>
            </a:r>
            <a:r>
              <a:rPr lang="en-US" sz="2550" dirty="0" spc="-18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về</a:t>
            </a:r>
            <a:r>
              <a:rPr lang="en-US" sz="2550" dirty="0" spc="-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như</a:t>
            </a:r>
            <a:r>
              <a:rPr lang="en-US" sz="2550" dirty="0" spc="4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trước,</a:t>
            </a:r>
            <a:r>
              <a:rPr lang="en-US" sz="2550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rút lại</a:t>
            </a:r>
            <a:r>
              <a:rPr lang="en-US" sz="2550" dirty="0" spc="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cả</a:t>
            </a:r>
            <a:r>
              <a:rPr lang="en-US" sz="2550" dirty="0" spc="9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triển</a:t>
            </a:r>
            <a:r>
              <a:rPr lang="en-US" sz="2550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khai.</a:t>
            </a:r>
            <a:endParaRPr lang="en-US" sz="2550" dirty="0"/>
          </a:p>
        </p:txBody>
      </p:sp>
      <p:sp>
        <p:nvSpPr>
          <p:cNvPr id="20" name="Shape 18"/>
          <p:cNvSpPr/>
          <p:nvPr/>
        </p:nvSpPr>
        <p:spPr>
          <a:xfrm>
            <a:off x="914400" y="9391650"/>
            <a:ext cx="171450" cy="1714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1200150" y="9391650"/>
            <a:ext cx="171450" cy="1714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1485900" y="9391650"/>
            <a:ext cx="171450" cy="1714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1771650" y="9391650"/>
            <a:ext cx="171450" cy="1714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2057400" y="9391650"/>
            <a:ext cx="171450" cy="1714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343150" y="9391650"/>
            <a:ext cx="171450" cy="1714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2628900" y="9391650"/>
            <a:ext cx="171450" cy="1714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2914650" y="9391650"/>
            <a:ext cx="171450" cy="171450"/>
          </a:xfrm>
          <a:prstGeom prst="ellipse">
            <a:avLst/>
          </a:prstGeom>
          <a:solidFill>
            <a:srgbClr val="E8472B"/>
          </a:solidFill>
          <a:ln w="19050">
            <a:solidFill>
              <a:srgbClr val="E8472B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3200400" y="9391650"/>
            <a:ext cx="171450" cy="171450"/>
          </a:xfrm>
          <a:prstGeom prst="ellipse">
            <a:avLst/>
          </a:prstGeom>
          <a:noFill/>
          <a:ln w="19050">
            <a:solidFill>
              <a:srgbClr val="6B6A66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3486150" y="9391650"/>
            <a:ext cx="171450" cy="171450"/>
          </a:xfrm>
          <a:prstGeom prst="ellipse">
            <a:avLst/>
          </a:prstGeom>
          <a:noFill/>
          <a:ln w="19050">
            <a:solidFill>
              <a:srgbClr val="6B6A66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914400" y="9677400"/>
            <a:ext cx="85725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dirty="0" spc="-13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800" dirty="0" spc="-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800" dirty="0" spc="4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800" dirty="0" spc="-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80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</a:t>
            </a:r>
            <a:r>
              <a:rPr lang="en-US" sz="1800" dirty="0" spc="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15</a:t>
            </a:r>
            <a:r>
              <a:rPr lang="en-US" sz="1800" dirty="0" spc="-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800" dirty="0" spc="4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08/10</a:t>
            </a:r>
            <a:endParaRPr lang="en-US" sz="1800" dirty="0"/>
          </a:p>
        </p:txBody>
      </p:sp>
      <p:sp>
        <p:nvSpPr>
          <p:cNvPr id="31" name="Shape 29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32" name="Moda image moda-export-watermark-1b80bc50-11cb-4a3d-86ea-bdde1c91ad0f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14161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876300"/>
            <a:ext cx="114300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299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XEM</a:t>
            </a:r>
            <a:r>
              <a:rPr lang="en-US" sz="1950" b="1" spc="287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SÂU</a:t>
            </a:r>
            <a:r>
              <a:rPr lang="en-US" sz="1950" b="1" spc="300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HƠN</a:t>
            </a:r>
            <a:endParaRPr lang="en-US" sz="1950" dirty="0"/>
          </a:p>
        </p:txBody>
      </p:sp>
      <p:sp>
        <p:nvSpPr>
          <p:cNvPr id="3" name="Text 1"/>
          <p:cNvSpPr/>
          <p:nvPr/>
        </p:nvSpPr>
        <p:spPr>
          <a:xfrm>
            <a:off x="914400" y="1295400"/>
            <a:ext cx="16459200" cy="1085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6900" dirty="0" spc="-2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Năm</a:t>
            </a:r>
            <a:r>
              <a:rPr lang="en-US" sz="6900" dirty="0" spc="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thói</a:t>
            </a:r>
            <a:r>
              <a:rPr lang="en-US" sz="6900" dirty="0" spc="6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quen</a:t>
            </a:r>
            <a:r>
              <a:rPr lang="en-US" sz="6900" dirty="0" spc="0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khi</a:t>
            </a:r>
            <a:r>
              <a:rPr lang="en-US" sz="6900" dirty="0" spc="2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dùng</a:t>
            </a:r>
            <a:r>
              <a:rPr lang="en-US" sz="6900" dirty="0" spc="-2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cờ</a:t>
            </a:r>
            <a:endParaRPr lang="en-US" sz="6900" dirty="0"/>
          </a:p>
        </p:txBody>
      </p:sp>
      <p:sp>
        <p:nvSpPr>
          <p:cNvPr id="4" name="Shape 2"/>
          <p:cNvSpPr/>
          <p:nvPr/>
        </p:nvSpPr>
        <p:spPr>
          <a:xfrm>
            <a:off x="914400" y="2667000"/>
            <a:ext cx="5229225" cy="2857500"/>
          </a:xfrm>
          <a:prstGeom prst="roundRect">
            <a:avLst>
              <a:gd name="adj" fmla="val 9333"/>
            </a:avLst>
          </a:prstGeom>
          <a:solidFill>
            <a:srgbClr val="1E212B"/>
          </a:solidFill>
          <a:ln w="28575">
            <a:solidFill>
              <a:srgbClr val="FF6A4D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1295400" y="3009900"/>
            <a:ext cx="4467225" cy="476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550" b="1" dirty="0" spc="2" kern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Cờ</a:t>
            </a:r>
            <a:r>
              <a:rPr lang="en-US" sz="2550" b="1" dirty="0" spc="-7" kern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tắt</a:t>
            </a:r>
            <a:r>
              <a:rPr lang="en-US" sz="2550" b="1" dirty="0" spc="0" kern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mặc</a:t>
            </a:r>
            <a:r>
              <a:rPr lang="en-US" sz="2550" b="1" dirty="0" spc="12" kern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định</a:t>
            </a:r>
            <a:endParaRPr lang="en-US" sz="2550" dirty="0"/>
          </a:p>
        </p:txBody>
      </p:sp>
      <p:sp>
        <p:nvSpPr>
          <p:cNvPr id="6" name="Text 4"/>
          <p:cNvSpPr/>
          <p:nvPr/>
        </p:nvSpPr>
        <p:spPr>
          <a:xfrm>
            <a:off x="1295400" y="3695700"/>
            <a:ext cx="4467225" cy="1619250"/>
          </a:xfrm>
          <a:prstGeom prst="rect">
            <a:avLst/>
          </a:prstGeom>
          <a:noFill/>
          <a:ln/>
        </p:spPr>
        <p:txBody>
          <a:bodyPr wrap="square" lIns="0" tIns="5667" rIns="0" bIns="-5667" rtlCol="0" anchor="t"/>
          <a:lstStyle/>
          <a:p>
            <a:pPr algn="l" indent="0" marL="0">
              <a:lnSpc>
                <a:spcPts val="3570"/>
              </a:lnSpc>
              <a:buNone/>
            </a:pPr>
            <a:r>
              <a:rPr lang="en-US" sz="2550" dirty="0" spc="-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Giá</a:t>
            </a:r>
            <a:r>
              <a:rPr lang="en-US" sz="2550" dirty="0" spc="14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trị</a:t>
            </a:r>
            <a:r>
              <a:rPr lang="en-US" sz="2550" dirty="0" spc="-2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dự</a:t>
            </a:r>
            <a:r>
              <a:rPr lang="en-US" sz="2550" dirty="0" spc="0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phòng</a:t>
            </a:r>
            <a:r>
              <a:rPr lang="en-US" sz="2550" dirty="0" spc="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là</a:t>
            </a:r>
            <a:r>
              <a:rPr lang="en-US" sz="2550" dirty="0" spc="0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hành</a:t>
            </a:r>
            <a:r>
              <a:rPr lang="en-US" sz="2550" dirty="0" spc="-4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vi</a:t>
            </a:r>
            <a:r>
              <a:rPr lang="en-US" sz="2550" dirty="0" spc="0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cũ.</a:t>
            </a:r>
            <a:endParaRPr lang="en-US" sz="2550" dirty="0"/>
          </a:p>
        </p:txBody>
      </p:sp>
      <p:sp>
        <p:nvSpPr>
          <p:cNvPr id="7" name="Shape 5"/>
          <p:cNvSpPr/>
          <p:nvPr/>
        </p:nvSpPr>
        <p:spPr>
          <a:xfrm>
            <a:off x="6524625" y="2667000"/>
            <a:ext cx="5229225" cy="2857500"/>
          </a:xfrm>
          <a:prstGeom prst="roundRect">
            <a:avLst>
              <a:gd name="adj" fmla="val 9333"/>
            </a:avLst>
          </a:prstGeom>
          <a:solidFill>
            <a:srgbClr val="1E212B"/>
          </a:solidFill>
          <a:ln w="28575">
            <a:solidFill>
              <a:srgbClr val="7C93FF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6905625" y="3009900"/>
            <a:ext cx="4467225" cy="476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550" b="1" dirty="0" spc="-8" kern="0">
                <a:solidFill>
                  <a:srgbClr val="7C93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Nhóm</a:t>
            </a:r>
            <a:r>
              <a:rPr lang="en-US" sz="2550" b="1" dirty="0" spc="-3" kern="0">
                <a:solidFill>
                  <a:srgbClr val="7C93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cố</a:t>
            </a:r>
            <a:r>
              <a:rPr lang="en-US" sz="2550" b="1" dirty="0" spc="12" kern="0">
                <a:solidFill>
                  <a:srgbClr val="7C93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định</a:t>
            </a:r>
            <a:endParaRPr lang="en-US" sz="2550" dirty="0"/>
          </a:p>
        </p:txBody>
      </p:sp>
      <p:sp>
        <p:nvSpPr>
          <p:cNvPr id="9" name="Text 7"/>
          <p:cNvSpPr/>
          <p:nvPr/>
        </p:nvSpPr>
        <p:spPr>
          <a:xfrm>
            <a:off x="6905625" y="3695700"/>
            <a:ext cx="4467225" cy="1619250"/>
          </a:xfrm>
          <a:prstGeom prst="rect">
            <a:avLst/>
          </a:prstGeom>
          <a:noFill/>
          <a:ln/>
        </p:spPr>
        <p:txBody>
          <a:bodyPr wrap="square" lIns="0" tIns="5667" rIns="0" bIns="-5667" rtlCol="0" anchor="t"/>
          <a:lstStyle/>
          <a:p>
            <a:pPr algn="l" indent="0" marL="0">
              <a:lnSpc>
                <a:spcPts val="3570"/>
              </a:lnSpc>
              <a:buNone/>
            </a:pPr>
            <a:r>
              <a:rPr lang="en-US" sz="2550" dirty="0" spc="0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Chọn</a:t>
            </a:r>
            <a:r>
              <a:rPr lang="en-US" sz="2550" dirty="0" spc="-2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theo băm</a:t>
            </a:r>
            <a:r>
              <a:rPr lang="en-US" sz="2550" dirty="0" spc="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mã</a:t>
            </a:r>
            <a:r>
              <a:rPr lang="en-US" sz="2550" dirty="0" spc="2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định</a:t>
            </a:r>
            <a:r>
              <a:rPr lang="en-US" sz="2550" dirty="0" spc="-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danh</a:t>
            </a:r>
            <a:r>
              <a:rPr lang="en-US" sz="2550" dirty="0" spc="5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người</a:t>
            </a:r>
            <a:r>
              <a:rPr lang="en-US" sz="2550" dirty="0" spc="0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dùng.</a:t>
            </a:r>
            <a:endParaRPr lang="en-US" sz="2550" dirty="0"/>
          </a:p>
        </p:txBody>
      </p:sp>
      <p:sp>
        <p:nvSpPr>
          <p:cNvPr id="10" name="Shape 8"/>
          <p:cNvSpPr/>
          <p:nvPr/>
        </p:nvSpPr>
        <p:spPr>
          <a:xfrm>
            <a:off x="12134850" y="2667000"/>
            <a:ext cx="5229225" cy="2857500"/>
          </a:xfrm>
          <a:prstGeom prst="roundRect">
            <a:avLst>
              <a:gd name="adj" fmla="val 9333"/>
            </a:avLst>
          </a:prstGeom>
          <a:solidFill>
            <a:srgbClr val="1E212B"/>
          </a:solidFill>
          <a:ln w="28575">
            <a:solidFill>
              <a:srgbClr val="FF6A4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12515850" y="3009900"/>
            <a:ext cx="4467225" cy="476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550" b="1" dirty="0" spc="1" kern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Hai</a:t>
            </a:r>
            <a:r>
              <a:rPr lang="en-US" sz="2550" b="1" dirty="0" spc="-1" kern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nhánh</a:t>
            </a:r>
            <a:endParaRPr lang="en-US" sz="2550" dirty="0"/>
          </a:p>
        </p:txBody>
      </p:sp>
      <p:sp>
        <p:nvSpPr>
          <p:cNvPr id="12" name="Text 10"/>
          <p:cNvSpPr/>
          <p:nvPr/>
        </p:nvSpPr>
        <p:spPr>
          <a:xfrm>
            <a:off x="12515850" y="3695700"/>
            <a:ext cx="4467225" cy="1619250"/>
          </a:xfrm>
          <a:prstGeom prst="rect">
            <a:avLst/>
          </a:prstGeom>
          <a:noFill/>
          <a:ln/>
        </p:spPr>
        <p:txBody>
          <a:bodyPr wrap="square" lIns="0" tIns="5667" rIns="0" bIns="-5667" rtlCol="0" anchor="t"/>
          <a:lstStyle/>
          <a:p>
            <a:pPr algn="l" indent="0" marL="0">
              <a:lnSpc>
                <a:spcPts val="3570"/>
              </a:lnSpc>
              <a:buNone/>
            </a:pPr>
            <a:r>
              <a:rPr lang="en-US" sz="2550" dirty="0" spc="-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Kiểm thử</a:t>
            </a:r>
            <a:r>
              <a:rPr lang="en-US" sz="2550" dirty="0" spc="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cả</a:t>
            </a:r>
            <a:r>
              <a:rPr lang="en-US" sz="2550" dirty="0" spc="0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cờ</a:t>
            </a:r>
            <a:r>
              <a:rPr lang="en-US" sz="2550" dirty="0" spc="-14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bật</a:t>
            </a:r>
            <a:r>
              <a:rPr lang="en-US" sz="2550" dirty="0" spc="-19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</a:t>
            </a:r>
            <a:r>
              <a:rPr lang="en-US" sz="2550" dirty="0" spc="0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cờ</a:t>
            </a:r>
            <a:r>
              <a:rPr lang="en-US" sz="2550" dirty="0" spc="-18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tắt.</a:t>
            </a:r>
            <a:endParaRPr lang="en-US" sz="2550" dirty="0"/>
          </a:p>
        </p:txBody>
      </p:sp>
      <p:sp>
        <p:nvSpPr>
          <p:cNvPr id="13" name="Shape 11"/>
          <p:cNvSpPr/>
          <p:nvPr/>
        </p:nvSpPr>
        <p:spPr>
          <a:xfrm>
            <a:off x="914400" y="5810250"/>
            <a:ext cx="8001000" cy="2857500"/>
          </a:xfrm>
          <a:prstGeom prst="roundRect">
            <a:avLst>
              <a:gd name="adj" fmla="val 9333"/>
            </a:avLst>
          </a:prstGeom>
          <a:solidFill>
            <a:srgbClr val="1E212B"/>
          </a:solidFill>
          <a:ln w="28575">
            <a:solidFill>
              <a:srgbClr val="FFB454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1295400" y="6153150"/>
            <a:ext cx="7239000" cy="476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550" b="1" dirty="0" spc="-16" kern="0">
                <a:solidFill>
                  <a:srgbClr val="FFB45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Loại</a:t>
            </a:r>
            <a:r>
              <a:rPr lang="en-US" sz="2550" b="1" dirty="0" spc="-3" kern="0">
                <a:solidFill>
                  <a:srgbClr val="FFB45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cờ</a:t>
            </a:r>
            <a:endParaRPr lang="en-US" sz="2550" dirty="0"/>
          </a:p>
        </p:txBody>
      </p:sp>
      <p:sp>
        <p:nvSpPr>
          <p:cNvPr id="15" name="Text 13"/>
          <p:cNvSpPr/>
          <p:nvPr/>
        </p:nvSpPr>
        <p:spPr>
          <a:xfrm>
            <a:off x="1295400" y="6838950"/>
            <a:ext cx="7239000" cy="1619250"/>
          </a:xfrm>
          <a:prstGeom prst="rect">
            <a:avLst/>
          </a:prstGeom>
          <a:noFill/>
          <a:ln/>
        </p:spPr>
        <p:txBody>
          <a:bodyPr wrap="square" lIns="0" tIns="5667" rIns="0" bIns="-5667" rtlCol="0" anchor="t"/>
          <a:lstStyle/>
          <a:p>
            <a:pPr algn="l" indent="0" marL="0">
              <a:lnSpc>
                <a:spcPts val="3570"/>
              </a:lnSpc>
              <a:buNone/>
            </a:pPr>
            <a:r>
              <a:rPr lang="en-US" sz="2550" dirty="0" spc="-10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Phát</a:t>
            </a:r>
            <a:r>
              <a:rPr lang="en-US" sz="2550" dirty="0" spc="0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hành</a:t>
            </a:r>
            <a:r>
              <a:rPr lang="en-US" sz="2550" dirty="0" spc="-10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ngắn</a:t>
            </a:r>
            <a:r>
              <a:rPr lang="en-US" sz="2550" dirty="0" spc="-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hạn;</a:t>
            </a:r>
            <a:r>
              <a:rPr lang="en-US" sz="2550" dirty="0" spc="-14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vận</a:t>
            </a:r>
            <a:r>
              <a:rPr lang="en-US" sz="2550" dirty="0" spc="0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hành</a:t>
            </a:r>
            <a:r>
              <a:rPr lang="en-US" sz="2550" dirty="0" spc="-6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sống</a:t>
            </a:r>
            <a:r>
              <a:rPr lang="en-US" sz="2550" dirty="0" spc="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lâu</a:t>
            </a:r>
            <a:r>
              <a:rPr lang="en-US" sz="2550" dirty="0" spc="0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hơn.</a:t>
            </a:r>
            <a:endParaRPr lang="en-US" sz="2550" dirty="0"/>
          </a:p>
        </p:txBody>
      </p:sp>
      <p:sp>
        <p:nvSpPr>
          <p:cNvPr id="16" name="Shape 14"/>
          <p:cNvSpPr/>
          <p:nvPr/>
        </p:nvSpPr>
        <p:spPr>
          <a:xfrm>
            <a:off x="9372600" y="5810250"/>
            <a:ext cx="8001000" cy="2857500"/>
          </a:xfrm>
          <a:prstGeom prst="roundRect">
            <a:avLst>
              <a:gd name="adj" fmla="val 9333"/>
            </a:avLst>
          </a:prstGeom>
          <a:solidFill>
            <a:srgbClr val="1E212B"/>
          </a:solidFill>
          <a:ln w="28575">
            <a:solidFill>
              <a:srgbClr val="3DD6A0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9753600" y="6153150"/>
            <a:ext cx="7239000" cy="476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550" b="1" dirty="0" spc="-3" kern="0">
                <a:solidFill>
                  <a:srgbClr val="3DD6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Dọn cờ</a:t>
            </a:r>
            <a:endParaRPr lang="en-US" sz="2550" dirty="0"/>
          </a:p>
        </p:txBody>
      </p:sp>
      <p:sp>
        <p:nvSpPr>
          <p:cNvPr id="18" name="Text 16"/>
          <p:cNvSpPr/>
          <p:nvPr/>
        </p:nvSpPr>
        <p:spPr>
          <a:xfrm>
            <a:off x="9753600" y="6838950"/>
            <a:ext cx="7239000" cy="1619250"/>
          </a:xfrm>
          <a:prstGeom prst="rect">
            <a:avLst/>
          </a:prstGeom>
          <a:noFill/>
          <a:ln/>
        </p:spPr>
        <p:txBody>
          <a:bodyPr wrap="square" lIns="0" tIns="5667" rIns="0" bIns="-5667" rtlCol="0" anchor="t"/>
          <a:lstStyle/>
          <a:p>
            <a:pPr algn="l" indent="0" marL="0">
              <a:lnSpc>
                <a:spcPts val="3570"/>
              </a:lnSpc>
              <a:buNone/>
            </a:pPr>
            <a:r>
              <a:rPr lang="en-US" sz="2550" dirty="0" spc="7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Người</a:t>
            </a:r>
            <a:r>
              <a:rPr lang="en-US" sz="2550" dirty="0" spc="2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chịu</a:t>
            </a:r>
            <a:r>
              <a:rPr lang="en-US" sz="2550" dirty="0" spc="-16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trách</a:t>
            </a:r>
            <a:r>
              <a:rPr lang="en-US" sz="2550" dirty="0" spc="0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nhiệm</a:t>
            </a:r>
            <a:r>
              <a:rPr lang="en-US" sz="2550" dirty="0" spc="-19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</a:t>
            </a:r>
            <a:r>
              <a:rPr lang="en-US" sz="2550" dirty="0" spc="0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hạn</a:t>
            </a:r>
            <a:r>
              <a:rPr lang="en-US" sz="2550" dirty="0" spc="-23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xóa</a:t>
            </a:r>
            <a:r>
              <a:rPr lang="en-US" sz="2550" dirty="0" spc="0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từ</a:t>
            </a:r>
            <a:r>
              <a:rPr lang="en-US" sz="2550" dirty="0" spc="13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đầu.</a:t>
            </a:r>
            <a:endParaRPr lang="en-US" sz="2550" dirty="0"/>
          </a:p>
        </p:txBody>
      </p:sp>
      <p:sp>
        <p:nvSpPr>
          <p:cNvPr id="19" name="Shape 17"/>
          <p:cNvSpPr/>
          <p:nvPr/>
        </p:nvSpPr>
        <p:spPr>
          <a:xfrm>
            <a:off x="914400" y="9391650"/>
            <a:ext cx="171450" cy="1714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1200150" y="9391650"/>
            <a:ext cx="171450" cy="1714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1485900" y="9391650"/>
            <a:ext cx="171450" cy="1714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1771650" y="9391650"/>
            <a:ext cx="171450" cy="1714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2057400" y="9391650"/>
            <a:ext cx="171450" cy="1714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2343150" y="9391650"/>
            <a:ext cx="171450" cy="1714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628900" y="9391650"/>
            <a:ext cx="171450" cy="1714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2914650" y="9391650"/>
            <a:ext cx="171450" cy="1714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3200400" y="9391650"/>
            <a:ext cx="171450" cy="171450"/>
          </a:xfrm>
          <a:prstGeom prst="ellipse">
            <a:avLst/>
          </a:prstGeom>
          <a:solidFill>
            <a:srgbClr val="FF6A4D"/>
          </a:solidFill>
          <a:ln w="19050">
            <a:solidFill>
              <a:srgbClr val="FF6A4D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3486150" y="9391650"/>
            <a:ext cx="171450" cy="171450"/>
          </a:xfrm>
          <a:prstGeom prst="ellipse">
            <a:avLst/>
          </a:prstGeom>
          <a:noFill/>
          <a:ln w="19050">
            <a:solidFill>
              <a:srgbClr val="9AA0B5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914400" y="9677400"/>
            <a:ext cx="85725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dirty="0" spc="-13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800" dirty="0" spc="-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800" dirty="0" spc="4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800" dirty="0" spc="-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800" dirty="0" spc="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</a:t>
            </a:r>
            <a:r>
              <a:rPr lang="en-US" sz="1800" dirty="0" spc="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15</a:t>
            </a:r>
            <a:r>
              <a:rPr lang="en-US" sz="1800" dirty="0" spc="-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800" dirty="0" spc="3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09/10</a:t>
            </a:r>
            <a:endParaRPr lang="en-US" sz="1800" dirty="0"/>
          </a:p>
        </p:txBody>
      </p:sp>
      <p:sp>
        <p:nvSpPr>
          <p:cNvPr id="30" name="Shape 28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31" name="Moda image moda-export-watermark-6809c8df-2f78-4d1b-9200-b687197c764c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14161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876300"/>
            <a:ext cx="114300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301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NGUỒN</a:t>
            </a:r>
            <a:endParaRPr lang="en-US" sz="1950" dirty="0"/>
          </a:p>
        </p:txBody>
      </p:sp>
      <p:sp>
        <p:nvSpPr>
          <p:cNvPr id="3" name="Text 1"/>
          <p:cNvSpPr/>
          <p:nvPr/>
        </p:nvSpPr>
        <p:spPr>
          <a:xfrm>
            <a:off x="914400" y="1295400"/>
            <a:ext cx="16192500" cy="1085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6900" dirty="0" spc="-83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Tra</a:t>
            </a:r>
            <a:r>
              <a:rPr lang="en-US" sz="6900" dirty="0" spc="0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lại</a:t>
            </a:r>
            <a:r>
              <a:rPr lang="en-US" sz="6900" dirty="0" spc="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khi</a:t>
            </a:r>
            <a:r>
              <a:rPr lang="en-US" sz="6900" dirty="0" spc="-2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cần</a:t>
            </a:r>
            <a:endParaRPr lang="en-US" sz="6900" dirty="0"/>
          </a:p>
        </p:txBody>
      </p:sp>
      <p:graphicFrame>
        <p:nvGraphicFramePr>
          <p:cNvPr id="1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914400" y="2762250"/>
          <a:ext cx="13716000" cy="914400"/>
        </p:xfrm>
        <a:graphic>
          <a:graphicData uri="http://schemas.openxmlformats.org/drawingml/2006/table">
            <a:tbl>
              <a:tblPr/>
              <a:tblGrid>
                <a:gridCol w="3621024"/>
                <a:gridCol w="12838176"/>
              </a:tblGrid>
              <a:tr h="1047750"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2880"/>
                        </a:lnSpc>
                        <a:buNone/>
                      </a:pPr>
                      <a:r>
                        <a:rPr lang="en-US" sz="2400" b="1" dirty="0" spc="3" kern="0">
                          <a:solidFill>
                            <a:srgbClr val="F3EEE3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Mục</a:t>
                      </a:r>
                      <a:endParaRPr lang="en-US" sz="1200" dirty="0"/>
                    </a:p>
                  </a:txBody>
                  <a:tcPr marL="304800" marR="304800" marT="304800" marB="304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2A2E3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2880"/>
                        </a:lnSpc>
                        <a:buNone/>
                      </a:pPr>
                      <a:r>
                        <a:rPr lang="en-US" sz="2400" b="1" dirty="0" spc="-5" kern="0">
                          <a:solidFill>
                            <a:srgbClr val="F3EEE3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Nội</a:t>
                      </a:r>
                      <a:r>
                        <a:rPr lang="en-US" sz="2400" b="1" dirty="0" spc="-4" kern="0">
                          <a:solidFill>
                            <a:srgbClr val="F3EEE3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dung</a:t>
                      </a:r>
                      <a:endParaRPr lang="en-US" sz="1200" dirty="0"/>
                    </a:p>
                  </a:txBody>
                  <a:tcPr marL="304800" marR="304800" marT="304800" marB="304800" anchor="ctr">
                    <a:lnL w="19050" cap="flat" cmpd="sng" algn="ctr">
                      <a:solidFill>
                        <a:srgbClr val="3A3F4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2A2E3A"/>
                    </a:solidFill>
                  </a:tcPr>
                </a:tc>
              </a:tr>
              <a:tr h="1047750"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2880"/>
                        </a:lnSpc>
                        <a:buNone/>
                      </a:pPr>
                      <a:r>
                        <a:rPr lang="en-US" sz="2400" dirty="0" spc="-10" kern="0">
                          <a:solidFill>
                            <a:srgbClr val="F3EEE3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Thuật</a:t>
                      </a:r>
                      <a:r>
                        <a:rPr lang="en-US" sz="2400" dirty="0" spc="4" kern="0">
                          <a:solidFill>
                            <a:srgbClr val="F3EEE3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ngữ</a:t>
                      </a:r>
                      <a:endParaRPr lang="en-US" sz="1200" dirty="0"/>
                    </a:p>
                  </a:txBody>
                  <a:tcPr marL="304800" marR="304800" marT="304800" marB="304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9050" cap="flat" cmpd="sng" algn="ctr">
                      <a:solidFill>
                        <a:srgbClr val="3A3F4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  <a:solidFill>
                      <a:srgbClr val="1E212B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2880"/>
                        </a:lnSpc>
                        <a:buNone/>
                      </a:pPr>
                      <a:r>
                        <a:rPr lang="en-US" sz="2400" dirty="0" spc="2" kern="0">
                          <a:solidFill>
                            <a:srgbClr val="F3EEE3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Bài</a:t>
                      </a:r>
                      <a:r>
                        <a:rPr lang="en-US" sz="2400" dirty="0" spc="-7" kern="0">
                          <a:solidFill>
                            <a:srgbClr val="F3EEE3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này</a:t>
                      </a:r>
                      <a:r>
                        <a:rPr lang="en-US" sz="2400" dirty="0" spc="0" kern="0">
                          <a:solidFill>
                            <a:srgbClr val="F3EEE3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không</a:t>
                      </a:r>
                      <a:r>
                        <a:rPr lang="en-US" sz="2400" dirty="0" spc="1" kern="0">
                          <a:solidFill>
                            <a:srgbClr val="F3EEE3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có</a:t>
                      </a:r>
                      <a:r>
                        <a:rPr lang="en-US" sz="2400" dirty="0" spc="3" kern="0">
                          <a:solidFill>
                            <a:srgbClr val="F3EEE3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từ</a:t>
                      </a:r>
                      <a:r>
                        <a:rPr lang="en-US" sz="2400" dirty="0" spc="-6" kern="0">
                          <a:solidFill>
                            <a:srgbClr val="F3EEE3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viết</a:t>
                      </a:r>
                      <a:r>
                        <a:rPr lang="en-US" sz="2400" dirty="0" spc="-21" kern="0">
                          <a:solidFill>
                            <a:srgbClr val="F3EEE3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tắt</a:t>
                      </a:r>
                      <a:r>
                        <a:rPr lang="en-US" sz="2400" dirty="0" spc="1" kern="0">
                          <a:solidFill>
                            <a:srgbClr val="F3EEE3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cần giải</a:t>
                      </a:r>
                      <a:r>
                        <a:rPr lang="en-US" sz="2400" dirty="0" spc="0" kern="0">
                          <a:solidFill>
                            <a:srgbClr val="F3EEE3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thích</a:t>
                      </a:r>
                      <a:endParaRPr lang="en-US" sz="1200" dirty="0"/>
                    </a:p>
                  </a:txBody>
                  <a:tcPr marL="304800" marR="304800" marT="304800" marB="304800" anchor="ctr">
                    <a:lnL w="19050" cap="flat" cmpd="sng" algn="ctr">
                      <a:solidFill>
                        <a:srgbClr val="3A3F4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noFill/>
                    </a:lnR>
                    <a:lnT w="19050" cap="flat" cmpd="sng" algn="ctr">
                      <a:solidFill>
                        <a:srgbClr val="3A3F4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  <a:solidFill>
                      <a:srgbClr val="1E212B"/>
                    </a:solidFill>
                  </a:tcPr>
                </a:tc>
              </a:tr>
              <a:tr h="1047750"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2880"/>
                        </a:lnSpc>
                        <a:buNone/>
                      </a:pPr>
                      <a:r>
                        <a:rPr lang="en-US" sz="2400" dirty="0" kern="0">
                          <a:solidFill>
                            <a:srgbClr val="F3EEE3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Nguồn</a:t>
                      </a:r>
                      <a:endParaRPr lang="en-US" sz="1200" dirty="0"/>
                    </a:p>
                  </a:txBody>
                  <a:tcPr marL="304800" marR="304800" marT="304800" marB="304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9050" cap="flat" cmpd="sng" algn="ctr">
                      <a:solidFill>
                        <a:srgbClr val="3A3F4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  <a:solidFill>
                      <a:srgbClr val="1E212B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2880"/>
                        </a:lnSpc>
                        <a:buNone/>
                      </a:pPr>
                      <a:r>
                        <a:rPr lang="en-US" sz="2400" dirty="0" spc="-3" kern="0">
                          <a:solidFill>
                            <a:srgbClr val="F3EEE3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ByteByteGo</a:t>
                      </a:r>
                      <a:r>
                        <a:rPr lang="en-US" sz="2400" dirty="0" spc="-10" kern="0">
                          <a:solidFill>
                            <a:srgbClr val="F3EEE3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tại</a:t>
                      </a:r>
                      <a:r>
                        <a:rPr lang="en-US" sz="2400" dirty="0" spc="-3" kern="0">
                          <a:solidFill>
                            <a:srgbClr val="F3EEE3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snapshot</a:t>
                      </a:r>
                      <a:r>
                        <a:rPr lang="en-US" sz="2400" dirty="0" spc="1" kern="0">
                          <a:solidFill>
                            <a:srgbClr val="F3EEE3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cố</a:t>
                      </a:r>
                      <a:r>
                        <a:rPr lang="en-US" sz="2400" dirty="0" spc="20" kern="0">
                          <a:solidFill>
                            <a:srgbClr val="F3EEE3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định</a:t>
                      </a:r>
                      <a:endParaRPr lang="en-US" sz="1200" dirty="0"/>
                    </a:p>
                  </a:txBody>
                  <a:tcPr marL="304800" marR="304800" marT="304800" marB="304800" anchor="ctr">
                    <a:lnL w="19050" cap="flat" cmpd="sng" algn="ctr">
                      <a:solidFill>
                        <a:srgbClr val="3A3F4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noFill/>
                    </a:lnR>
                    <a:lnT w="19050" cap="flat" cmpd="sng" algn="ctr">
                      <a:solidFill>
                        <a:srgbClr val="3A3F4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  <a:solidFill>
                      <a:srgbClr val="1E212B"/>
                    </a:solidFill>
                  </a:tcPr>
                </a:tc>
              </a:tr>
              <a:tr h="1047750"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2880"/>
                        </a:lnSpc>
                        <a:buNone/>
                      </a:pPr>
                      <a:r>
                        <a:rPr lang="en-US" sz="2400" dirty="0" kern="0">
                          <a:solidFill>
                            <a:srgbClr val="F3EEE3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Nguồn</a:t>
                      </a:r>
                      <a:endParaRPr lang="en-US" sz="1200" dirty="0"/>
                    </a:p>
                  </a:txBody>
                  <a:tcPr marL="304800" marR="304800" marT="304800" marB="304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9050" cap="flat" cmpd="sng" algn="ctr">
                      <a:solidFill>
                        <a:srgbClr val="3A3F4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  <a:solidFill>
                      <a:srgbClr val="1E212B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2880"/>
                        </a:lnSpc>
                        <a:buNone/>
                      </a:pPr>
                      <a:r>
                        <a:rPr lang="en-US" sz="2400" dirty="0" spc="-40" kern="0">
                          <a:solidFill>
                            <a:srgbClr val="F3EEE3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Feature</a:t>
                      </a:r>
                      <a:r>
                        <a:rPr lang="en-US" sz="2400" dirty="0" spc="-33" kern="0">
                          <a:solidFill>
                            <a:srgbClr val="F3EEE3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Toggles</a:t>
                      </a:r>
                      <a:endParaRPr lang="en-US" sz="1200" dirty="0"/>
                    </a:p>
                  </a:txBody>
                  <a:tcPr marL="304800" marR="304800" marT="304800" marB="304800" anchor="ctr">
                    <a:lnL w="19050" cap="flat" cmpd="sng" algn="ctr">
                      <a:solidFill>
                        <a:srgbClr val="3A3F4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noFill/>
                    </a:lnR>
                    <a:lnT w="19050" cap="flat" cmpd="sng" algn="ctr">
                      <a:solidFill>
                        <a:srgbClr val="3A3F4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  <a:solidFill>
                      <a:srgbClr val="1E212B"/>
                    </a:solidFill>
                  </a:tcPr>
                </a:tc>
              </a:tr>
            </a:tbl>
          </a:graphicData>
        </a:graphic>
      </p:graphicFrame>
      <p:sp>
        <p:nvSpPr>
          <p:cNvPr id="5" name="Shape 2"/>
          <p:cNvSpPr/>
          <p:nvPr/>
        </p:nvSpPr>
        <p:spPr>
          <a:xfrm>
            <a:off x="914400" y="9391650"/>
            <a:ext cx="171450" cy="1714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6" name="Shape 3"/>
          <p:cNvSpPr/>
          <p:nvPr/>
        </p:nvSpPr>
        <p:spPr>
          <a:xfrm>
            <a:off x="1200150" y="9391650"/>
            <a:ext cx="171450" cy="1714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7" name="Shape 4"/>
          <p:cNvSpPr/>
          <p:nvPr/>
        </p:nvSpPr>
        <p:spPr>
          <a:xfrm>
            <a:off x="1485900" y="9391650"/>
            <a:ext cx="171450" cy="1714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8" name="Shape 5"/>
          <p:cNvSpPr/>
          <p:nvPr/>
        </p:nvSpPr>
        <p:spPr>
          <a:xfrm>
            <a:off x="1771650" y="9391650"/>
            <a:ext cx="171450" cy="1714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9" name="Shape 6"/>
          <p:cNvSpPr/>
          <p:nvPr/>
        </p:nvSpPr>
        <p:spPr>
          <a:xfrm>
            <a:off x="2057400" y="9391650"/>
            <a:ext cx="171450" cy="1714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10" name="Shape 7"/>
          <p:cNvSpPr/>
          <p:nvPr/>
        </p:nvSpPr>
        <p:spPr>
          <a:xfrm>
            <a:off x="2343150" y="9391650"/>
            <a:ext cx="171450" cy="1714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11" name="Shape 8"/>
          <p:cNvSpPr/>
          <p:nvPr/>
        </p:nvSpPr>
        <p:spPr>
          <a:xfrm>
            <a:off x="2628900" y="9391650"/>
            <a:ext cx="171450" cy="1714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12" name="Shape 9"/>
          <p:cNvSpPr/>
          <p:nvPr/>
        </p:nvSpPr>
        <p:spPr>
          <a:xfrm>
            <a:off x="2914650" y="9391650"/>
            <a:ext cx="171450" cy="1714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13" name="Shape 10"/>
          <p:cNvSpPr/>
          <p:nvPr/>
        </p:nvSpPr>
        <p:spPr>
          <a:xfrm>
            <a:off x="3200400" y="9391650"/>
            <a:ext cx="171450" cy="1714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14" name="Shape 11"/>
          <p:cNvSpPr/>
          <p:nvPr/>
        </p:nvSpPr>
        <p:spPr>
          <a:xfrm>
            <a:off x="3486150" y="9391650"/>
            <a:ext cx="171450" cy="171450"/>
          </a:xfrm>
          <a:prstGeom prst="ellipse">
            <a:avLst/>
          </a:prstGeom>
          <a:solidFill>
            <a:srgbClr val="FF6A4D"/>
          </a:solidFill>
          <a:ln w="19050">
            <a:solidFill>
              <a:srgbClr val="FF6A4D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914400" y="9677400"/>
            <a:ext cx="85725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dirty="0" spc="-13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800" dirty="0" spc="-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800" dirty="0" spc="4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800" dirty="0" spc="-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800" dirty="0" spc="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</a:t>
            </a:r>
            <a:r>
              <a:rPr lang="en-US" sz="1800" dirty="0" spc="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15</a:t>
            </a:r>
            <a:r>
              <a:rPr lang="en-US" sz="1800" dirty="0" spc="-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800" dirty="0" spc="5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10/10</a:t>
            </a:r>
            <a:endParaRPr lang="en-US" sz="1800" dirty="0"/>
          </a:p>
        </p:txBody>
      </p:sp>
      <p:sp>
        <p:nvSpPr>
          <p:cNvPr id="16" name="Shape 13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17" name="Moda image moda-export-watermark-995461e8-bb43-48cd-8d16-84d5ffec4737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2026-10-19T02:36:09Z</dcterms:created>
  <dcterms:modified xsi:type="dcterms:W3CDTF">2026-10-19T02:36:09Z</dcterms:modified>
</cp:coreProperties>
</file>