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3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3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3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700" dirty="0"/>
          </a:p>
        </p:txBody>
      </p:sp>
      <p:sp>
        <p:nvSpPr>
          <p:cNvPr id="5" name="Connector line-1792423477751-52815193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ô theo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phóng,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7C93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7C93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52ec143a-1ffa-4099-a45a-9c04fb2ca2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Vị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dẫn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b="1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8977b93-90c2-4ce5-99ee-9c17192d32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5430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5" name="Connector line-1792423481960-723298107"/>
          <p:cNvSpPr/>
          <p:nvPr/>
        </p:nvSpPr>
        <p:spPr>
          <a:xfrm>
            <a:off x="29718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6578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100" dirty="0"/>
          </a:p>
        </p:txBody>
      </p:sp>
      <p:sp>
        <p:nvSpPr>
          <p:cNvPr id="7" name="Connector line-1792423481963-422895844"/>
          <p:cNvSpPr/>
          <p:nvPr/>
        </p:nvSpPr>
        <p:spPr>
          <a:xfrm>
            <a:off x="70866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97726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2100" dirty="0"/>
          </a:p>
        </p:txBody>
      </p:sp>
      <p:sp>
        <p:nvSpPr>
          <p:cNvPr id="9" name="Connector line-1792423481966-654232286"/>
          <p:cNvSpPr/>
          <p:nvPr/>
        </p:nvSpPr>
        <p:spPr>
          <a:xfrm>
            <a:off x="112014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38874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1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100" dirty="0"/>
          </a:p>
        </p:txBody>
      </p:sp>
      <p:sp>
        <p:nvSpPr>
          <p:cNvPr id="11" name="Connector line-1792423481969-775035876"/>
          <p:cNvSpPr/>
          <p:nvPr/>
        </p:nvSpPr>
        <p:spPr>
          <a:xfrm>
            <a:off x="153162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2" name="Connector line-1792423481969-731715826"/>
          <p:cNvSpPr/>
          <p:nvPr/>
        </p:nvSpPr>
        <p:spPr>
          <a:xfrm>
            <a:off x="3028950" y="4572000"/>
            <a:ext cx="39624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67050" y="4114800"/>
            <a:ext cx="3924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1950" dirty="0"/>
          </a:p>
        </p:txBody>
      </p:sp>
      <p:sp>
        <p:nvSpPr>
          <p:cNvPr id="14" name="Connector line-1792423481972-186455615"/>
          <p:cNvSpPr/>
          <p:nvPr/>
        </p:nvSpPr>
        <p:spPr>
          <a:xfrm>
            <a:off x="3028950" y="5524500"/>
            <a:ext cx="8077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67050" y="5067300"/>
            <a:ext cx="803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950" dirty="0"/>
          </a:p>
        </p:txBody>
      </p:sp>
      <p:sp>
        <p:nvSpPr>
          <p:cNvPr id="16" name="Connector line-1792423481976-431535475"/>
          <p:cNvSpPr/>
          <p:nvPr/>
        </p:nvSpPr>
        <p:spPr>
          <a:xfrm flipH="1">
            <a:off x="3067050" y="6477000"/>
            <a:ext cx="80772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067050" y="6019800"/>
            <a:ext cx="803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1950" dirty="0"/>
          </a:p>
        </p:txBody>
      </p:sp>
      <p:sp>
        <p:nvSpPr>
          <p:cNvPr id="18" name="Connector line-1792423481979-318280758"/>
          <p:cNvSpPr/>
          <p:nvPr/>
        </p:nvSpPr>
        <p:spPr>
          <a:xfrm>
            <a:off x="3028950" y="7429500"/>
            <a:ext cx="12192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067050" y="6972300"/>
            <a:ext cx="12153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950" dirty="0"/>
          </a:p>
        </p:txBody>
      </p:sp>
      <p:sp>
        <p:nvSpPr>
          <p:cNvPr id="20" name="Connector line-1792423481981-35057581"/>
          <p:cNvSpPr/>
          <p:nvPr/>
        </p:nvSpPr>
        <p:spPr>
          <a:xfrm flipH="1">
            <a:off x="3067050" y="8382000"/>
            <a:ext cx="12192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67050" y="7924800"/>
            <a:ext cx="12153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1804954-385f-49ae-ae0a-d73acf0ca6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trí: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5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tọa</a:t>
            </a:r>
            <a:r>
              <a:rPr lang="en-US" sz="22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3a55382-da34-4d78-bde9-733ca4253f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tăng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 phóng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PHÓNG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1.048.576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381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0" y="6381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hơn</a:t>
            </a:r>
            <a:r>
              <a:rPr lang="en-US" sz="24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1,07</a:t>
            </a:r>
            <a:r>
              <a:rPr lang="en-US" sz="24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4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6b31680-761d-4120-9543-315e348b4c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180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</a:t>
            </a:r>
            <a:r>
              <a:rPr lang="en-US" sz="69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ô,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terabyte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CDN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d102e52-00b8-4db9-a5ff-1c23734dc2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800" b="1" spc="26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Tuyến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100" b="1" spc="2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100" dirty="0"/>
          </a:p>
        </p:txBody>
      </p:sp>
      <p:sp>
        <p:nvSpPr>
          <p:cNvPr id="6" name="Text richtext-1792423514951-962087401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61,65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61,67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61,68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KẸT</a:t>
            </a:r>
            <a:r>
              <a:rPr lang="en-US" sz="21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GIỮA</a:t>
            </a:r>
            <a:r>
              <a:rPr lang="en-US" sz="21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100" dirty="0"/>
          </a:p>
        </p:txBody>
      </p:sp>
      <p:sp>
        <p:nvSpPr>
          <p:cNvPr id="9" name="Text richtext-1792423514972-254435364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101,23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101,25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97,57,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0bf492b-08ba-4740-9640-53fe601331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Tuyến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km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kẹt,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12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dài: gợi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af18ba2-9a54-46c0-9c8e-5c1b68ec17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ảnh.</a:t>
            </a:r>
            <a:endParaRPr lang="en-US" sz="2100" dirty="0"/>
          </a:p>
        </p:txBody>
      </p:sp>
      <p:sp>
        <p:nvSpPr>
          <p:cNvPr id="7" name="Connector line-1792423516847-232805502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9" name="Text richtext-1792423516850-559825682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8733430-332e-4ea4-b9f6-f8c0269c31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2026-10-19T16:30:00Z</dcterms:created>
  <dcterms:modified xsi:type="dcterms:W3CDTF">2026-10-19T16:30:00Z</dcterms:modified>
</cp:coreProperties>
</file>