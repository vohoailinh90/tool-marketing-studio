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Medium"/>
      <p:regular r:id="rId20"/>
    </p:embeddedFont>
    <p:embeddedFont>
      <p:font typeface="Be Vietnam Pro SemiBold"/>
      <p:regular r:id="rId21"/>
    </p:embeddedFont>
    <p:embeddedFont>
      <p:font typeface="Be Vietnam Pro ExtraBold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525000" cy="2286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1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PAN,</a:t>
            </a:r>
            <a:r>
              <a:rPr lang="en-US" sz="8100" dirty="0" spc="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LAN,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MAN</a:t>
            </a:r>
            <a:r>
              <a:rPr lang="en-US" sz="8100" dirty="0" spc="-8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1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WAN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8572500" cy="16192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85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8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285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 phủ,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85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lớn.</a:t>
            </a:r>
            <a:endParaRPr lang="en-US" sz="2850" dirty="0"/>
          </a:p>
        </p:txBody>
      </p:sp>
      <p:sp>
        <p:nvSpPr>
          <p:cNvPr id="5" name="Connector line-1792297472898-682784367"/>
          <p:cNvSpPr/>
          <p:nvPr/>
        </p:nvSpPr>
        <p:spPr>
          <a:xfrm>
            <a:off x="914400" y="60960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438900"/>
            <a:ext cx="15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7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PAN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14400" y="701040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quanh</a:t>
            </a:r>
            <a:r>
              <a:rPr lang="en-US" sz="19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334000" y="6438900"/>
            <a:ext cx="15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LAN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5334000" y="7010400"/>
            <a:ext cx="419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195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14400" y="7677150"/>
            <a:ext cx="15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MAN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914400" y="824865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9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334000" y="7677150"/>
            <a:ext cx="15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8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WAN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5334000" y="8248650"/>
            <a:ext cx="419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9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phố,</a:t>
            </a:r>
            <a:r>
              <a:rPr lang="en-US" sz="19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quốc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14400" y="962025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1144250" y="1809750"/>
            <a:ext cx="6286500" cy="6286500"/>
          </a:xfrm>
          <a:prstGeom prst="ellipse">
            <a:avLst/>
          </a:prstGeom>
          <a:solidFill>
            <a:srgbClr val="161921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906250" y="2571750"/>
            <a:ext cx="4762500" cy="4762500"/>
          </a:xfrm>
          <a:prstGeom prst="ellipse">
            <a:avLst/>
          </a:prstGeom>
          <a:solidFill>
            <a:srgbClr val="1A1D26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668250" y="3333750"/>
            <a:ext cx="3238500" cy="32385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430250" y="4095750"/>
            <a:ext cx="1714500" cy="1714500"/>
          </a:xfrm>
          <a:prstGeom prst="ellipse">
            <a:avLst/>
          </a:prstGeom>
          <a:solidFill>
            <a:srgbClr val="252935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335000" y="203835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5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WAN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3335000" y="280035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MAN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3335000" y="356235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LAN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3335000" y="47625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-5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PAN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11144250" y="8382000"/>
            <a:ext cx="628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phạm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89d6d3dc-0207-4a4d-ac30-717df522cfa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9906000" cy="20002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Gọi</a:t>
            </a:r>
            <a:r>
              <a:rPr lang="en-US" sz="72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</a:t>
            </a:r>
            <a:endParaRPr lang="en-US" sz="7200" dirty="0"/>
          </a:p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theo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phạm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543300"/>
            <a:ext cx="95250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700" dirty="0" spc="-1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tên,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700" dirty="0" spc="-1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lớn.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-1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700" dirty="0" spc="-1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nghệ,</a:t>
            </a:r>
            <a:r>
              <a:rPr lang="en-US" sz="2700" dirty="0" spc="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 lý</a:t>
            </a:r>
            <a:r>
              <a:rPr lang="en-US" sz="2700" dirty="0" spc="-1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7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phí.</a:t>
            </a:r>
            <a:endParaRPr lang="en-US" sz="2700" dirty="0"/>
          </a:p>
        </p:txBody>
      </p:sp>
      <p:sp>
        <p:nvSpPr>
          <p:cNvPr id="5" name="Connector line-1792297511583-517132098"/>
          <p:cNvSpPr/>
          <p:nvPr/>
        </p:nvSpPr>
        <p:spPr>
          <a:xfrm>
            <a:off x="1333500" y="6096000"/>
            <a:ext cx="8763000" cy="0"/>
          </a:xfrm>
          <a:prstGeom prst="line">
            <a:avLst/>
          </a:prstGeom>
          <a:noFill/>
          <a:ln w="571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524000" y="5905500"/>
            <a:ext cx="381000" cy="381000"/>
          </a:xfrm>
          <a:prstGeom prst="ellipse">
            <a:avLst/>
          </a:prstGeom>
          <a:solidFill>
            <a:srgbClr val="CFE8E2"/>
          </a:solidFill>
          <a:ln w="38100">
            <a:solidFill>
              <a:srgbClr val="0F76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6200" y="5791200"/>
            <a:ext cx="609600" cy="609600"/>
          </a:xfrm>
          <a:prstGeom prst="ellipse">
            <a:avLst/>
          </a:prstGeom>
          <a:solidFill>
            <a:srgbClr val="DDE3FA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19850" y="5657850"/>
            <a:ext cx="876300" cy="876300"/>
          </a:xfrm>
          <a:prstGeom prst="ellipse">
            <a:avLst/>
          </a:prstGeom>
          <a:solidFill>
            <a:srgbClr val="F3DFB8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53500" y="5524500"/>
            <a:ext cx="1143000" cy="1143000"/>
          </a:xfrm>
          <a:prstGeom prst="ellipse">
            <a:avLst/>
          </a:prstGeom>
          <a:solidFill>
            <a:srgbClr val="F8D9D0"/>
          </a:solidFill>
          <a:ln w="38100">
            <a:solidFill>
              <a:srgbClr val="E847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00" y="489585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-7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PAN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38500" y="489585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1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LAN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905500" y="489585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MAN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572500" y="4895850"/>
            <a:ext cx="190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-7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WAN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23875" y="6896100"/>
            <a:ext cx="2381250" cy="7620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ctr" indent="0" marL="0">
              <a:lnSpc>
                <a:spcPts val="2633"/>
              </a:lnSpc>
              <a:buNone/>
            </a:pPr>
            <a:r>
              <a:rPr lang="en-US" sz="1950" dirty="0" spc="2" kern="0">
                <a:solidFill>
                  <a:srgbClr val="3B3A37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quanh</a:t>
            </a:r>
            <a:r>
              <a:rPr lang="en-US" sz="1950" dirty="0" spc="-4" kern="0">
                <a:solidFill>
                  <a:srgbClr val="3B3A37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1950" dirty="0" spc="4" kern="0">
                <a:solidFill>
                  <a:srgbClr val="3B3A37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người,</a:t>
            </a:r>
            <a:r>
              <a:rPr lang="en-US" sz="1950" dirty="0" spc="-10" kern="0">
                <a:solidFill>
                  <a:srgbClr val="3B3A37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vài</a:t>
            </a:r>
            <a:r>
              <a:rPr lang="en-US" sz="1950" dirty="0" spc="-2" kern="0">
                <a:solidFill>
                  <a:srgbClr val="3B3A37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mét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3000375" y="6896100"/>
            <a:ext cx="2381250" cy="7620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ctr" indent="0" marL="0">
              <a:lnSpc>
                <a:spcPts val="2633"/>
              </a:lnSpc>
              <a:buNone/>
            </a:pPr>
            <a:r>
              <a:rPr lang="en-US" sz="1950" dirty="0" spc="1" kern="0">
                <a:solidFill>
                  <a:srgbClr val="3B3A37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nhà,</a:t>
            </a:r>
            <a:r>
              <a:rPr lang="en-US" sz="1950" dirty="0" spc="-11" kern="0">
                <a:solidFill>
                  <a:srgbClr val="3B3A37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văn</a:t>
            </a:r>
            <a:r>
              <a:rPr lang="en-US" sz="1950" dirty="0" spc="-1" kern="0">
                <a:solidFill>
                  <a:srgbClr val="3B3A37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phòng,</a:t>
            </a:r>
            <a:r>
              <a:rPr lang="en-US" sz="1950" dirty="0" spc="-10" kern="0">
                <a:solidFill>
                  <a:srgbClr val="3B3A37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tòa</a:t>
            </a:r>
            <a:r>
              <a:rPr lang="en-US" sz="1950" dirty="0" spc="-1" kern="0">
                <a:solidFill>
                  <a:srgbClr val="3B3A37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nhà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5667375" y="6896100"/>
            <a:ext cx="2381250" cy="7620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ctr" indent="0" marL="0">
              <a:lnSpc>
                <a:spcPts val="2633"/>
              </a:lnSpc>
              <a:buNone/>
            </a:pPr>
            <a:r>
              <a:rPr lang="en-US" sz="1950" dirty="0" spc="1" kern="0">
                <a:solidFill>
                  <a:srgbClr val="3B3A37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thành phố,</a:t>
            </a:r>
            <a:r>
              <a:rPr lang="en-US" sz="1950" dirty="0" spc="0" kern="0">
                <a:solidFill>
                  <a:srgbClr val="3B3A37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khuôn</a:t>
            </a:r>
            <a:r>
              <a:rPr lang="en-US" sz="1950" dirty="0" spc="-2" kern="0">
                <a:solidFill>
                  <a:srgbClr val="3B3A37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viên</a:t>
            </a:r>
            <a:r>
              <a:rPr lang="en-US" sz="1950" dirty="0" spc="-1" kern="0">
                <a:solidFill>
                  <a:srgbClr val="3B3A37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lớn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8334375" y="6896100"/>
            <a:ext cx="2381250" cy="7620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ctr" indent="0" marL="0">
              <a:lnSpc>
                <a:spcPts val="2633"/>
              </a:lnSpc>
              <a:buNone/>
            </a:pPr>
            <a:r>
              <a:rPr lang="en-US" sz="1950" dirty="0" spc="1" kern="0">
                <a:solidFill>
                  <a:srgbClr val="3B3A37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nhiều thành phố, quốc</a:t>
            </a:r>
            <a:r>
              <a:rPr lang="en-US" sz="1950" dirty="0" spc="0" kern="0">
                <a:solidFill>
                  <a:srgbClr val="3B3A37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1239500" y="914400"/>
            <a:ext cx="6134100" cy="7905750"/>
          </a:xfrm>
          <a:prstGeom prst="roundRect">
            <a:avLst>
              <a:gd name="adj" fmla="val 4969"/>
            </a:avLst>
          </a:prstGeom>
          <a:solidFill>
            <a:srgbClr val="14161C"/>
          </a:solidFill>
          <a:ln/>
        </p:spPr>
      </p:sp>
      <p:sp>
        <p:nvSpPr>
          <p:cNvPr id="19" name="Shape 17"/>
          <p:cNvSpPr/>
          <p:nvPr/>
        </p:nvSpPr>
        <p:spPr>
          <a:xfrm>
            <a:off x="11772900" y="1447800"/>
            <a:ext cx="533400" cy="533400"/>
          </a:xfrm>
          <a:prstGeom prst="ellipse">
            <a:avLst/>
          </a:prstGeom>
          <a:noFill/>
          <a:ln w="3810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915775" y="1619250"/>
            <a:ext cx="257175" cy="200025"/>
          </a:xfrm>
          <a:custGeom>
            <a:avLst/>
            <a:gdLst/>
            <a:ahLst/>
            <a:cxnLst/>
            <a:rect l="l" t="t" r="r" b="b"/>
            <a:pathLst>
              <a:path w="257175" h="200025">
                <a:moveTo>
                  <a:pt x="0" y="104775"/>
                </a:moveTo>
                <a:lnTo>
                  <a:pt x="95250" y="200025"/>
                </a:lnTo>
                <a:lnTo>
                  <a:pt x="257175" y="0"/>
                </a:lnTo>
              </a:path>
            </a:pathLst>
          </a:custGeom>
          <a:ln w="38100">
            <a:solidFill>
              <a:srgbClr val="F3EE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72900" y="2438400"/>
            <a:ext cx="514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1772900" y="2857500"/>
            <a:ext cx="5143500" cy="24765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Nhìn</a:t>
            </a:r>
            <a:r>
              <a:rPr lang="en-US" sz="30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30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mạng,</a:t>
            </a:r>
            <a:r>
              <a:rPr lang="en-US" sz="30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nói</a:t>
            </a:r>
            <a:r>
              <a:rPr lang="en-US" sz="3000" dirty="0" spc="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30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</a:t>
            </a:r>
            <a:r>
              <a:rPr lang="en-US" sz="30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thuộc</a:t>
            </a:r>
            <a:r>
              <a:rPr lang="en-US" sz="30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quy</a:t>
            </a:r>
            <a:r>
              <a:rPr lang="en-US" sz="30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</a:t>
            </a:r>
            <a:r>
              <a:rPr lang="en-US" sz="300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nào.</a:t>
            </a:r>
            <a:endParaRPr lang="en-US" sz="3000" dirty="0"/>
          </a:p>
        </p:txBody>
      </p:sp>
      <p:sp>
        <p:nvSpPr>
          <p:cNvPr id="23" name="Connector line-1792297511617-658964144"/>
          <p:cNvSpPr/>
          <p:nvPr/>
        </p:nvSpPr>
        <p:spPr>
          <a:xfrm>
            <a:off x="11772900" y="6667500"/>
            <a:ext cx="50673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11772900" y="6953250"/>
            <a:ext cx="5143500" cy="14287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2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Ranh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2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25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ước,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cứng.</a:t>
            </a:r>
            <a:endParaRPr lang="en-US" sz="2250" dirty="0"/>
          </a:p>
        </p:txBody>
      </p:sp>
      <p:sp>
        <p:nvSpPr>
          <p:cNvPr id="25" name="Connector line-1792297511620-49862193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7" name="Shape 2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609a9317-9a96-4200-b4d0-85c5bed6fcf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PAN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800" b="1" spc="27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ctr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Quanh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-6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7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nhất,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cỡ</a:t>
            </a:r>
            <a:r>
              <a:rPr lang="en-US" sz="27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7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mét.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3619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619500"/>
            <a:ext cx="3619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Bluetooth</a:t>
            </a: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dây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762500" y="3619500"/>
            <a:ext cx="2857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62500" y="3619500"/>
            <a:ext cx="2857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USB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dây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49911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DỤ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14400" y="5619750"/>
            <a:ext cx="152400" cy="1524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5448300"/>
            <a:ext cx="819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Đồng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hồ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thông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minh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nối</a:t>
            </a:r>
            <a:r>
              <a:rPr lang="en-US" sz="2550" dirty="0" spc="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điện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thoại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6381750"/>
            <a:ext cx="152400" cy="1524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1257300" y="6210300"/>
            <a:ext cx="819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Vòng</a:t>
            </a:r>
            <a:r>
              <a:rPr lang="en-US" sz="255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đeo</a:t>
            </a:r>
            <a:r>
              <a:rPr lang="en-US" sz="255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tay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nối</a:t>
            </a:r>
            <a:r>
              <a:rPr lang="en-US" sz="2550" dirty="0" spc="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điện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thoại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14400" y="7143750"/>
            <a:ext cx="152400" cy="1524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5" name="Text 13"/>
          <p:cNvSpPr/>
          <p:nvPr/>
        </p:nvSpPr>
        <p:spPr>
          <a:xfrm>
            <a:off x="1257300" y="6972300"/>
            <a:ext cx="819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9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Tay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cầm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chơi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game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nối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0668000" y="2057400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vài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mét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quanh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668000" y="2476500"/>
            <a:ext cx="5715000" cy="5715000"/>
          </a:xfrm>
          <a:prstGeom prst="ellipse">
            <a:avLst/>
          </a:prstGeom>
          <a:solidFill>
            <a:srgbClr val="161921"/>
          </a:solidFill>
          <a:ln w="28575">
            <a:solidFill>
              <a:srgbClr val="3DD6A0"/>
            </a:solidFill>
            <a:prstDash val="lgDash"/>
          </a:ln>
        </p:spPr>
      </p:sp>
      <p:sp>
        <p:nvSpPr>
          <p:cNvPr id="18" name="Connector line-1792297549832-312607615"/>
          <p:cNvSpPr/>
          <p:nvPr/>
        </p:nvSpPr>
        <p:spPr>
          <a:xfrm flipH="1" flipV="1">
            <a:off x="12287250" y="3905250"/>
            <a:ext cx="1238250" cy="1428750"/>
          </a:xfrm>
          <a:prstGeom prst="line">
            <a:avLst/>
          </a:prstGeom>
          <a:noFill/>
          <a:ln w="2857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9" name="Connector line-1792297549832-185709872"/>
          <p:cNvSpPr/>
          <p:nvPr/>
        </p:nvSpPr>
        <p:spPr>
          <a:xfrm flipV="1">
            <a:off x="13525500" y="3905250"/>
            <a:ext cx="1285875" cy="1428750"/>
          </a:xfrm>
          <a:prstGeom prst="line">
            <a:avLst/>
          </a:prstGeom>
          <a:noFill/>
          <a:ln w="2857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20" name="Connector line-1792297549833-272264269"/>
          <p:cNvSpPr/>
          <p:nvPr/>
        </p:nvSpPr>
        <p:spPr>
          <a:xfrm>
            <a:off x="12382500" y="7191375"/>
            <a:ext cx="2286000" cy="0"/>
          </a:xfrm>
          <a:prstGeom prst="line">
            <a:avLst/>
          </a:prstGeom>
          <a:noFill/>
          <a:ln w="2857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2573000" y="4953000"/>
            <a:ext cx="1905000" cy="7620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573000" y="4953000"/>
            <a:ext cx="190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điện</a:t>
            </a:r>
            <a:r>
              <a:rPr lang="en-US" sz="19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1144250" y="3238500"/>
            <a:ext cx="2286000" cy="666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44250" y="32385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5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đồng</a:t>
            </a:r>
            <a:r>
              <a:rPr lang="en-US" sz="1800" dirty="0" spc="2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3716000" y="3238500"/>
            <a:ext cx="2190750" cy="666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6000" y="3238500"/>
            <a:ext cx="2190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4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vòng</a:t>
            </a:r>
            <a:r>
              <a:rPr lang="en-US" sz="1800" dirty="0" spc="5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đeo</a:t>
            </a:r>
            <a:r>
              <a:rPr lang="en-US" sz="1800" dirty="0" spc="-9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tay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1239500" y="6858000"/>
            <a:ext cx="1905000" cy="666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239500" y="6858000"/>
            <a:ext cx="190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2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tay</a:t>
            </a:r>
            <a:r>
              <a:rPr lang="en-US" sz="1800" dirty="0" spc="-2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cầm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3906500" y="6858000"/>
            <a:ext cx="1905000" cy="666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906500" y="6858000"/>
            <a:ext cx="190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0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endParaRPr lang="en-US" sz="1800" dirty="0"/>
          </a:p>
        </p:txBody>
      </p:sp>
      <p:sp>
        <p:nvSpPr>
          <p:cNvPr id="31" name="Connector line-1792297549844-91094384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3" name="Shape 3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4" name="Shape 32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5" name="Shape 3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4" name="Moda image moda-export-watermark-026efa00-a9b5-414d-8a23-eb36a0c726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LAN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800" b="1" spc="30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1800" b="1" spc="29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0477500" cy="11811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ctr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Trong</a:t>
            </a:r>
            <a:r>
              <a:rPr lang="en-US" sz="72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nơi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8572500" cy="571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Nhà,</a:t>
            </a:r>
            <a:r>
              <a:rPr lang="en-US" sz="2700" dirty="0" spc="-1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phòng,</a:t>
            </a:r>
            <a:r>
              <a:rPr lang="en-US" sz="2700" dirty="0" spc="-1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tòa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3143250" cy="7239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619500"/>
            <a:ext cx="3143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Ethernet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dây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248150" y="3619500"/>
            <a:ext cx="3143250" cy="7239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</p:sp>
      <p:sp>
        <p:nvSpPr>
          <p:cNvPr id="8" name="Text 6"/>
          <p:cNvSpPr/>
          <p:nvPr/>
        </p:nvSpPr>
        <p:spPr>
          <a:xfrm>
            <a:off x="4248150" y="3619500"/>
            <a:ext cx="3143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Wi-Fi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dây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49911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1650" b="1" spc="19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14400" y="5619750"/>
            <a:ext cx="152400" cy="1524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5448300"/>
            <a:ext cx="838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Nối qua</a:t>
            </a:r>
            <a:r>
              <a:rPr lang="en-US" sz="25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switch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hoặc</a:t>
            </a:r>
            <a:r>
              <a:rPr lang="en-US" sz="2550" dirty="0" spc="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điểm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cập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6381750"/>
            <a:ext cx="152400" cy="1524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3" name="Text 11"/>
          <p:cNvSpPr/>
          <p:nvPr/>
        </p:nvSpPr>
        <p:spPr>
          <a:xfrm>
            <a:off x="1257300" y="6210300"/>
            <a:ext cx="838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Chung</a:t>
            </a:r>
            <a:r>
              <a:rPr lang="en-US" sz="25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đường</a:t>
            </a:r>
            <a:r>
              <a:rPr lang="en-US" sz="2550" dirty="0" spc="-2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ra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Internet,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bắt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buộc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14400" y="7143750"/>
            <a:ext cx="152400" cy="1524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5" name="Text 13"/>
          <p:cNvSpPr/>
          <p:nvPr/>
        </p:nvSpPr>
        <p:spPr>
          <a:xfrm>
            <a:off x="1257300" y="6972300"/>
            <a:ext cx="838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Thuộc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5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tổ</a:t>
            </a:r>
            <a:r>
              <a:rPr lang="en-US" sz="25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chức,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quản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2973050" y="1905000"/>
            <a:ext cx="1714500" cy="5334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973050" y="1905000"/>
            <a:ext cx="1714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7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Internet</a:t>
            </a:r>
            <a:endParaRPr lang="en-US" sz="1800" dirty="0"/>
          </a:p>
        </p:txBody>
      </p:sp>
      <p:sp>
        <p:nvSpPr>
          <p:cNvPr id="18" name="Connector line-1792297586934-724444394"/>
          <p:cNvSpPr/>
          <p:nvPr/>
        </p:nvSpPr>
        <p:spPr>
          <a:xfrm>
            <a:off x="13830300" y="2457450"/>
            <a:ext cx="0" cy="1524000"/>
          </a:xfrm>
          <a:prstGeom prst="line">
            <a:avLst/>
          </a:prstGeom>
          <a:noFill/>
          <a:ln w="28575">
            <a:solidFill>
              <a:srgbClr val="8A867C"/>
            </a:solidFill>
            <a:prstDash val="dash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14001750" y="2686050"/>
            <a:ext cx="323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165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6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0287000" y="3143250"/>
            <a:ext cx="7086600" cy="53340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29900" y="339090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5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1800" dirty="0" spc="-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căn</a:t>
            </a:r>
            <a:r>
              <a:rPr lang="en-US" sz="180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nhà</a:t>
            </a:r>
            <a:endParaRPr lang="en-US" sz="1800" dirty="0"/>
          </a:p>
        </p:txBody>
      </p:sp>
      <p:sp>
        <p:nvSpPr>
          <p:cNvPr id="22" name="Connector line-1792297586941-531255509"/>
          <p:cNvSpPr/>
          <p:nvPr/>
        </p:nvSpPr>
        <p:spPr>
          <a:xfrm>
            <a:off x="13830300" y="3143250"/>
            <a:ext cx="0" cy="857250"/>
          </a:xfrm>
          <a:prstGeom prst="line">
            <a:avLst/>
          </a:prstGeom>
          <a:noFill/>
          <a:ln w="28575">
            <a:solidFill>
              <a:srgbClr val="8A867C"/>
            </a:solidFill>
            <a:prstDash val="dash"/>
            <a:headEnd type="none"/>
            <a:tailEnd type="none"/>
          </a:ln>
        </p:spPr>
      </p:sp>
      <p:sp>
        <p:nvSpPr>
          <p:cNvPr id="23" name="Connector line-1792297586942-192169998"/>
          <p:cNvSpPr/>
          <p:nvPr/>
        </p:nvSpPr>
        <p:spPr>
          <a:xfrm flipH="1">
            <a:off x="11620500" y="4762500"/>
            <a:ext cx="2209800" cy="1885950"/>
          </a:xfrm>
          <a:prstGeom prst="line">
            <a:avLst/>
          </a:prstGeom>
          <a:noFill/>
          <a:ln w="28575">
            <a:solidFill>
              <a:srgbClr val="1F3FD1"/>
            </a:solidFill>
            <a:prstDash val="lgDash"/>
            <a:headEnd type="none"/>
            <a:tailEnd type="none"/>
          </a:ln>
        </p:spPr>
      </p:sp>
      <p:sp>
        <p:nvSpPr>
          <p:cNvPr id="24" name="Connector line-1792297586942-146412564"/>
          <p:cNvSpPr/>
          <p:nvPr/>
        </p:nvSpPr>
        <p:spPr>
          <a:xfrm>
            <a:off x="13830300" y="4762500"/>
            <a:ext cx="0" cy="1885950"/>
          </a:xfrm>
          <a:prstGeom prst="line">
            <a:avLst/>
          </a:prstGeom>
          <a:noFill/>
          <a:ln w="28575">
            <a:solidFill>
              <a:srgbClr val="1F3FD1"/>
            </a:solidFill>
            <a:prstDash val="lgDash"/>
            <a:headEnd type="none"/>
            <a:tailEnd type="none"/>
          </a:ln>
        </p:spPr>
      </p:sp>
      <p:sp>
        <p:nvSpPr>
          <p:cNvPr id="25" name="Connector line-1792297586942-785092695"/>
          <p:cNvSpPr/>
          <p:nvPr/>
        </p:nvSpPr>
        <p:spPr>
          <a:xfrm>
            <a:off x="13830300" y="4762500"/>
            <a:ext cx="2257425" cy="1885950"/>
          </a:xfrm>
          <a:prstGeom prst="line">
            <a:avLst/>
          </a:prstGeom>
          <a:noFill/>
          <a:ln w="28575">
            <a:solidFill>
              <a:srgbClr val="1F3FD1"/>
            </a:solidFill>
            <a:prstDash val="lgDash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2782550" y="4000500"/>
            <a:ext cx="2095500" cy="762000"/>
          </a:xfrm>
          <a:prstGeom prst="roundRect">
            <a:avLst>
              <a:gd name="adj" fmla="val 25000"/>
            </a:avLst>
          </a:prstGeom>
          <a:solidFill>
            <a:srgbClr val="1F3FD1"/>
          </a:solidFill>
          <a:ln/>
        </p:spPr>
      </p:sp>
      <p:sp>
        <p:nvSpPr>
          <p:cNvPr id="27" name="Text 25"/>
          <p:cNvSpPr/>
          <p:nvPr/>
        </p:nvSpPr>
        <p:spPr>
          <a:xfrm>
            <a:off x="12782550" y="4000500"/>
            <a:ext cx="209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router</a:t>
            </a:r>
            <a:r>
              <a:rPr lang="en-US" sz="19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Wi-Fi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0763250" y="6667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63250" y="6667500"/>
            <a:ext cx="171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TV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2973050" y="6667500"/>
            <a:ext cx="171450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973050" y="6667500"/>
            <a:ext cx="171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loa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15182850" y="6667500"/>
            <a:ext cx="1809750" cy="762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1F3F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182850" y="6667500"/>
            <a:ext cx="1809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tính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0287000" y="7753350"/>
            <a:ext cx="7086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18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Wi-Fi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endParaRPr lang="en-US" sz="1800" dirty="0"/>
          </a:p>
        </p:txBody>
      </p:sp>
      <p:sp>
        <p:nvSpPr>
          <p:cNvPr id="35" name="Connector line-1792297586953-59412570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8" name="Shape 3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9" name="Shape 37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0" name="Shape 3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 04/10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8" name="Moda image moda-export-watermark-c6c8e33b-f183-47ba-96c1-ecb46e1a1b6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MAN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0477500" cy="11811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ctr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 phố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8572500" cy="571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Phủ</a:t>
            </a:r>
            <a:r>
              <a:rPr lang="en-US" sz="27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khuôn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4000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DỤ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4533900"/>
            <a:ext cx="495300" cy="495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533900"/>
            <a:ext cx="49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5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676400" y="4476750"/>
            <a:ext cx="781050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Mạng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cáp quang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nhà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mạng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thành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phố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5962650"/>
            <a:ext cx="495300" cy="495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962650"/>
            <a:ext cx="49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5" kern="0">
                <a:solidFill>
                  <a:srgbClr val="12141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676400" y="5905500"/>
            <a:ext cx="781050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Mạng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nối các chi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nhánh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ngân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hàng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cùng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thành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phố</a:t>
            </a:r>
            <a:endParaRPr lang="en-US" sz="2550" dirty="0"/>
          </a:p>
        </p:txBody>
      </p:sp>
      <p:sp>
        <p:nvSpPr>
          <p:cNvPr id="12" name="Connector line-1792297619849-570816560"/>
          <p:cNvSpPr/>
          <p:nvPr/>
        </p:nvSpPr>
        <p:spPr>
          <a:xfrm>
            <a:off x="914400" y="752475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914400" y="7734300"/>
            <a:ext cx="8572500" cy="7620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biên: khuôn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 có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LAN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lớn,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1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0287000" y="2762250"/>
            <a:ext cx="7086600" cy="5715000"/>
          </a:xfrm>
          <a:prstGeom prst="roundRect">
            <a:avLst>
              <a:gd name="adj" fmla="val 6667"/>
            </a:avLst>
          </a:prstGeom>
          <a:solidFill>
            <a:srgbClr val="161921"/>
          </a:solidFill>
          <a:ln w="28575">
            <a:solidFill>
              <a:srgbClr val="FFB454"/>
            </a:solidFill>
            <a:prstDash val="lgDash"/>
          </a:ln>
        </p:spPr>
      </p:sp>
      <p:sp>
        <p:nvSpPr>
          <p:cNvPr id="15" name="Text 13"/>
          <p:cNvSpPr/>
          <p:nvPr/>
        </p:nvSpPr>
        <p:spPr>
          <a:xfrm>
            <a:off x="10629900" y="299085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5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1800" dirty="0" spc="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1800" dirty="0" spc="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phố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544300" y="3905250"/>
            <a:ext cx="4572000" cy="3810000"/>
          </a:xfrm>
          <a:prstGeom prst="ellipse">
            <a:avLst/>
          </a:prstGeom>
          <a:noFill/>
          <a:ln w="47625">
            <a:solidFill>
              <a:srgbClr val="FFB4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01550" y="5429250"/>
            <a:ext cx="2857500" cy="7620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ctr" indent="0" marL="0">
              <a:lnSpc>
                <a:spcPts val="2633"/>
              </a:lnSpc>
              <a:buNone/>
            </a:pPr>
            <a:r>
              <a:rPr lang="en-US" sz="1950" dirty="0" spc="-3" kern="0">
                <a:solidFill>
                  <a:srgbClr val="C4C8D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nối</a:t>
            </a:r>
            <a:r>
              <a:rPr lang="en-US" sz="1950" dirty="0" spc="3" kern="0">
                <a:solidFill>
                  <a:srgbClr val="C4C8D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</a:t>
            </a:r>
            <a:r>
              <a:rPr lang="en-US" sz="1950" dirty="0" spc="1" kern="0">
                <a:solidFill>
                  <a:srgbClr val="C4C8D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chi</a:t>
            </a:r>
            <a:r>
              <a:rPr lang="en-US" sz="1950" dirty="0" spc="0" kern="0">
                <a:solidFill>
                  <a:srgbClr val="C4C8D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nhánh</a:t>
            </a:r>
            <a:r>
              <a:rPr lang="en-US" sz="1950" dirty="0" spc="-13" kern="0">
                <a:solidFill>
                  <a:srgbClr val="C4C8D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1950" dirty="0" spc="1" kern="0">
                <a:solidFill>
                  <a:srgbClr val="C4C8D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thành</a:t>
            </a:r>
            <a:r>
              <a:rPr lang="en-US" sz="1950" dirty="0" spc="-1" kern="0">
                <a:solidFill>
                  <a:srgbClr val="C4C8D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phố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3020675" y="3619500"/>
            <a:ext cx="1619250" cy="571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020675" y="3619500"/>
            <a:ext cx="1619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chi nhánh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5306675" y="5524500"/>
            <a:ext cx="1619250" cy="571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306675" y="5524500"/>
            <a:ext cx="1619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chi nhánh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020675" y="7429500"/>
            <a:ext cx="1619250" cy="571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020675" y="7429500"/>
            <a:ext cx="1619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chi nhánh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734675" y="5524500"/>
            <a:ext cx="1619250" cy="571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34675" y="5524500"/>
            <a:ext cx="1619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chi nhánh</a:t>
            </a:r>
            <a:endParaRPr lang="en-US" sz="1800" dirty="0"/>
          </a:p>
        </p:txBody>
      </p:sp>
      <p:sp>
        <p:nvSpPr>
          <p:cNvPr id="26" name="Connector line-1792297619866-58862444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8" name="Shape 2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9" name="Shape 2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0" name="Shape 2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1" name="Shape 29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2" name="Shape 3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25b31ab3-a346-4e69-8b8a-4e9545ef9d9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WAN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1800" b="1" spc="28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ctr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72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phố,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quốc gia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8953500" cy="571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 dựa</a:t>
            </a:r>
            <a:r>
              <a:rPr lang="en-US" sz="2700" dirty="0" spc="-2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700" dirty="0" spc="-1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7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thuê</a:t>
            </a:r>
            <a:r>
              <a:rPr lang="en-US" sz="27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7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 mạng.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2286000" cy="6858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6195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thuê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390900" y="3619500"/>
            <a:ext cx="1905000" cy="6858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3390900" y="3619500"/>
            <a:ext cx="190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cáp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biển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0" y="3619500"/>
            <a:ext cx="1333500" cy="6858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3619500"/>
            <a:ext cx="1333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VPN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489585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DỤ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529590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Một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chuỗi</a:t>
            </a:r>
            <a:r>
              <a:rPr lang="en-US" sz="255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cửa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nối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mọi</a:t>
            </a:r>
            <a:r>
              <a:rPr lang="en-US" sz="255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cửa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hàng</a:t>
            </a:r>
            <a:r>
              <a:rPr lang="en-US" sz="25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về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trung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tâm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762750"/>
            <a:ext cx="8610600" cy="171450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7010400"/>
            <a:ext cx="781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</a:t>
            </a: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INTERNET?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95400" y="7391400"/>
            <a:ext cx="7905750" cy="952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-5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WAN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tổ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chức,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mà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4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rất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mạng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0287000" y="2762250"/>
            <a:ext cx="7086600" cy="5715000"/>
          </a:xfrm>
          <a:prstGeom prst="roundRect">
            <a:avLst>
              <a:gd name="adj" fmla="val 4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87000" y="2971800"/>
            <a:ext cx="7086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cửa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phố</a:t>
            </a:r>
            <a:endParaRPr lang="en-US" sz="1800" dirty="0"/>
          </a:p>
        </p:txBody>
      </p:sp>
      <p:sp>
        <p:nvSpPr>
          <p:cNvPr id="18" name="Connector line-1792297661192-404281773"/>
          <p:cNvSpPr/>
          <p:nvPr/>
        </p:nvSpPr>
        <p:spPr>
          <a:xfrm flipH="1" flipV="1">
            <a:off x="11430000" y="3810000"/>
            <a:ext cx="2400300" cy="1857375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9" name="Connector line-1792297661192-709296282"/>
          <p:cNvSpPr/>
          <p:nvPr/>
        </p:nvSpPr>
        <p:spPr>
          <a:xfrm flipV="1">
            <a:off x="13830300" y="3810000"/>
            <a:ext cx="2400300" cy="1857375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20" name="Connector line-1792297661192-485094032"/>
          <p:cNvSpPr/>
          <p:nvPr/>
        </p:nvSpPr>
        <p:spPr>
          <a:xfrm flipH="1">
            <a:off x="11430000" y="5667375"/>
            <a:ext cx="2400300" cy="1857375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21" name="Connector line-1792297661193-349472709"/>
          <p:cNvSpPr/>
          <p:nvPr/>
        </p:nvSpPr>
        <p:spPr>
          <a:xfrm>
            <a:off x="13830300" y="5667375"/>
            <a:ext cx="2400300" cy="1857375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10572750" y="3505200"/>
            <a:ext cx="17145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72750" y="3505200"/>
            <a:ext cx="1714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cửa</a:t>
            </a:r>
            <a:r>
              <a:rPr lang="en-US" sz="19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hàng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5373350" y="3505200"/>
            <a:ext cx="17145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373350" y="3505200"/>
            <a:ext cx="1714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cửa</a:t>
            </a:r>
            <a:r>
              <a:rPr lang="en-US" sz="19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hàng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0572750" y="7219950"/>
            <a:ext cx="17145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72750" y="7219950"/>
            <a:ext cx="1714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cửa</a:t>
            </a:r>
            <a:r>
              <a:rPr lang="en-US" sz="19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hàng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5373350" y="7219950"/>
            <a:ext cx="171450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373350" y="7219950"/>
            <a:ext cx="1714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cửa</a:t>
            </a:r>
            <a:r>
              <a:rPr lang="en-US" sz="19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hàng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2496800" y="5219700"/>
            <a:ext cx="2667000" cy="895350"/>
          </a:xfrm>
          <a:prstGeom prst="roundRect">
            <a:avLst>
              <a:gd name="adj" fmla="val 23404"/>
            </a:avLst>
          </a:prstGeom>
          <a:solidFill>
            <a:srgbClr val="E8472B"/>
          </a:solidFill>
          <a:ln/>
        </p:spPr>
      </p:sp>
      <p:sp>
        <p:nvSpPr>
          <p:cNvPr id="31" name="Text 29"/>
          <p:cNvSpPr/>
          <p:nvPr/>
        </p:nvSpPr>
        <p:spPr>
          <a:xfrm>
            <a:off x="12496800" y="5219700"/>
            <a:ext cx="266700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trung</a:t>
            </a:r>
            <a:r>
              <a:rPr lang="en-US" sz="19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 dữ</a:t>
            </a:r>
            <a:r>
              <a:rPr lang="en-US" sz="19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50" dirty="0"/>
          </a:p>
        </p:txBody>
      </p:sp>
      <p:sp>
        <p:nvSpPr>
          <p:cNvPr id="32" name="Connector line-1792297661202-57546037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5" name="Shape 3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8" name="Shape 36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9" name="Shape 3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c6c27b42-637a-496f-b13c-e04c0c61925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ctr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Ranh</a:t>
            </a:r>
            <a:r>
              <a:rPr lang="en-US" sz="72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2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cứng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90500" cy="190500"/>
          </a:xfrm>
          <a:prstGeom prst="ellipse">
            <a:avLst/>
          </a:prstGeom>
          <a:solidFill>
            <a:srgbClr val="12141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5" name="Connector line-1792297684458-79863666"/>
          <p:cNvSpPr/>
          <p:nvPr/>
        </p:nvSpPr>
        <p:spPr>
          <a:xfrm>
            <a:off x="1143000" y="3238500"/>
            <a:ext cx="4953000" cy="0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3619500"/>
            <a:ext cx="5143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3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Ngưỡng</a:t>
            </a:r>
            <a:r>
              <a:rPr lang="en-US" sz="315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 quy</a:t>
            </a:r>
            <a:r>
              <a:rPr lang="en-US" sz="3150" dirty="0" spc="-5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ước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914400" y="4343400"/>
            <a:ext cx="5048250" cy="3048000"/>
          </a:xfrm>
          <a:prstGeom prst="rect">
            <a:avLst/>
          </a:prstGeom>
          <a:noFill/>
          <a:ln/>
        </p:spPr>
        <p:txBody>
          <a:bodyPr wrap="square" lIns="0" tIns="1524" rIns="0" bIns="-1524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Khuôn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biên: có</a:t>
            </a:r>
            <a:r>
              <a:rPr lang="en-US" sz="24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lớn,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</a:t>
            </a:r>
            <a:r>
              <a:rPr lang="en-US" sz="24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-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505575" y="3143250"/>
            <a:ext cx="190500" cy="190500"/>
          </a:xfrm>
          <a:prstGeom prst="ellipse">
            <a:avLst/>
          </a:prstGeom>
          <a:solidFill>
            <a:srgbClr val="12141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9" name="Connector line-1792297684469-854220929"/>
          <p:cNvSpPr/>
          <p:nvPr/>
        </p:nvSpPr>
        <p:spPr>
          <a:xfrm>
            <a:off x="6734175" y="3238500"/>
            <a:ext cx="4953000" cy="0"/>
          </a:xfrm>
          <a:prstGeom prst="line">
            <a:avLst/>
          </a:prstGeom>
          <a:noFill/>
          <a:ln w="2857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6505575" y="3619500"/>
            <a:ext cx="5143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315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quản</a:t>
            </a:r>
            <a:r>
              <a:rPr lang="en-US" sz="315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6505575" y="4343400"/>
            <a:ext cx="5048250" cy="3048000"/>
          </a:xfrm>
          <a:prstGeom prst="rect">
            <a:avLst/>
          </a:prstGeom>
          <a:noFill/>
          <a:ln/>
        </p:spPr>
        <p:txBody>
          <a:bodyPr wrap="square" lIns="0" tIns="1524" rIns="0" bIns="-1524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LAN</a:t>
            </a:r>
            <a:r>
              <a:rPr lang="en-US" sz="24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4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4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40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4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4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400" dirty="0" spc="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096750" y="3143250"/>
            <a:ext cx="190500" cy="190500"/>
          </a:xfrm>
          <a:prstGeom prst="ellipse">
            <a:avLst/>
          </a:prstGeom>
          <a:solidFill>
            <a:srgbClr val="12141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13" name="Connector line-1792297684477-986443278"/>
          <p:cNvSpPr/>
          <p:nvPr/>
        </p:nvSpPr>
        <p:spPr>
          <a:xfrm>
            <a:off x="12325350" y="3238500"/>
            <a:ext cx="5048250" cy="0"/>
          </a:xfrm>
          <a:prstGeom prst="line">
            <a:avLst/>
          </a:prstGeom>
          <a:noFill/>
          <a:ln w="2857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2096750" y="3619500"/>
            <a:ext cx="5143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3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Đường</a:t>
            </a:r>
            <a:r>
              <a:rPr lang="en-US" sz="315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truyền</a:t>
            </a:r>
            <a:r>
              <a:rPr lang="en-US" sz="315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12096750" y="4343400"/>
            <a:ext cx="5143500" cy="3048000"/>
          </a:xfrm>
          <a:prstGeom prst="rect">
            <a:avLst/>
          </a:prstGeom>
          <a:noFill/>
          <a:ln/>
        </p:spPr>
        <p:txBody>
          <a:bodyPr wrap="square" lIns="0" tIns="1524" rIns="0" bIns="-1524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dirty="0" spc="-7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WAN</a:t>
            </a:r>
            <a:r>
              <a:rPr lang="en-US" sz="24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thuê,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3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400" dirty="0"/>
          </a:p>
        </p:txBody>
      </p:sp>
      <p:sp>
        <p:nvSpPr>
          <p:cNvPr id="16" name="Connector line-1792297684483-849264038"/>
          <p:cNvSpPr/>
          <p:nvPr/>
        </p:nvSpPr>
        <p:spPr>
          <a:xfrm>
            <a:off x="914400" y="7905750"/>
            <a:ext cx="164592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914400" y="821055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Ngày</a:t>
            </a:r>
            <a:r>
              <a:rPr lang="en-US" sz="30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nay hay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300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30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3000" dirty="0"/>
          </a:p>
        </p:txBody>
      </p:sp>
      <p:sp>
        <p:nvSpPr>
          <p:cNvPr id="18" name="Connector line-1792297684488-94569457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5" name="Shape 23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2141B"/>
          </a:solidFill>
          <a:ln w="19050">
            <a:solidFill>
              <a:srgbClr val="6B6F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64ad0b8f-ea47-428c-846b-42ab018ad6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ctr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Vài</a:t>
            </a:r>
            <a:r>
              <a:rPr lang="en-US" sz="72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72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gặp</a:t>
            </a:r>
            <a:r>
              <a:rPr lang="en-US" sz="7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676400"/>
          </a:xfrm>
          <a:prstGeom prst="roundRect">
            <a:avLst>
              <a:gd name="adj" fmla="val 1590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857500"/>
            <a:ext cx="133350" cy="16764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6" name="Text 4"/>
          <p:cNvSpPr/>
          <p:nvPr/>
        </p:nvSpPr>
        <p:spPr>
          <a:xfrm>
            <a:off x="1390650" y="2857500"/>
            <a:ext cx="36195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1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WLAN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143500" y="2857500"/>
            <a:ext cx="11811000" cy="16764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ctr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dây,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Wi-Fi.</a:t>
            </a:r>
            <a:r>
              <a:rPr lang="en-US" sz="2550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dây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Bluetooth.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4762500"/>
            <a:ext cx="16459200" cy="1676400"/>
          </a:xfrm>
          <a:prstGeom prst="roundRect">
            <a:avLst>
              <a:gd name="adj" fmla="val 1590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4762500"/>
            <a:ext cx="133350" cy="1676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1390650" y="4762500"/>
            <a:ext cx="36195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IEEE</a:t>
            </a:r>
            <a:r>
              <a:rPr lang="en-US" sz="420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802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143500" y="4762500"/>
            <a:ext cx="11811000" cy="16764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ctr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MAN: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Ethernet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802.3,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Wi-Fi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802.11.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Bluetooth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Bluetooth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6667500"/>
            <a:ext cx="16459200" cy="1676400"/>
          </a:xfrm>
          <a:prstGeom prst="roundRect">
            <a:avLst>
              <a:gd name="adj" fmla="val 1590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6667500"/>
            <a:ext cx="133350" cy="1676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4" name="Text 12"/>
          <p:cNvSpPr/>
          <p:nvPr/>
        </p:nvSpPr>
        <p:spPr>
          <a:xfrm>
            <a:off x="1390650" y="6667500"/>
            <a:ext cx="36195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7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SD-WAN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5143500" y="6667500"/>
            <a:ext cx="11811000" cy="16764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ctr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Quản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550" dirty="0" spc="-5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mềm.</a:t>
            </a:r>
            <a:r>
              <a:rPr lang="en-US" sz="2550" dirty="0" spc="-5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WAN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 ở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xa.</a:t>
            </a:r>
            <a:endParaRPr lang="en-US" sz="2550" dirty="0"/>
          </a:p>
        </p:txBody>
      </p:sp>
      <p:sp>
        <p:nvSpPr>
          <p:cNvPr id="16" name="Connector line-1792297710993-90955976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4" name="Shape 22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 08/10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c4dcaf84-2502-4010-acb0-3f8346364c0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9525000" cy="11811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ctr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2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2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2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9144000" cy="14287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Ba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văn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phòng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ba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phố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VPN qua</a:t>
            </a:r>
            <a:r>
              <a:rPr lang="en-US" sz="25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Internet.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văn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phòng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mạng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gì?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255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giữa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gì?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4476750"/>
            <a:ext cx="91440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Connector line-1792297738173-927953951"/>
          <p:cNvSpPr/>
          <p:nvPr/>
        </p:nvSpPr>
        <p:spPr>
          <a:xfrm>
            <a:off x="2857500" y="5381625"/>
            <a:ext cx="5238750" cy="0"/>
          </a:xfrm>
          <a:prstGeom prst="line">
            <a:avLst/>
          </a:prstGeom>
          <a:noFill/>
          <a:ln w="28575">
            <a:solidFill>
              <a:srgbClr val="E8472B"/>
            </a:solidFill>
            <a:prstDash val="lgDash"/>
            <a:headEnd type="none"/>
            <a:tailEnd type="none"/>
          </a:ln>
        </p:spPr>
      </p:sp>
      <p:sp>
        <p:nvSpPr>
          <p:cNvPr id="7" name="Connector line-1792297738174-179765185"/>
          <p:cNvSpPr/>
          <p:nvPr/>
        </p:nvSpPr>
        <p:spPr>
          <a:xfrm>
            <a:off x="2857500" y="5381625"/>
            <a:ext cx="2619375" cy="2286000"/>
          </a:xfrm>
          <a:prstGeom prst="line">
            <a:avLst/>
          </a:prstGeom>
          <a:noFill/>
          <a:ln w="28575">
            <a:solidFill>
              <a:srgbClr val="E8472B"/>
            </a:solidFill>
            <a:prstDash val="lgDash"/>
            <a:headEnd type="none"/>
            <a:tailEnd type="none"/>
          </a:ln>
        </p:spPr>
      </p:sp>
      <p:sp>
        <p:nvSpPr>
          <p:cNvPr id="8" name="Connector line-1792297738174-986985593"/>
          <p:cNvSpPr/>
          <p:nvPr/>
        </p:nvSpPr>
        <p:spPr>
          <a:xfrm flipH="1">
            <a:off x="5476875" y="5381625"/>
            <a:ext cx="2619375" cy="2286000"/>
          </a:xfrm>
          <a:prstGeom prst="line">
            <a:avLst/>
          </a:prstGeom>
          <a:noFill/>
          <a:ln w="28575">
            <a:solidFill>
              <a:srgbClr val="E8472B"/>
            </a:solidFill>
            <a:prstDash val="lgDash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3571875" y="603885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VPN</a:t>
            </a:r>
            <a:r>
              <a:rPr lang="en-US" sz="1800" dirty="0" spc="0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r>
              <a:rPr lang="en-US" sz="1800" dirty="0" spc="-6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Internet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809750" y="4953000"/>
            <a:ext cx="2095500" cy="8572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09750" y="4953000"/>
            <a:ext cx="2095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văn</a:t>
            </a:r>
            <a:r>
              <a:rPr lang="en-US" sz="19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phòng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048500" y="4953000"/>
            <a:ext cx="2095500" cy="8572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8500" y="4953000"/>
            <a:ext cx="2095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văn</a:t>
            </a:r>
            <a:r>
              <a:rPr lang="en-US" sz="19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phòng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4429125" y="7239000"/>
            <a:ext cx="2095500" cy="8572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29125" y="7239000"/>
            <a:ext cx="2095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văn</a:t>
            </a:r>
            <a:r>
              <a:rPr lang="en-US" sz="19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phòng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668000" y="1809750"/>
            <a:ext cx="6705600" cy="6858000"/>
          </a:xfrm>
          <a:prstGeom prst="roundRect">
            <a:avLst>
              <a:gd name="adj" fmla="val 4545"/>
            </a:avLst>
          </a:prstGeom>
          <a:solidFill>
            <a:srgbClr val="14161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01400" y="2343150"/>
            <a:ext cx="533400" cy="533400"/>
          </a:xfrm>
          <a:prstGeom prst="ellipse">
            <a:avLst/>
          </a:prstGeom>
          <a:noFill/>
          <a:ln w="3810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44275" y="2514600"/>
            <a:ext cx="257175" cy="200025"/>
          </a:xfrm>
          <a:custGeom>
            <a:avLst/>
            <a:gdLst/>
            <a:ahLst/>
            <a:cxnLst/>
            <a:rect l="l" t="t" r="r" b="b"/>
            <a:pathLst>
              <a:path w="257175" h="200025">
                <a:moveTo>
                  <a:pt x="0" y="104775"/>
                </a:moveTo>
                <a:lnTo>
                  <a:pt x="95250" y="200025"/>
                </a:lnTo>
                <a:lnTo>
                  <a:pt x="257175" y="0"/>
                </a:lnTo>
              </a:path>
            </a:pathLst>
          </a:custGeom>
          <a:ln w="38100">
            <a:solidFill>
              <a:srgbClr val="F3EE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201400" y="32004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1201400" y="3619500"/>
            <a:ext cx="5810250" cy="1524000"/>
          </a:xfrm>
          <a:prstGeom prst="rect">
            <a:avLst/>
          </a:prstGeom>
          <a:noFill/>
          <a:ln/>
        </p:spPr>
        <p:txBody>
          <a:bodyPr wrap="square" lIns="0" tIns="43720" rIns="0" bIns="-43720" rtlCol="0" anchor="t"/>
          <a:lstStyle/>
          <a:p>
            <a:pPr algn="l" indent="0" marL="0">
              <a:lnSpc>
                <a:spcPts val="5355"/>
              </a:lnSpc>
              <a:buNone/>
            </a:pPr>
            <a:r>
              <a:rPr lang="en-US" sz="51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Bên</a:t>
            </a:r>
            <a:r>
              <a:rPr lang="en-US" sz="5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trong:</a:t>
            </a:r>
            <a:r>
              <a:rPr lang="en-US" sz="5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5355"/>
              </a:lnSpc>
              <a:buNone/>
            </a:pPr>
            <a:r>
              <a:rPr lang="en-US" sz="5100" dirty="0" spc="2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LAN</a:t>
            </a:r>
            <a:endParaRPr lang="en-US" sz="5100" dirty="0"/>
          </a:p>
          <a:p>
            <a:pPr algn="l" indent="0" marL="0">
              <a:lnSpc>
                <a:spcPts val="5355"/>
              </a:lnSpc>
              <a:buNone/>
            </a:pPr>
            <a:r>
              <a:rPr lang="en-US" sz="5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Phần</a:t>
            </a:r>
            <a:r>
              <a:rPr lang="en-US" sz="5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nối:</a:t>
            </a:r>
            <a:r>
              <a:rPr lang="en-US" sz="5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5355"/>
              </a:lnSpc>
              <a:buNone/>
            </a:pPr>
            <a:r>
              <a:rPr lang="en-US" sz="5100" dirty="0" spc="-12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WAN</a:t>
            </a:r>
            <a:endParaRPr lang="en-US" sz="5100" dirty="0"/>
          </a:p>
        </p:txBody>
      </p:sp>
      <p:sp>
        <p:nvSpPr>
          <p:cNvPr id="21" name="Text 19"/>
          <p:cNvSpPr/>
          <p:nvPr/>
        </p:nvSpPr>
        <p:spPr>
          <a:xfrm>
            <a:off x="11201400" y="5391150"/>
            <a:ext cx="5715000" cy="3048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400" dirty="0" spc="-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 là</a:t>
            </a:r>
            <a:r>
              <a:rPr lang="en-US" sz="24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LAN.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4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 là</a:t>
            </a:r>
            <a:r>
              <a:rPr lang="en-US" sz="2400" dirty="0" spc="-4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WAN,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400" dirty="0" spc="2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VPN</a:t>
            </a:r>
            <a:r>
              <a:rPr lang="en-US" sz="240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Internet.</a:t>
            </a:r>
            <a:endParaRPr lang="en-US" sz="2400" dirty="0"/>
          </a:p>
        </p:txBody>
      </p:sp>
      <p:sp>
        <p:nvSpPr>
          <p:cNvPr id="22" name="Connector line-1792297738203-13838017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4" name="Shape 2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5" name="Shape 2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6" name="Shape 2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8" name="Shape 2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1" name="Shape 29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e2ff5e31-9bcf-4bf5-9cbd-462a309f352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ctr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3105150" cy="4095750"/>
          </a:xfrm>
          <a:prstGeom prst="roundRect">
            <a:avLst>
              <a:gd name="adj" fmla="val 7362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4248150" y="2762250"/>
            <a:ext cx="3105150" cy="4095750"/>
          </a:xfrm>
          <a:prstGeom prst="roundRect">
            <a:avLst>
              <a:gd name="adj" fmla="val 7362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7581900" y="2762250"/>
            <a:ext cx="3105150" cy="4095750"/>
          </a:xfrm>
          <a:prstGeom prst="roundRect">
            <a:avLst>
              <a:gd name="adj" fmla="val 7362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10915650" y="2762250"/>
            <a:ext cx="3105150" cy="4095750"/>
          </a:xfrm>
          <a:prstGeom prst="roundRect">
            <a:avLst>
              <a:gd name="adj" fmla="val 7362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14249400" y="2762250"/>
            <a:ext cx="3105150" cy="4095750"/>
          </a:xfrm>
          <a:prstGeom prst="roundRect">
            <a:avLst>
              <a:gd name="adj" fmla="val 7362"/>
            </a:avLst>
          </a:prstGeom>
          <a:solidFill>
            <a:srgbClr val="1E212B"/>
          </a:solidFill>
          <a:ln/>
        </p:spPr>
      </p:sp>
      <p:sp>
        <p:nvSpPr>
          <p:cNvPr id="9" name="Connector line-1792297767881-813534148"/>
          <p:cNvSpPr/>
          <p:nvPr/>
        </p:nvSpPr>
        <p:spPr>
          <a:xfrm>
            <a:off x="1219200" y="3181350"/>
            <a:ext cx="2495550" cy="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0" name="Connector line-1792297767881-891716235"/>
          <p:cNvSpPr/>
          <p:nvPr/>
        </p:nvSpPr>
        <p:spPr>
          <a:xfrm>
            <a:off x="4552950" y="3181350"/>
            <a:ext cx="249555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1" name="Connector line-1792297767881-936245066"/>
          <p:cNvSpPr/>
          <p:nvPr/>
        </p:nvSpPr>
        <p:spPr>
          <a:xfrm>
            <a:off x="7886700" y="3181350"/>
            <a:ext cx="2495550" cy="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2" name="Connector line-1792297767881-62935007"/>
          <p:cNvSpPr/>
          <p:nvPr/>
        </p:nvSpPr>
        <p:spPr>
          <a:xfrm>
            <a:off x="11220450" y="3181350"/>
            <a:ext cx="2495550" cy="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3" name="Connector line-1792297767881-530424174"/>
          <p:cNvSpPr/>
          <p:nvPr/>
        </p:nvSpPr>
        <p:spPr>
          <a:xfrm>
            <a:off x="14554200" y="3181350"/>
            <a:ext cx="2495550" cy="0"/>
          </a:xfrm>
          <a:prstGeom prst="line">
            <a:avLst/>
          </a:prstGeom>
          <a:noFill/>
          <a:ln w="3810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200150" y="3086100"/>
            <a:ext cx="190500" cy="1905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33900" y="3086100"/>
            <a:ext cx="190500" cy="1905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7650" y="3086100"/>
            <a:ext cx="190500" cy="1905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01400" y="3086100"/>
            <a:ext cx="190500" cy="1905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535150" y="3086100"/>
            <a:ext cx="190500" cy="1905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19200" y="3448050"/>
            <a:ext cx="24955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9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PAN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4552950" y="3448050"/>
            <a:ext cx="24955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LAN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7886700" y="3448050"/>
            <a:ext cx="24955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MAN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11220450" y="3448050"/>
            <a:ext cx="24955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9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WAN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14554200" y="3448050"/>
            <a:ext cx="24955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VPN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1219200" y="4210050"/>
            <a:ext cx="2495550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Personal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Area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4552950" y="4210050"/>
            <a:ext cx="2495550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Local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Area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886700" y="4210050"/>
            <a:ext cx="2495550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Metropolitan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Area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1220450" y="4210050"/>
            <a:ext cx="2495550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Wide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Area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4554200" y="4210050"/>
            <a:ext cx="2495550" cy="609600"/>
          </a:xfrm>
          <a:prstGeom prst="rect">
            <a:avLst/>
          </a:prstGeom>
          <a:noFill/>
          <a:ln/>
        </p:spPr>
        <p:txBody>
          <a:bodyPr wrap="square" lIns="0" tIns="8906" rIns="0" bIns="-8906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Virtual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Private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Network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219200" y="4953000"/>
            <a:ext cx="2495550" cy="180975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nhân: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quanh</a:t>
            </a:r>
            <a:r>
              <a:rPr lang="en-US" sz="19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người,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cỡ</a:t>
            </a:r>
            <a:r>
              <a:rPr lang="en-US" sz="19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19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mét.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4552950" y="4953000"/>
            <a:ext cx="2495550" cy="180975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19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bộ:</a:t>
            </a:r>
            <a:r>
              <a:rPr lang="en-US" sz="19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nhà,</a:t>
            </a: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19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9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tòa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nhà.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7886700" y="4953000"/>
            <a:ext cx="2495550" cy="180975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19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thị:</a:t>
            </a:r>
            <a:r>
              <a:rPr lang="en-US" sz="19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khuôn</a:t>
            </a: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lớn.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1220450" y="4953000"/>
            <a:ext cx="2495550" cy="180975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19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rộng: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phố,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quốc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gia.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4554200" y="4953000"/>
            <a:ext cx="2495550" cy="180975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195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ảo:</a:t>
            </a:r>
            <a:r>
              <a:rPr lang="en-US" sz="19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9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Internet.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914400" y="73152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3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914400" y="771525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IEEE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802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Cloudflare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(LAN,</a:t>
            </a:r>
            <a:r>
              <a:rPr lang="en-US" sz="2250" dirty="0" spc="-4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WAN,</a:t>
            </a:r>
            <a:r>
              <a:rPr lang="en-US" sz="22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SD-WAN)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1122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Bluetooth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SIG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914400" y="82677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1800" dirty="0"/>
          </a:p>
        </p:txBody>
      </p:sp>
      <p:sp>
        <p:nvSpPr>
          <p:cNvPr id="37" name="Connector line-1792297767922-25884213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9" name="Shape 3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0" name="Shape 3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1" name="Shape 3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2" name="Shape 4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3" name="Shape 4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4" name="Shape 4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5" name="Shape 4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6" name="Shape 4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7" name="Shape 45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8" name="Text 4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0" name="Moda image moda-export-watermark-9bebfd55-6512-48f1-86a2-f9bf5ee0a9c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2026-10-18T05:41:47Z</dcterms:created>
  <dcterms:modified xsi:type="dcterms:W3CDTF">2026-10-18T05:41:47Z</dcterms:modified>
</cp:coreProperties>
</file>