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Nhập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môn</a:t>
            </a:r>
            <a:r>
              <a:rPr lang="en-US" sz="81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sharding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810000"/>
            <a:ext cx="8572500" cy="714375"/>
          </a:xfrm>
          <a:prstGeom prst="rect">
            <a:avLst/>
          </a:prstGeom>
          <a:noFill/>
          <a:ln/>
        </p:spPr>
        <p:txBody>
          <a:bodyPr wrap="square" lIns="0" tIns="17812" rIns="0" bIns="-17812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33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330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rồi,</a:t>
            </a:r>
            <a:r>
              <a:rPr lang="en-US" sz="33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3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3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3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5143500"/>
            <a:ext cx="8382000" cy="485775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sd-04-036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477500" y="914400"/>
            <a:ext cx="6896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0" y="120015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858500" y="16383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4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10477500" y="2952750"/>
            <a:ext cx="6896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58500" y="32385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18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858500" y="367665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3.994</a:t>
            </a:r>
            <a:r>
              <a:rPr lang="en-US" sz="42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10477500" y="4991100"/>
            <a:ext cx="6896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58500" y="527685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b="1" spc="21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858500" y="57150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0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43,74</a:t>
            </a:r>
            <a:r>
              <a:rPr lang="en-US" sz="4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≠</a:t>
            </a:r>
            <a:r>
              <a:rPr lang="en-US" sz="42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40,54</a:t>
            </a:r>
            <a:endParaRPr lang="en-US" sz="4200" dirty="0"/>
          </a:p>
        </p:txBody>
      </p:sp>
      <p:sp>
        <p:nvSpPr>
          <p:cNvPr id="16" name="Shape 14"/>
          <p:cNvSpPr/>
          <p:nvPr/>
        </p:nvSpPr>
        <p:spPr>
          <a:xfrm>
            <a:off x="10477500" y="7029450"/>
            <a:ext cx="6896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58500" y="7315200"/>
            <a:ext cx="609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b="1" spc="21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SHARD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858500" y="775335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hụt</a:t>
            </a:r>
            <a:r>
              <a:rPr lang="en-US" sz="4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0477500" y="9096375"/>
            <a:ext cx="68961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10.000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khóa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72907911-9ccc-47b4-89ea-16674b7b11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524000"/>
            <a:ext cx="114300" cy="2381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428750"/>
            <a:ext cx="15716250" cy="257175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 phỏng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khăn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51435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6343650" y="4476750"/>
            <a:ext cx="51435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55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772900" y="4476750"/>
            <a:ext cx="5143500" cy="1143000"/>
          </a:xfrm>
          <a:prstGeom prst="roundRect">
            <a:avLst>
              <a:gd name="adj" fmla="val 2333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6191250"/>
            <a:ext cx="16002000" cy="2571750"/>
          </a:xfrm>
          <a:prstGeom prst="roundRect">
            <a:avLst>
              <a:gd name="adj" fmla="val 1037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64770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6934200"/>
            <a:ext cx="15240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10.000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1.000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295400" y="7524750"/>
            <a:ext cx="15240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khách: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 cho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95400" y="8153400"/>
            <a:ext cx="1524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đơn,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1a0c8bb-c535-4254-a93d-c6ea1a1dc1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2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950" b="1" spc="17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 shard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9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rẻ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4191000" cy="5715000"/>
          </a:xfrm>
          <a:prstGeom prst="roundRect">
            <a:avLst>
              <a:gd name="adj" fmla="val 6364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333750"/>
            <a:ext cx="3619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1800" b="1" spc="16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80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8250" y="3905250"/>
            <a:ext cx="3543300" cy="1238250"/>
          </a:xfrm>
          <a:prstGeom prst="roundRect">
            <a:avLst>
              <a:gd name="adj" fmla="val 15385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4076700"/>
            <a:ext cx="3048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" y="4533900"/>
            <a:ext cx="3048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dirty="0" spc="3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thử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8250" y="5429250"/>
            <a:ext cx="35433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5900" y="5600700"/>
            <a:ext cx="3048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85900" y="6057900"/>
            <a:ext cx="3048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r>
              <a:rPr lang="en-US" sz="18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8250" y="6953250"/>
            <a:ext cx="3543300" cy="1524000"/>
          </a:xfrm>
          <a:prstGeom prst="roundRect">
            <a:avLst>
              <a:gd name="adj" fmla="val 12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5900" y="7124700"/>
            <a:ext cx="3048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85900" y="75819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chia,</a:t>
            </a:r>
            <a:r>
              <a:rPr lang="en-US" sz="18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15000" y="3048000"/>
            <a:ext cx="11658600" cy="5715000"/>
          </a:xfrm>
          <a:prstGeom prst="roundRect">
            <a:avLst>
              <a:gd name="adj" fmla="val 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0750" y="3286125"/>
            <a:ext cx="1905000" cy="685800"/>
          </a:xfrm>
          <a:prstGeom prst="roundRect">
            <a:avLst>
              <a:gd name="adj" fmla="val 2222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858250" y="3286125"/>
            <a:ext cx="1714500" cy="685800"/>
          </a:xfrm>
          <a:prstGeom prst="roundRect">
            <a:avLst>
              <a:gd name="adj" fmla="val 22222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953750" y="3286125"/>
            <a:ext cx="1714500" cy="685800"/>
          </a:xfrm>
          <a:prstGeom prst="roundRect">
            <a:avLst>
              <a:gd name="adj" fmla="val 22222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049250" y="3286125"/>
            <a:ext cx="1714500" cy="685800"/>
          </a:xfrm>
          <a:prstGeom prst="roundRect">
            <a:avLst>
              <a:gd name="adj" fmla="val 22222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5144750" y="3286125"/>
            <a:ext cx="1714500" cy="685800"/>
          </a:xfrm>
          <a:prstGeom prst="roundRect">
            <a:avLst>
              <a:gd name="adj" fmla="val 22222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21" name="Connector line-1792371331114-404703968"/>
          <p:cNvSpPr/>
          <p:nvPr/>
        </p:nvSpPr>
        <p:spPr>
          <a:xfrm>
            <a:off x="6953250" y="3971925"/>
            <a:ext cx="0" cy="455295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2" name="Connector line-1792371331115-631193411"/>
          <p:cNvSpPr/>
          <p:nvPr/>
        </p:nvSpPr>
        <p:spPr>
          <a:xfrm>
            <a:off x="9715500" y="3971925"/>
            <a:ext cx="0" cy="455295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3" name="Connector line-1792371331115-534405268"/>
          <p:cNvSpPr/>
          <p:nvPr/>
        </p:nvSpPr>
        <p:spPr>
          <a:xfrm>
            <a:off x="11811000" y="3971925"/>
            <a:ext cx="0" cy="455295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4" name="Connector line-1792371331115-72543291"/>
          <p:cNvSpPr/>
          <p:nvPr/>
        </p:nvSpPr>
        <p:spPr>
          <a:xfrm>
            <a:off x="13906500" y="3971925"/>
            <a:ext cx="0" cy="455295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5" name="Connector line-1792371331115-573685404"/>
          <p:cNvSpPr/>
          <p:nvPr/>
        </p:nvSpPr>
        <p:spPr>
          <a:xfrm>
            <a:off x="16002000" y="3971925"/>
            <a:ext cx="0" cy="455295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143750" y="4171950"/>
            <a:ext cx="6096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27" name="Connector line-1792371331118-860253993"/>
          <p:cNvSpPr/>
          <p:nvPr/>
        </p:nvSpPr>
        <p:spPr>
          <a:xfrm>
            <a:off x="6953250" y="4667250"/>
            <a:ext cx="68770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4287500" y="4429125"/>
            <a:ext cx="285750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chạm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143750" y="5219700"/>
            <a:ext cx="6667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sp9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9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950" dirty="0"/>
          </a:p>
        </p:txBody>
      </p:sp>
      <p:sp>
        <p:nvSpPr>
          <p:cNvPr id="30" name="Connector line-1792371331124-510798082"/>
          <p:cNvSpPr/>
          <p:nvPr/>
        </p:nvSpPr>
        <p:spPr>
          <a:xfrm>
            <a:off x="6953250" y="5715000"/>
            <a:ext cx="26860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31" name="Connector line-1792371331124-728014762"/>
          <p:cNvSpPr/>
          <p:nvPr/>
        </p:nvSpPr>
        <p:spPr>
          <a:xfrm>
            <a:off x="6953250" y="6096000"/>
            <a:ext cx="47815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32" name="Connector line-1792371331124-227845908"/>
          <p:cNvSpPr/>
          <p:nvPr/>
        </p:nvSpPr>
        <p:spPr>
          <a:xfrm>
            <a:off x="6953250" y="6477000"/>
            <a:ext cx="68770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33" name="Connector line-1792371331125-925226262"/>
          <p:cNvSpPr/>
          <p:nvPr/>
        </p:nvSpPr>
        <p:spPr>
          <a:xfrm>
            <a:off x="6953250" y="6858000"/>
            <a:ext cx="89725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34" name="Connector line-1792371331125-679876264"/>
          <p:cNvSpPr/>
          <p:nvPr/>
        </p:nvSpPr>
        <p:spPr>
          <a:xfrm flipH="1">
            <a:off x="7029450" y="7334250"/>
            <a:ext cx="89725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 w="lg" len="lg"/>
          </a:ln>
        </p:spPr>
      </p:sp>
      <p:sp>
        <p:nvSpPr>
          <p:cNvPr id="35" name="Text 33"/>
          <p:cNvSpPr/>
          <p:nvPr/>
        </p:nvSpPr>
        <p:spPr>
          <a:xfrm>
            <a:off x="9525000" y="74485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4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000750" y="7810500"/>
            <a:ext cx="4381500" cy="609600"/>
          </a:xfrm>
          <a:prstGeom prst="roundRect">
            <a:avLst>
              <a:gd name="adj" fmla="val 25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·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b1715b72-fe23-4114-af5f-8ccaf584e5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195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khách</a:t>
            </a:r>
            <a:r>
              <a:rPr lang="en-US" sz="69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nặng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191500" cy="453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0" dirty="0" spc="-4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3.994</a:t>
            </a:r>
            <a:endParaRPr lang="en-US" sz="21000" dirty="0"/>
          </a:p>
        </p:txBody>
      </p:sp>
      <p:sp>
        <p:nvSpPr>
          <p:cNvPr id="5" name="Text 3"/>
          <p:cNvSpPr/>
          <p:nvPr/>
        </p:nvSpPr>
        <p:spPr>
          <a:xfrm>
            <a:off x="914400" y="5905500"/>
            <a:ext cx="7810500" cy="6477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30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7239000"/>
            <a:ext cx="7810500" cy="828675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 2.000</a:t>
            </a:r>
            <a:r>
              <a:rPr lang="en-US" sz="22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đơn;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2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2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563100" y="3048000"/>
            <a:ext cx="78105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944100" y="33528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 MỖI SHARD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944100" y="4095750"/>
            <a:ext cx="133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334750" y="4076700"/>
            <a:ext cx="2914650" cy="419100"/>
          </a:xfrm>
          <a:prstGeom prst="roundRect">
            <a:avLst>
              <a:gd name="adj" fmla="val 22727"/>
            </a:avLst>
          </a:prstGeom>
          <a:solidFill>
            <a:srgbClr val="9AA0B5"/>
          </a:solidFill>
          <a:ln/>
        </p:spPr>
      </p:sp>
      <p:sp>
        <p:nvSpPr>
          <p:cNvPr id="11" name="Text 9"/>
          <p:cNvSpPr/>
          <p:nvPr/>
        </p:nvSpPr>
        <p:spPr>
          <a:xfrm>
            <a:off x="14382750" y="409575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2.051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944100" y="5143500"/>
            <a:ext cx="133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334750" y="5124450"/>
            <a:ext cx="2876550" cy="419100"/>
          </a:xfrm>
          <a:prstGeom prst="roundRect">
            <a:avLst>
              <a:gd name="adj" fmla="val 22727"/>
            </a:avLst>
          </a:prstGeom>
          <a:solidFill>
            <a:srgbClr val="9AA0B5"/>
          </a:solidFill>
          <a:ln/>
        </p:spPr>
      </p:sp>
      <p:sp>
        <p:nvSpPr>
          <p:cNvPr id="14" name="Text 12"/>
          <p:cNvSpPr/>
          <p:nvPr/>
        </p:nvSpPr>
        <p:spPr>
          <a:xfrm>
            <a:off x="14382750" y="514350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2.023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944100" y="6191250"/>
            <a:ext cx="133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1334750" y="6172200"/>
            <a:ext cx="2743200" cy="419100"/>
          </a:xfrm>
          <a:prstGeom prst="roundRect">
            <a:avLst>
              <a:gd name="adj" fmla="val 22727"/>
            </a:avLst>
          </a:prstGeom>
          <a:solidFill>
            <a:srgbClr val="9AA0B5"/>
          </a:solidFill>
          <a:ln/>
        </p:spPr>
      </p:sp>
      <p:sp>
        <p:nvSpPr>
          <p:cNvPr id="17" name="Text 15"/>
          <p:cNvSpPr/>
          <p:nvPr/>
        </p:nvSpPr>
        <p:spPr>
          <a:xfrm>
            <a:off x="14382750" y="6191250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1.932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944100" y="7239000"/>
            <a:ext cx="133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334750" y="7219950"/>
            <a:ext cx="5676900" cy="419100"/>
          </a:xfrm>
          <a:prstGeom prst="roundRect">
            <a:avLst>
              <a:gd name="adj" fmla="val 22727"/>
            </a:avLst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4750" y="790575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3.994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a8d33820-b75c-4cc7-8bc5-57a76e4cd3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1950" b="1" spc="22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1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bình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bình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810500" cy="5619750"/>
          </a:xfrm>
          <a:prstGeom prst="roundRect">
            <a:avLst>
              <a:gd name="adj" fmla="val 474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4861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180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70485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dirty="0" spc="-29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43,74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1295400" y="6286500"/>
            <a:ext cx="7048500" cy="942975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trung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bình,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bình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295400" y="7620000"/>
            <a:ext cx="7048500" cy="4572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 bị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63100" y="3143250"/>
            <a:ext cx="7810500" cy="5619750"/>
          </a:xfrm>
          <a:prstGeom prst="roundRect">
            <a:avLst>
              <a:gd name="adj" fmla="val 4746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9944100" y="348615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 ·</a:t>
            </a:r>
            <a:r>
              <a:rPr lang="en-US" sz="1800" b="1" spc="21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180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1800" b="1" spc="217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224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800" b="1" spc="22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44100" y="4000500"/>
            <a:ext cx="70485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40,54</a:t>
            </a:r>
            <a:endParaRPr lang="en-US" sz="12000" dirty="0"/>
          </a:p>
        </p:txBody>
      </p:sp>
      <p:sp>
        <p:nvSpPr>
          <p:cNvPr id="12" name="Text 10"/>
          <p:cNvSpPr/>
          <p:nvPr/>
        </p:nvSpPr>
        <p:spPr>
          <a:xfrm>
            <a:off x="9944100" y="6286500"/>
            <a:ext cx="7048500" cy="5524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shard,</a:t>
            </a: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944100" y="7620000"/>
            <a:ext cx="7048500" cy="4572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100" dirty="0" spc="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100" dirty="0" spc="-2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15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100" dirty="0" spc="-6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÷</a:t>
            </a:r>
            <a:r>
              <a:rPr lang="en-US" sz="2100" dirty="0" spc="-1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100" dirty="0" spc="-9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1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dirty="0" spc="-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16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bb6e7aca-fa00-490b-ae75-5f8f850bfdf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21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Chuyển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</a:t>
            </a:r>
            <a:endParaRPr lang="en-US" sz="6900" dirty="0"/>
          </a:p>
        </p:txBody>
      </p:sp>
      <p:sp>
        <p:nvSpPr>
          <p:cNvPr id="4" name="Connector line-1792371385628-621830745"/>
          <p:cNvSpPr/>
          <p:nvPr/>
        </p:nvSpPr>
        <p:spPr>
          <a:xfrm>
            <a:off x="1428750" y="3810000"/>
            <a:ext cx="15430500" cy="0"/>
          </a:xfrm>
          <a:prstGeom prst="line">
            <a:avLst/>
          </a:prstGeom>
          <a:noFill/>
          <a:ln w="571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257300" y="3638550"/>
            <a:ext cx="342900" cy="342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5495925" y="3638550"/>
            <a:ext cx="342900" cy="3429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Shape 5"/>
          <p:cNvSpPr/>
          <p:nvPr/>
        </p:nvSpPr>
        <p:spPr>
          <a:xfrm>
            <a:off x="9734550" y="3638550"/>
            <a:ext cx="342900" cy="3429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3973175" y="3638550"/>
            <a:ext cx="342900" cy="3429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5750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53025" y="285750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91650" y="285750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630275" y="2857500"/>
            <a:ext cx="3810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286250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100.000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14400" y="5048250"/>
            <a:ext cx="3810000" cy="4572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153025" y="4286250"/>
            <a:ext cx="3810000" cy="5524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trừ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5153025" y="5334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391650" y="4286250"/>
            <a:ext cx="3810000" cy="5524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391650" y="4857750"/>
            <a:ext cx="3810000" cy="7810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630275" y="4286250"/>
            <a:ext cx="381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99.970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3630275" y="504825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hụt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14400" y="6286500"/>
            <a:ext cx="10096500" cy="2476500"/>
          </a:xfrm>
          <a:prstGeom prst="roundRect">
            <a:avLst>
              <a:gd name="adj" fmla="val 10769"/>
            </a:avLst>
          </a:prstGeom>
          <a:solidFill>
            <a:srgbClr val="F8D9D0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6572250"/>
            <a:ext cx="9334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 CÙNG</a:t>
            </a:r>
            <a:r>
              <a:rPr lang="en-US" sz="1800" b="1" spc="20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</a:t>
            </a:r>
            <a:r>
              <a:rPr lang="en-US" sz="1800" b="1" spc="2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KHÔNG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5400" y="7048500"/>
            <a:ext cx="9334500" cy="6477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tán,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</a:t>
            </a:r>
            <a:r>
              <a:rPr lang="en-US" sz="3000" b="1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11391900" y="6286500"/>
            <a:ext cx="59817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772900" y="6572250"/>
            <a:ext cx="5334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772900" y="7048500"/>
            <a:ext cx="5334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PREPARE</a:t>
            </a:r>
            <a:r>
              <a:rPr lang="en-US" sz="24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TRANSACTION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772900" y="7581900"/>
            <a:ext cx="5334000" cy="9525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ngoài;</a:t>
            </a:r>
            <a:r>
              <a:rPr lang="en-US" sz="1950" dirty="0" spc="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854396ca-db6f-4030-ad47-9d84782a38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Phép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 thứ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62250" y="3143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mạng: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2762250" y="3667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9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629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2762250" y="4667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"Chết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chừng"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2762250" y="5191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153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2762250" y="6191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 lại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(resharding)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762250" y="6715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7429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5400" y="7677150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2762250" y="77152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762250" y="8239125"/>
            <a:ext cx="14097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tính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8169fd8c-777e-46fd-8848-4269aa758a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gửi: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chạm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mấy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shard?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524250"/>
            <a:ext cx="164592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752850"/>
            <a:ext cx="4381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096000" y="3752850"/>
            <a:ext cx="533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CUỘC AN</a:t>
            </a:r>
            <a:r>
              <a:rPr lang="en-US" sz="1950" b="1" spc="99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811000" y="3752850"/>
            <a:ext cx="533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TIN</a:t>
            </a:r>
            <a:r>
              <a:rPr lang="en-US" sz="1950" b="1" spc="14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950" b="1" spc="12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b="1" spc="17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533900"/>
            <a:ext cx="16459200" cy="1905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819650"/>
            <a:ext cx="438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096000" y="4819650"/>
            <a:ext cx="5334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hoặc</a:t>
            </a:r>
            <a:r>
              <a:rPr lang="en-US" sz="25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b="1" dirty="0" spc="-1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096000" y="5334000"/>
            <a:ext cx="5334000" cy="9525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shard: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gộp,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lại; mỗi</a:t>
            </a:r>
            <a:r>
              <a:rPr lang="en-US" sz="19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9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 50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811000" y="4819650"/>
            <a:ext cx="5334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591300"/>
            <a:ext cx="16459200" cy="1905000"/>
          </a:xfrm>
          <a:prstGeom prst="roundRect">
            <a:avLst>
              <a:gd name="adj" fmla="val 10000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877050"/>
            <a:ext cx="4381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096000" y="6877050"/>
            <a:ext cx="5334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550" b="1" dirty="0" spc="-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096000" y="7391400"/>
            <a:ext cx="5334000" cy="428625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tin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 chung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811000" y="6877050"/>
            <a:ext cx="5334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811000" y="7391400"/>
            <a:ext cx="5334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db1b04b-e002-4930-af83-f09b21bf2f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952750"/>
            <a:ext cx="152400" cy="27622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3238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8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90650" y="3714750"/>
            <a:ext cx="7239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54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390650" y="47625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sản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372600" y="295275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72600" y="2952750"/>
            <a:ext cx="152400" cy="27622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9848850" y="3238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 MỖI SHARD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48850" y="371475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2051</a:t>
            </a: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 2023 ·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1932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 3994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848850" y="47625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shard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600075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6000750"/>
            <a:ext cx="152400" cy="27622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1390650" y="6286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90650" y="676275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40,536</a:t>
            </a:r>
            <a:r>
              <a:rPr lang="en-US" sz="42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43,738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390650" y="78105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372600" y="6000750"/>
            <a:ext cx="8001000" cy="276225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6000750"/>
            <a:ext cx="152400" cy="2762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21" name="Text 19"/>
          <p:cNvSpPr/>
          <p:nvPr/>
        </p:nvSpPr>
        <p:spPr>
          <a:xfrm>
            <a:off x="9848850" y="62865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48850" y="6762750"/>
            <a:ext cx="723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100.000</a:t>
            </a:r>
            <a:r>
              <a:rPr lang="en-US" sz="4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4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99.970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848850" y="7810500"/>
            <a:ext cx="723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1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chừng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7536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3.13.16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3.45.1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2026-10-18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fce668ed-dcb7-462c-a21a-c76b74434c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8105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909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13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905250"/>
            <a:ext cx="70485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295400" y="485775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5400" y="5429250"/>
            <a:ext cx="7048500" cy="942975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95400" y="7239000"/>
            <a:ext cx="7048500" cy="7239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SQLite</a:t>
            </a:r>
            <a:r>
              <a:rPr lang="en-US" sz="19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563100" y="3048000"/>
            <a:ext cx="7810500" cy="2714625"/>
          </a:xfrm>
          <a:prstGeom prst="roundRect">
            <a:avLst>
              <a:gd name="adj" fmla="val 982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944100" y="3352800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944100" y="3810000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44100" y="4381500"/>
            <a:ext cx="7048500" cy="7239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shard,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chia,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logic,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563100" y="6048375"/>
            <a:ext cx="7810500" cy="2714625"/>
          </a:xfrm>
          <a:prstGeom prst="roundRect">
            <a:avLst>
              <a:gd name="adj" fmla="val 9825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944100" y="6353175"/>
            <a:ext cx="7048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44100" y="6810375"/>
            <a:ext cx="7048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PREPARE</a:t>
            </a:r>
            <a:r>
              <a:rPr lang="en-US" sz="24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TRANSACTION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944100" y="7381875"/>
            <a:ext cx="7048500" cy="428625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</a:t>
            </a:r>
            <a:r>
              <a:rPr lang="en-US" sz="195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36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a5255df-37ca-4447-b2e2-ac7cb25a9b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2026-10-19T04:25:44Z</dcterms:created>
  <dcterms:modified xsi:type="dcterms:W3CDTF">2026-10-19T04:25:44Z</dcterms:modified>
</cp:coreProperties>
</file>