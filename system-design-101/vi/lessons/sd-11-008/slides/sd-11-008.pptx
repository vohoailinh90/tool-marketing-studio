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6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6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66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này,</a:t>
            </a:r>
            <a:r>
              <a:rPr lang="en-US" sz="6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kia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00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</a:t>
            </a:r>
            <a:endParaRPr lang="en-US" sz="3000" dirty="0"/>
          </a:p>
        </p:txBody>
      </p:sp>
      <p:sp>
        <p:nvSpPr>
          <p:cNvPr id="5" name="Connector line-1792421819436-25392392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143250"/>
            <a:ext cx="1485900" cy="1809750"/>
          </a:xfrm>
          <a:custGeom>
            <a:avLst/>
            <a:gdLst/>
            <a:ahLst/>
            <a:cxnLst/>
            <a:rect l="l" t="t" r="r" b="b"/>
            <a:pathLst>
              <a:path w="1485900" h="1809750">
                <a:moveTo>
                  <a:pt x="0" y="1809750"/>
                </a:moveTo>
                <a:cubicBezTo>
                  <a:pt x="723900" y="18097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476750"/>
            <a:ext cx="1485900" cy="476250"/>
          </a:xfrm>
          <a:custGeom>
            <a:avLst/>
            <a:gdLst/>
            <a:ahLst/>
            <a:cxnLst/>
            <a:rect l="l" t="t" r="r" b="b"/>
            <a:pathLst>
              <a:path w="1485900" h="476250">
                <a:moveTo>
                  <a:pt x="0" y="476250"/>
                </a:moveTo>
                <a:cubicBezTo>
                  <a:pt x="723900" y="4762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857250"/>
          </a:xfrm>
          <a:custGeom>
            <a:avLst/>
            <a:gdLst/>
            <a:ahLst/>
            <a:cxnLst/>
            <a:rect l="l" t="t" r="r" b="b"/>
            <a:pathLst>
              <a:path w="1485900" h="857250">
                <a:moveTo>
                  <a:pt x="0" y="0"/>
                </a:moveTo>
                <a:cubicBezTo>
                  <a:pt x="723900" y="0"/>
                  <a:pt x="723900" y="857250"/>
                  <a:pt x="1485900" y="857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190750"/>
          </a:xfrm>
          <a:custGeom>
            <a:avLst/>
            <a:gdLst/>
            <a:ahLst/>
            <a:cxnLst/>
            <a:rect l="l" t="t" r="r" b="b"/>
            <a:pathLst>
              <a:path w="1485900" h="2190750">
                <a:moveTo>
                  <a:pt x="0" y="0"/>
                </a:moveTo>
                <a:cubicBezTo>
                  <a:pt x="723900" y="0"/>
                  <a:pt x="723900" y="2190750"/>
                  <a:pt x="1485900" y="21907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2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 năng</a:t>
            </a:r>
            <a:r>
              <a:rPr lang="en-US" sz="21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1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92955d0-ebe0-4d09-a161-5025062d40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cặp</a:t>
            </a: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thấy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thật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16df91f-421b-4f9c-b271-f24cf85a69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b="1" spc="23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8140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2387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950" b="1" spc="15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spc="21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577215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2390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109751c-52ef-4fcd-b6ac-c5515d9518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Khớp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Khớp</a:t>
            </a:r>
            <a:r>
              <a:rPr lang="en-US" sz="3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3600" dirty="0" spc="-3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3600" dirty="0"/>
          </a:p>
        </p:txBody>
      </p:sp>
      <p:sp>
        <p:nvSpPr>
          <p:cNvPr id="6" name="Text richtext-1792421824533-95820319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36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3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3600" dirty="0"/>
          </a:p>
        </p:txBody>
      </p:sp>
      <p:sp>
        <p:nvSpPr>
          <p:cNvPr id="9" name="Text richtext-1792421824553-373947674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6a857e9-38eb-4bba-bdd0-f6656dcd4c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1800" b="1" spc="2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Chặt</a:t>
            </a:r>
            <a:r>
              <a:rPr lang="en-US" sz="69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Connector line-1792421825386-538902928"/>
          <p:cNvSpPr/>
          <p:nvPr/>
        </p:nvSpPr>
        <p:spPr>
          <a:xfrm>
            <a:off x="4457700" y="4286250"/>
            <a:ext cx="14478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1825386-283128002"/>
          <p:cNvSpPr/>
          <p:nvPr/>
        </p:nvSpPr>
        <p:spPr>
          <a:xfrm>
            <a:off x="11049000" y="4286250"/>
            <a:ext cx="14478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3143250"/>
            <a:ext cx="35052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0" y="3143250"/>
            <a:ext cx="50673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Ít</a:t>
            </a:r>
            <a:r>
              <a:rPr lang="en-US" sz="30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cách</a:t>
            </a:r>
            <a:r>
              <a:rPr lang="en-US" sz="3000" dirty="0" spc="2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lạc</a:t>
            </a:r>
            <a:r>
              <a:rPr lang="en-US" sz="300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534900" y="3143250"/>
            <a:ext cx="48387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286500"/>
            <a:ext cx="15697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nới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266331f-f271-433d-99b7-d5e250bb78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vay</a:t>
            </a:r>
            <a:endParaRPr lang="en-US" sz="6900" dirty="0"/>
          </a:p>
        </p:txBody>
      </p:sp>
      <p:sp>
        <p:nvSpPr>
          <p:cNvPr id="4" name="Connector line-1792421860122-223539570"/>
          <p:cNvSpPr/>
          <p:nvPr/>
        </p:nvSpPr>
        <p:spPr>
          <a:xfrm>
            <a:off x="1714500" y="4381500"/>
            <a:ext cx="14859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28750" y="409575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40957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191250" y="409575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6191250" y="40957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953750" y="409575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0953750" y="40957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5716250" y="409575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5716250" y="40957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66750" y="495300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429250" y="495300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 bớt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191750" y="495300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954250" y="4953000"/>
            <a:ext cx="3048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7810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là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 là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vay.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8df1c79-18fe-4aec-8baa-b836d755a1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4953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99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2499" dirty="0"/>
          </a:p>
        </p:txBody>
      </p:sp>
      <p:sp>
        <p:nvSpPr>
          <p:cNvPr id="5" name="Text 3"/>
          <p:cNvSpPr/>
          <p:nvPr/>
        </p:nvSpPr>
        <p:spPr>
          <a:xfrm>
            <a:off x="6667500" y="3238500"/>
            <a:ext cx="10706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42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42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42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42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42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42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cặp</a:t>
            </a:r>
            <a:r>
              <a:rPr lang="en-US" sz="42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667500" y="5715000"/>
            <a:ext cx="107061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7" name="Text richtext-1792421861024-11731255"/>
          <p:cNvSpPr/>
          <p:nvPr/>
        </p:nvSpPr>
        <p:spPr>
          <a:xfrm>
            <a:off x="7048500" y="5715000"/>
            <a:ext cx="9944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cho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a348630-2c93-4496-958d-6e5e2f50c0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Hiệu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NGHIÊNG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0" y="28575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7" name="Connector line-1792421862131-856935710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5433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5433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096000" y="35433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Nhất</a:t>
            </a:r>
            <a:r>
              <a:rPr lang="en-US" sz="34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477500" y="35433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hơn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715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096000" y="5715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Hiệu</a:t>
            </a:r>
            <a:r>
              <a:rPr lang="en-US" sz="34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0477500" y="57150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9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Trễ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044ce6d-1559-4398-b349-3565e9e0e2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cặp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ở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Nhắc: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 đổi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e25126b-2017-4fc4-b7d9-e948afa4b4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6004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6291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6578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6865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25717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Cost</a:t>
            </a:r>
            <a:r>
              <a:rPr lang="en-US" sz="22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vs.</a:t>
            </a:r>
            <a:r>
              <a:rPr lang="en-US" sz="22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Performance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phí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36004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Reliability vs.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Scalability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46291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Performance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vs.</a:t>
            </a:r>
            <a:r>
              <a:rPr lang="en-US" sz="225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81100" y="56578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Security</a:t>
            </a:r>
            <a:r>
              <a:rPr lang="en-US" sz="22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vs.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Flexibility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linh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81100" y="66865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Development</a:t>
            </a: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Speed</a:t>
            </a:r>
            <a:r>
              <a:rPr lang="en-US" sz="22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vs.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83629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daf6789-ca6c-4f2f-8664-3765035b47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2026-10-19T14:58:31Z</dcterms:created>
  <dcterms:modified xsi:type="dcterms:W3CDTF">2026-10-19T14:58:31Z</dcterms:modified>
</cp:coreProperties>
</file>