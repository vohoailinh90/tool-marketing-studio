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49720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Apple</a:t>
            </a:r>
            <a:r>
              <a:rPr lang="en-US" sz="81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Pay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Google</a:t>
            </a:r>
            <a:r>
              <a:rPr lang="en-US" sz="81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Pay: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 giữ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 an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toàn,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thẻ.</a:t>
            </a:r>
            <a:endParaRPr lang="en-US" sz="3000" dirty="0"/>
          </a:p>
        </p:txBody>
      </p:sp>
      <p:sp>
        <p:nvSpPr>
          <p:cNvPr id="5" name="Connector line-1792382306377-179935124"/>
          <p:cNvSpPr/>
          <p:nvPr/>
        </p:nvSpPr>
        <p:spPr>
          <a:xfrm>
            <a:off x="914400" y="8286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572500"/>
            <a:ext cx="91440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Đăng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luồng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thanh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2001500" y="2857500"/>
            <a:ext cx="5334000" cy="1428750"/>
          </a:xfrm>
          <a:prstGeom prst="roundRect">
            <a:avLst>
              <a:gd name="adj" fmla="val 21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287250" y="2857500"/>
            <a:ext cx="4762500" cy="14287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ctr"/>
          <a:lstStyle/>
          <a:p>
            <a:pPr algn="ctr" indent="0" marL="0">
              <a:lnSpc>
                <a:spcPts val="2813"/>
              </a:lnSpc>
              <a:buNone/>
            </a:pPr>
            <a:r>
              <a:rPr lang="en-US" sz="22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Apple</a:t>
            </a:r>
            <a:r>
              <a:rPr lang="en-US" sz="225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Pay:</a:t>
            </a:r>
            <a:r>
              <a:rPr lang="en-US" sz="22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2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2001500" y="4667250"/>
            <a:ext cx="5334000" cy="1428750"/>
          </a:xfrm>
          <a:prstGeom prst="roundRect">
            <a:avLst>
              <a:gd name="adj" fmla="val 21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287250" y="4667250"/>
            <a:ext cx="4762500" cy="14287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ctr"/>
          <a:lstStyle/>
          <a:p>
            <a:pPr algn="ctr" indent="0" marL="0">
              <a:lnSpc>
                <a:spcPts val="2813"/>
              </a:lnSpc>
              <a:buNone/>
            </a:pPr>
            <a:r>
              <a:rPr lang="en-US" sz="22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Google</a:t>
            </a:r>
            <a:r>
              <a:rPr lang="en-US" sz="2250" b="1" dirty="0" spc="-1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Pay:</a:t>
            </a:r>
            <a:r>
              <a:rPr lang="en-US" sz="22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</a:t>
            </a:r>
            <a:r>
              <a:rPr lang="en-US" sz="22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3" name="Moda image moda-export-watermark-731b491b-045d-4e41-87e8-86103f7ee89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</a:t>
            </a: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3048000"/>
          </a:xfrm>
          <a:prstGeom prst="roundRect">
            <a:avLst>
              <a:gd name="adj" fmla="val 12500"/>
            </a:avLst>
          </a:prstGeom>
          <a:solidFill>
            <a:srgbClr val="14161C"/>
          </a:solidFill>
          <a:ln w="38100">
            <a:solidFill>
              <a:srgbClr val="B453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15697200" cy="304800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ctr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Cả</a:t>
            </a:r>
            <a:r>
              <a:rPr lang="en-US" sz="4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45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rất</a:t>
            </a: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</a:t>
            </a:r>
            <a:r>
              <a:rPr lang="en-US" sz="45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toàn,</a:t>
            </a:r>
            <a:r>
              <a:rPr lang="en-US" sz="4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 thông</a:t>
            </a: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đâu.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914400" y="6572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luồng: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87d470de-b815-4ebb-aae5-ce63bd0c5cf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APPLE</a:t>
            </a:r>
            <a:r>
              <a:rPr lang="en-US" sz="1800" b="1" spc="23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PAY:</a:t>
            </a:r>
            <a:r>
              <a:rPr lang="en-US" sz="1800" b="1" spc="28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Apple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giữ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đầy</a:t>
            </a:r>
            <a:r>
              <a:rPr lang="en-US" sz="69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770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8580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iPhone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0396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124206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4206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iPhone</a:t>
            </a:r>
            <a:r>
              <a:rPr lang="en-US" sz="2550" b="1" dirty="0" spc="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55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chip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b="1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961e45e6-aa1f-4aba-b675-9f10bd5c2bd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GOOGLE</a:t>
            </a:r>
            <a:r>
              <a:rPr lang="en-US" sz="1800" b="1" spc="23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PAY:</a:t>
            </a:r>
            <a:r>
              <a:rPr lang="en-US" sz="1800" b="1" spc="28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Google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4572000" cy="2476500"/>
          </a:xfrm>
          <a:prstGeom prst="roundRect">
            <a:avLst>
              <a:gd name="adj" fmla="val 12308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38500"/>
            <a:ext cx="3810000" cy="2476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r>
              <a:rPr lang="en-US" sz="2400" b="1" dirty="0" spc="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</a:t>
            </a:r>
            <a:endParaRPr lang="en-US" sz="2400" dirty="0"/>
          </a:p>
        </p:txBody>
      </p:sp>
      <p:sp>
        <p:nvSpPr>
          <p:cNvPr id="6" name="Connector line-1792382309200-704889572"/>
          <p:cNvSpPr/>
          <p:nvPr/>
        </p:nvSpPr>
        <p:spPr>
          <a:xfrm>
            <a:off x="5619750" y="4476750"/>
            <a:ext cx="10477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6629400" y="4343400"/>
            <a:ext cx="228600" cy="266700"/>
          </a:xfrm>
          <a:custGeom>
            <a:avLst/>
            <a:gdLst/>
            <a:ahLst/>
            <a:cxnLst/>
            <a:rect l="l" t="t" r="r" b="b"/>
            <a:pathLst>
              <a:path w="228600" h="266700">
                <a:moveTo>
                  <a:pt x="228600" y="133350"/>
                </a:moveTo>
                <a:lnTo>
                  <a:pt x="0" y="0"/>
                </a:lnTo>
                <a:lnTo>
                  <a:pt x="0" y="266700"/>
                </a:lnTo>
                <a:close/>
              </a:path>
            </a:pathLst>
          </a:custGeom>
          <a:solidFill>
            <a:srgbClr val="6B6A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0" y="3238500"/>
            <a:ext cx="4572000" cy="2476500"/>
          </a:xfrm>
          <a:prstGeom prst="roundRect">
            <a:avLst>
              <a:gd name="adj" fmla="val 12308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39000" y="3238500"/>
            <a:ext cx="3810000" cy="2476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</a:t>
            </a:r>
            <a:r>
              <a:rPr lang="en-US" sz="2400" b="1" dirty="0" spc="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2400" dirty="0"/>
          </a:p>
        </p:txBody>
      </p:sp>
      <p:sp>
        <p:nvSpPr>
          <p:cNvPr id="10" name="Connector line-1792382309210-997513863"/>
          <p:cNvSpPr/>
          <p:nvPr/>
        </p:nvSpPr>
        <p:spPr>
          <a:xfrm>
            <a:off x="11563350" y="4476750"/>
            <a:ext cx="10477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2573000" y="4343400"/>
            <a:ext cx="228600" cy="266700"/>
          </a:xfrm>
          <a:custGeom>
            <a:avLst/>
            <a:gdLst/>
            <a:ahLst/>
            <a:cxnLst/>
            <a:rect l="l" t="t" r="r" b="b"/>
            <a:pathLst>
              <a:path w="228600" h="266700">
                <a:moveTo>
                  <a:pt x="228600" y="133350"/>
                </a:moveTo>
                <a:lnTo>
                  <a:pt x="0" y="0"/>
                </a:lnTo>
                <a:lnTo>
                  <a:pt x="0" y="266700"/>
                </a:lnTo>
                <a:close/>
              </a:path>
            </a:pathLst>
          </a:custGeom>
          <a:solidFill>
            <a:srgbClr val="6B6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12801600" y="3238500"/>
            <a:ext cx="4572000" cy="2476500"/>
          </a:xfrm>
          <a:prstGeom prst="roundRect">
            <a:avLst>
              <a:gd name="adj" fmla="val 12308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13182600" y="3238500"/>
            <a:ext cx="3810000" cy="2476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Google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14400" y="657225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" y="6572250"/>
            <a:ext cx="15697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Apple: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dcdf3814-0c01-4b8c-825a-d332b9d1cd5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APPLE</a:t>
            </a:r>
            <a:r>
              <a:rPr lang="en-US" sz="1800" b="1" spc="23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PAY: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180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7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Cửa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900" dirty="0" spc="-6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104900" y="2762250"/>
            <a:ext cx="4191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21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048500" y="2762250"/>
            <a:ext cx="4191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92100" y="2762250"/>
            <a:ext cx="4191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1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100" dirty="0"/>
          </a:p>
        </p:txBody>
      </p:sp>
      <p:sp>
        <p:nvSpPr>
          <p:cNvPr id="7" name="Connector line-1792382310098-839103039"/>
          <p:cNvSpPr/>
          <p:nvPr/>
        </p:nvSpPr>
        <p:spPr>
          <a:xfrm>
            <a:off x="3200400" y="3429000"/>
            <a:ext cx="0" cy="5143500"/>
          </a:xfrm>
          <a:prstGeom prst="line">
            <a:avLst/>
          </a:prstGeom>
          <a:noFill/>
          <a:ln w="28575">
            <a:solidFill>
              <a:srgbClr val="3A3F52"/>
            </a:solidFill>
            <a:prstDash val="solid"/>
            <a:headEnd type="none"/>
            <a:tailEnd type="none"/>
          </a:ln>
        </p:spPr>
      </p:sp>
      <p:sp>
        <p:nvSpPr>
          <p:cNvPr id="8" name="Connector line-1792382310098-28542416"/>
          <p:cNvSpPr/>
          <p:nvPr/>
        </p:nvSpPr>
        <p:spPr>
          <a:xfrm>
            <a:off x="9144000" y="3429000"/>
            <a:ext cx="0" cy="5143500"/>
          </a:xfrm>
          <a:prstGeom prst="line">
            <a:avLst/>
          </a:prstGeom>
          <a:noFill/>
          <a:ln w="28575">
            <a:solidFill>
              <a:srgbClr val="3A3F52"/>
            </a:solidFill>
            <a:prstDash val="solid"/>
            <a:headEnd type="none"/>
            <a:tailEnd type="none"/>
          </a:ln>
        </p:spPr>
      </p:sp>
      <p:sp>
        <p:nvSpPr>
          <p:cNvPr id="9" name="Connector line-1792382310098-855479960"/>
          <p:cNvSpPr/>
          <p:nvPr/>
        </p:nvSpPr>
        <p:spPr>
          <a:xfrm>
            <a:off x="15087600" y="3429000"/>
            <a:ext cx="0" cy="5143500"/>
          </a:xfrm>
          <a:prstGeom prst="line">
            <a:avLst/>
          </a:prstGeom>
          <a:noFill/>
          <a:ln w="28575">
            <a:solidFill>
              <a:srgbClr val="3A3F52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505200" y="45339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Bấm</a:t>
            </a:r>
            <a:r>
              <a:rPr lang="en-US" sz="1950" dirty="0" spc="-5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endParaRPr lang="en-US" sz="1950" dirty="0"/>
          </a:p>
        </p:txBody>
      </p:sp>
      <p:sp>
        <p:nvSpPr>
          <p:cNvPr id="11" name="Connector line-1792382310100-2979074"/>
          <p:cNvSpPr/>
          <p:nvPr/>
        </p:nvSpPr>
        <p:spPr>
          <a:xfrm>
            <a:off x="3200400" y="4953000"/>
            <a:ext cx="5753100" cy="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8934450" y="4838700"/>
            <a:ext cx="209550" cy="228600"/>
          </a:xfrm>
          <a:custGeom>
            <a:avLst/>
            <a:gdLst/>
            <a:ahLst/>
            <a:cxnLst/>
            <a:rect l="l" t="t" r="r" b="b"/>
            <a:pathLst>
              <a:path w="209550" h="228600">
                <a:moveTo>
                  <a:pt x="209550" y="114300"/>
                </a:moveTo>
                <a:lnTo>
                  <a:pt x="0" y="0"/>
                </a:lnTo>
                <a:lnTo>
                  <a:pt x="0" y="228600"/>
                </a:lnTo>
                <a:close/>
              </a:path>
            </a:pathLst>
          </a:custGeom>
          <a:solidFill>
            <a:srgbClr val="FF6A4D"/>
          </a:solidFill>
          <a:ln/>
        </p:spPr>
      </p:sp>
      <p:sp>
        <p:nvSpPr>
          <p:cNvPr id="13" name="Text 11"/>
          <p:cNvSpPr/>
          <p:nvPr/>
        </p:nvSpPr>
        <p:spPr>
          <a:xfrm>
            <a:off x="9448800" y="60579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Sơ</a:t>
            </a:r>
            <a:r>
              <a:rPr lang="en-US" sz="19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 giản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lược: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9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</a:t>
            </a:r>
            <a:endParaRPr lang="en-US" sz="1950" dirty="0"/>
          </a:p>
        </p:txBody>
      </p:sp>
      <p:sp>
        <p:nvSpPr>
          <p:cNvPr id="14" name="Connector line-1792382310103-366725722"/>
          <p:cNvSpPr/>
          <p:nvPr/>
        </p:nvSpPr>
        <p:spPr>
          <a:xfrm>
            <a:off x="9144000" y="6477000"/>
            <a:ext cx="5753100" cy="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4878050" y="6362700"/>
            <a:ext cx="209550" cy="228600"/>
          </a:xfrm>
          <a:custGeom>
            <a:avLst/>
            <a:gdLst/>
            <a:ahLst/>
            <a:cxnLst/>
            <a:rect l="l" t="t" r="r" b="b"/>
            <a:pathLst>
              <a:path w="209550" h="228600">
                <a:moveTo>
                  <a:pt x="209550" y="114300"/>
                </a:moveTo>
                <a:lnTo>
                  <a:pt x="0" y="0"/>
                </a:lnTo>
                <a:lnTo>
                  <a:pt x="0" y="228600"/>
                </a:lnTo>
                <a:close/>
              </a:path>
            </a:pathLst>
          </a:custGeom>
          <a:solidFill>
            <a:srgbClr val="FF6A4D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762000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7620000"/>
            <a:ext cx="15697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Sơ đồ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</a:t>
            </a:r>
            <a:r>
              <a:rPr lang="en-US" sz="21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lược: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 hàng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1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DAN.</a:t>
            </a:r>
            <a:endParaRPr lang="en-US" sz="2100" dirty="0"/>
          </a:p>
          <a:p>
            <a:pPr algn="l" indent="0" marL="0">
              <a:buNone/>
            </a:pP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Hiện</a:t>
            </a:r>
            <a:r>
              <a:rPr lang="en-US" sz="21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nay:</a:t>
            </a: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1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1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1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b="1" dirty="0" spc="3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100" b="1" dirty="0" spc="-2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a3925bb1-f4c8-4a59-ac79-f45356fbfda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GOOGLE</a:t>
            </a:r>
            <a:r>
              <a:rPr lang="en-US" sz="1800" b="1" spc="23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PAY: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1800" b="1" spc="26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b="1" spc="30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(SƠ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LƯỢC)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Google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giúp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3718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190750" y="304800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bấm</a:t>
            </a:r>
            <a:r>
              <a:rPr lang="en-US" sz="2550" b="1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Trả;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bán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57300" y="480060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2190750" y="447675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62293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2190750" y="590550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Google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 chuyển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914400" y="7429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CFE8E2"/>
          </a:solidFill>
          <a:ln/>
        </p:spPr>
      </p:sp>
      <p:sp>
        <p:nvSpPr>
          <p:cNvPr id="25" name="Text 23"/>
          <p:cNvSpPr/>
          <p:nvPr/>
        </p:nvSpPr>
        <p:spPr>
          <a:xfrm>
            <a:off x="1295400" y="7429500"/>
            <a:ext cx="156972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50"/>
              </a:spcAft>
              <a:buNone/>
            </a:pP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Hiện</a:t>
            </a:r>
            <a:r>
              <a:rPr lang="en-US" sz="24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</a:t>
            </a:r>
            <a:r>
              <a:rPr lang="en-US" sz="24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web: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 ra.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hình,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Google.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13a8119-32d3-4f05-aa88-15024fa808c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69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gì,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nói</a:t>
            </a:r>
            <a:r>
              <a:rPr lang="en-US" sz="69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533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6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667500" y="2857500"/>
            <a:ext cx="1047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16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1650" dirty="0"/>
          </a:p>
        </p:txBody>
      </p:sp>
      <p:sp>
        <p:nvSpPr>
          <p:cNvPr id="6" name="Connector line-1792382311724-407979887"/>
          <p:cNvSpPr/>
          <p:nvPr/>
        </p:nvSpPr>
        <p:spPr>
          <a:xfrm>
            <a:off x="914400" y="3238500"/>
            <a:ext cx="16459200" cy="0"/>
          </a:xfrm>
          <a:prstGeom prst="line">
            <a:avLst/>
          </a:prstGeom>
          <a:noFill/>
          <a:ln w="19050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14400" y="34671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3467100"/>
            <a:ext cx="4953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667500" y="3467100"/>
            <a:ext cx="10477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2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48958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4895850"/>
            <a:ext cx="4953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6667500" y="4895850"/>
            <a:ext cx="10477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hơn;</a:t>
            </a:r>
            <a:r>
              <a:rPr lang="en-US" sz="22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</a:t>
            </a:r>
            <a:r>
              <a:rPr lang="en-US" sz="22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2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 nào.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63246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F6A4D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6324600"/>
            <a:ext cx="4953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6667500" y="6324600"/>
            <a:ext cx="10477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Mũi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đỏ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Pay.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914400" y="77533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28" name="Text 26"/>
          <p:cNvSpPr/>
          <p:nvPr/>
        </p:nvSpPr>
        <p:spPr>
          <a:xfrm>
            <a:off x="1295400" y="7753350"/>
            <a:ext cx="4953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Sơ</a:t>
            </a:r>
            <a:r>
              <a:rPr lang="en-US" sz="2250" b="1" dirty="0" spc="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2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6667500" y="7753350"/>
            <a:ext cx="10477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Giản</a:t>
            </a:r>
            <a:r>
              <a:rPr lang="en-US" sz="22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lược: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d57acb86-6a64-4faa-b5b7-6b06a4955cd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Cửa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6900" dirty="0" spc="-9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2190750"/>
          </a:xfrm>
          <a:prstGeom prst="roundRect">
            <a:avLst>
              <a:gd name="adj" fmla="val 1391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APPLE</a:t>
            </a:r>
            <a:r>
              <a:rPr lang="en-US" sz="1950" b="1" spc="14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5242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Cửa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2190750"/>
          </a:xfrm>
          <a:prstGeom prst="roundRect">
            <a:avLst>
              <a:gd name="adj" fmla="val 13913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9753600" y="30480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753600" y="35242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DAN;</a:t>
            </a: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334000"/>
            <a:ext cx="8001000" cy="2190750"/>
          </a:xfrm>
          <a:prstGeom prst="roundRect">
            <a:avLst>
              <a:gd name="adj" fmla="val 1391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5524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</a:t>
            </a:r>
            <a:r>
              <a:rPr lang="en-US" sz="1950" b="1" spc="13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95400" y="60007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thẻ?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72600" y="5334000"/>
            <a:ext cx="8001000" cy="2190750"/>
          </a:xfrm>
          <a:prstGeom prst="roundRect">
            <a:avLst>
              <a:gd name="adj" fmla="val 13913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9753600" y="5524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753600" y="60007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</a:t>
            </a:r>
            <a:r>
              <a:rPr lang="en-US" sz="25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tra,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79057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9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1950" dirty="0"/>
          </a:p>
          <a:p>
            <a:pPr algn="l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Google</a:t>
            </a: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nay: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 thanh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Google.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2ac40661-12b7-4570-af36-061517c8600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857500"/>
            <a:ext cx="3810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5334000" y="2857500"/>
            <a:ext cx="11620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 song,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Apple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</a:t>
            </a:r>
            <a:r>
              <a:rPr lang="en-US" sz="22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</a:t>
            </a: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476750"/>
            <a:ext cx="3810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5334000" y="4476750"/>
            <a:ext cx="11620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lược</a:t>
            </a:r>
            <a:r>
              <a:rPr lang="en-US" sz="22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2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096000"/>
            <a:ext cx="3810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soạn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5334000" y="6096000"/>
            <a:ext cx="11620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hạn,</a:t>
            </a:r>
            <a:r>
              <a:rPr lang="en-US" sz="22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án;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25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khảo.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a3d2a65b-1e24-4918-a92e-decea20f275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30956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4572000" y="27622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9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40957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44291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4572000" y="40957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</a:t>
            </a:r>
            <a:r>
              <a:rPr lang="en-US" sz="19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54292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57626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Chip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4572000" y="54292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19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iPhone</a:t>
            </a:r>
            <a:r>
              <a:rPr lang="en-US" sz="19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14400" y="67627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181100" y="70961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Mũi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9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đỏ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4572000" y="67627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cộng,</a:t>
            </a:r>
            <a:r>
              <a:rPr lang="en-US" sz="19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1950" dirty="0"/>
          </a:p>
        </p:txBody>
      </p:sp>
      <p:sp>
        <p:nvSpPr>
          <p:cNvPr id="16" name="Connector line-1792382314201-989548305"/>
          <p:cNvSpPr/>
          <p:nvPr/>
        </p:nvSpPr>
        <p:spPr>
          <a:xfrm>
            <a:off x="11772900" y="2762250"/>
            <a:ext cx="0" cy="581025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382500" y="27622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8" name="Text richtext-1792382314203-516187544"/>
          <p:cNvSpPr/>
          <p:nvPr/>
        </p:nvSpPr>
        <p:spPr>
          <a:xfrm>
            <a:off x="12382500" y="3333750"/>
            <a:ext cx="495300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2382500" y="6858000"/>
            <a:ext cx="4953000" cy="180975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4eee8d8d-decc-474e-bc7f-804a3e89a51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2026-10-19T10:25:28Z</dcterms:created>
  <dcterms:modified xsi:type="dcterms:W3CDTF">2026-10-19T10:25:28Z</dcterms:modified>
</cp:coreProperties>
</file>