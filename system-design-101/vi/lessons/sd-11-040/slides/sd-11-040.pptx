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58809" rIns="0" bIns="-58809" rtlCol="0" anchor="t"/>
          <a:lstStyle/>
          <a:p>
            <a:pPr algn="l" indent="0" marL="0">
              <a:lnSpc>
                <a:spcPts val="7199"/>
              </a:lnSpc>
              <a:buNone/>
            </a:pPr>
            <a:r>
              <a:rPr lang="en-US" sz="6857" dirty="0" spc="-1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AWS:</a:t>
            </a:r>
            <a:r>
              <a:rPr lang="en-US" sz="6857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6857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857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857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 nguồn</a:t>
            </a:r>
            <a:r>
              <a:rPr lang="en-US" sz="6857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SDK</a:t>
            </a:r>
            <a:endParaRPr lang="en-US" sz="6857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3000" b="1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437:</a:t>
            </a:r>
            <a:r>
              <a:rPr lang="en-US" sz="3000" b="1" dirty="0" spc="-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437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API.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437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0" y="3143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437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0" y="4476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 theo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0" y="5810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12" name="Connector line-1792422217371-789843627"/>
          <p:cNvSpPr/>
          <p:nvPr/>
        </p:nvSpPr>
        <p:spPr>
          <a:xfrm flipV="1">
            <a:off x="12630150" y="3543300"/>
            <a:ext cx="1085850" cy="16002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Connector line-1792422217372-565913774"/>
          <p:cNvSpPr/>
          <p:nvPr/>
        </p:nvSpPr>
        <p:spPr>
          <a:xfrm flipV="1">
            <a:off x="12630150" y="4876800"/>
            <a:ext cx="1085850" cy="2667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Connector line-1792422217372-691441884"/>
          <p:cNvSpPr/>
          <p:nvPr/>
        </p:nvSpPr>
        <p:spPr>
          <a:xfrm>
            <a:off x="12630150" y="5143500"/>
            <a:ext cx="1085850" cy="10668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0bcdf0d-99da-4c81-8eb0-944f8e4759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4572000"/>
          </a:xfrm>
          <a:prstGeom prst="roundRect">
            <a:avLst>
              <a:gd name="adj" fmla="val 6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6858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9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4572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00393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39350" y="4095750"/>
            <a:ext cx="6858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9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9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9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9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9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7cf3e0e-349b-4920-ba55-af594fa50c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437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mục,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 ĐƯỢC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335000" y="28575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dịch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335000" y="333375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437</a:t>
            </a:r>
            <a:endParaRPr lang="en-US" sz="6300" dirty="0"/>
          </a:p>
        </p:txBody>
      </p:sp>
      <p:sp>
        <p:nvSpPr>
          <p:cNvPr id="9" name="Shape 7"/>
          <p:cNvSpPr/>
          <p:nvPr/>
        </p:nvSpPr>
        <p:spPr>
          <a:xfrm>
            <a:off x="914400" y="5048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04825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335000" y="504825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3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470</a:t>
            </a:r>
            <a:endParaRPr lang="en-US" sz="6300" dirty="0"/>
          </a:p>
        </p:txBody>
      </p:sp>
      <p:sp>
        <p:nvSpPr>
          <p:cNvPr id="12" name="Shape 10"/>
          <p:cNvSpPr/>
          <p:nvPr/>
        </p:nvSpPr>
        <p:spPr>
          <a:xfrm>
            <a:off x="914400" y="6762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762750"/>
            <a:ext cx="1143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0" y="676275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63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6164e75-94f5-40f5-a3f2-0652d951bc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GOM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Tăng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nhất: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2017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2019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098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</a:t>
            </a:r>
            <a:r>
              <a:rPr lang="en-US" sz="24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143500" y="2762250"/>
            <a:ext cx="542925" cy="571500"/>
          </a:xfrm>
          <a:prstGeom prst="roundRect">
            <a:avLst>
              <a:gd name="adj" fmla="val 21053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5905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37623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2011 đến 2013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43500" y="3714750"/>
            <a:ext cx="895350" cy="5715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286500" y="3714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47148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2014</a:t>
            </a:r>
            <a:r>
              <a:rPr lang="en-US" sz="24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2016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143500" y="4667250"/>
            <a:ext cx="3124200" cy="5715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8477250" y="4667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56673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2017 đến</a:t>
            </a:r>
            <a:r>
              <a:rPr lang="en-US" sz="24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2019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43500" y="5619750"/>
            <a:ext cx="7972425" cy="571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0" y="5619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161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66198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2020</a:t>
            </a:r>
            <a:r>
              <a:rPr lang="en-US" sz="24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b="1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43500" y="6572250"/>
            <a:ext cx="5495925" cy="5715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0858500" y="657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111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7572375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2023</a:t>
            </a:r>
            <a:r>
              <a:rPr lang="en-US" sz="24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b="1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143500" y="7524750"/>
            <a:ext cx="3619500" cy="5715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953500" y="7524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73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 04/09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7938173-ce50-44e0-ba38-1794e2ac6f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1800" b="1" spc="26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t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2006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914400" y="542925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s3: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0763250" y="2095500"/>
            <a:ext cx="6610350" cy="4572000"/>
          </a:xfrm>
          <a:prstGeom prst="roundRect">
            <a:avLst>
              <a:gd name="adj" fmla="val 6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0" y="2438400"/>
            <a:ext cx="5657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</a:t>
            </a:r>
            <a:r>
              <a:rPr lang="en-US" sz="16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1650" dirty="0"/>
          </a:p>
        </p:txBody>
      </p:sp>
      <p:sp>
        <p:nvSpPr>
          <p:cNvPr id="7" name="Text richtext-1792422246762-353919702"/>
          <p:cNvSpPr/>
          <p:nvPr/>
        </p:nvSpPr>
        <p:spPr>
          <a:xfrm>
            <a:off x="11239500" y="3048000"/>
            <a:ext cx="5657850" cy="3238500"/>
          </a:xfrm>
          <a:prstGeom prst="rect">
            <a:avLst/>
          </a:prstGeom>
          <a:noFill/>
          <a:ln/>
        </p:spPr>
        <p:txBody>
          <a:bodyPr wrap="square" lIns="0" tIns="-3143" rIns="0" bIns="3143" rtlCol="0" anchor="t"/>
          <a:lstStyle/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emr: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2009-03-31</a:t>
            </a:r>
            <a:endParaRPr lang="en-US" sz="3300" dirty="0"/>
          </a:p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sdb: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2009-04-15</a:t>
            </a:r>
            <a:endParaRPr lang="en-US" sz="3300" dirty="0"/>
          </a:p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sns: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2010-03-31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ff7f190-f346-47b9-be71-61497c79e9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5775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2476500" y="4857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6675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476500" y="6667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a6fadab-5204-4076-9b3d-1d9f144b71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57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 437:</a:t>
            </a:r>
            <a:r>
              <a:rPr lang="en-US" sz="5700" dirty="0" spc="-1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437 dịch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5219700" cy="4381500"/>
          </a:xfrm>
          <a:prstGeom prst="roundRect">
            <a:avLst>
              <a:gd name="adj" fmla="val 695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8100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767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mô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34150" y="3429000"/>
            <a:ext cx="52197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8100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15150" y="4476750"/>
            <a:ext cx="44767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 dịch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53900" y="3429000"/>
            <a:ext cx="5219700" cy="4381500"/>
          </a:xfrm>
          <a:prstGeom prst="roundRect">
            <a:avLst>
              <a:gd name="adj" fmla="val 695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38100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34900" y="4476750"/>
            <a:ext cx="44767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437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6ee3280-92aa-4cef-bd1e-5a6af3a54d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5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6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300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5900" y="4476750"/>
            <a:ext cx="158877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476750"/>
            <a:ext cx="15125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6000750"/>
            <a:ext cx="15316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000750"/>
            <a:ext cx="14554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điều: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628900" y="7524750"/>
            <a:ext cx="14744700" cy="1238250"/>
          </a:xfrm>
          <a:prstGeom prst="roundRect">
            <a:avLst>
              <a:gd name="adj" fmla="val 21538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3009900" y="7524750"/>
            <a:ext cx="13982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cách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 08/09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4845b2e-c365-4a67-a132-343d4e0e38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857500" y="1695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Amazon.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SDK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857500" y="3219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667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857500" y="4743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049000" y="1619250"/>
            <a:ext cx="63246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0" y="19621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1" name="Text richtext-1792422269645-658611445"/>
          <p:cNvSpPr/>
          <p:nvPr/>
        </p:nvSpPr>
        <p:spPr>
          <a:xfrm>
            <a:off x="11430000" y="2533650"/>
            <a:ext cx="5524500" cy="476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botocore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a5e4e04-fbb5-4b39-a106-fe4e974d1e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2026-10-19T15:06:48Z</dcterms:created>
  <dcterms:modified xsi:type="dcterms:W3CDTF">2026-10-19T15:06:48Z</dcterms:modified>
</cp:coreProperties>
</file>