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191500" cy="447675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Redis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600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6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gì:</a:t>
            </a:r>
            <a:r>
              <a:rPr lang="en-US" sz="6600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mười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6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dùng,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 nhóm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 liệu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là chọn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 dữ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5250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049250" y="2381250"/>
            <a:ext cx="1238250" cy="2762250"/>
          </a:xfrm>
          <a:custGeom>
            <a:avLst/>
            <a:gdLst/>
            <a:ahLst/>
            <a:cxnLst/>
            <a:rect l="l" t="t" r="r" b="b"/>
            <a:pathLst>
              <a:path w="1238250" h="2762250">
                <a:moveTo>
                  <a:pt x="0" y="0"/>
                </a:moveTo>
                <a:cubicBezTo>
                  <a:pt x="762000" y="0"/>
                  <a:pt x="762000" y="2762250"/>
                  <a:pt x="1238250" y="276225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49250" y="4286250"/>
            <a:ext cx="1238250" cy="857250"/>
          </a:xfrm>
          <a:custGeom>
            <a:avLst/>
            <a:gdLst/>
            <a:ahLst/>
            <a:cxnLst/>
            <a:rect l="l" t="t" r="r" b="b"/>
            <a:pathLst>
              <a:path w="1238250" h="857250">
                <a:moveTo>
                  <a:pt x="0" y="0"/>
                </a:moveTo>
                <a:cubicBezTo>
                  <a:pt x="762000" y="0"/>
                  <a:pt x="762000" y="857250"/>
                  <a:pt x="1238250" y="85725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049250" y="5143500"/>
            <a:ext cx="1238250" cy="1047750"/>
          </a:xfrm>
          <a:custGeom>
            <a:avLst/>
            <a:gdLst/>
            <a:ahLst/>
            <a:cxnLst/>
            <a:rect l="l" t="t" r="r" b="b"/>
            <a:pathLst>
              <a:path w="1238250" h="1047750">
                <a:moveTo>
                  <a:pt x="0" y="1047750"/>
                </a:moveTo>
                <a:cubicBezTo>
                  <a:pt x="762000" y="1047750"/>
                  <a:pt x="762000" y="0"/>
                  <a:pt x="123825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49250" y="5143500"/>
            <a:ext cx="1238250" cy="2952750"/>
          </a:xfrm>
          <a:custGeom>
            <a:avLst/>
            <a:gdLst/>
            <a:ahLst/>
            <a:cxnLst/>
            <a:rect l="l" t="t" r="r" b="b"/>
            <a:pathLst>
              <a:path w="1238250" h="2952750">
                <a:moveTo>
                  <a:pt x="0" y="2952750"/>
                </a:moveTo>
                <a:cubicBezTo>
                  <a:pt x="762000" y="2952750"/>
                  <a:pt x="762000" y="0"/>
                  <a:pt x="123825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287500" y="4191000"/>
            <a:ext cx="1905000" cy="19050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87500" y="483870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Redis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0" y="2019300"/>
            <a:ext cx="39052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Khóa,</a:t>
            </a:r>
            <a:r>
              <a:rPr lang="en-US" sz="1875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875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75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</a:t>
            </a:r>
            <a:r>
              <a:rPr lang="en-US" sz="1875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9144000" y="3924300"/>
            <a:ext cx="39052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Bitmap</a:t>
            </a:r>
            <a:r>
              <a:rPr lang="en-US" sz="1875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1875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9144000" y="5829300"/>
            <a:ext cx="39052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1875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1875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9144000" y="7734300"/>
            <a:ext cx="39052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1875" b="1" dirty="0" spc="-2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875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bff28879-f629-48df-b025-253a95f408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10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50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dùng,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57800" cy="2286000"/>
          </a:xfrm>
          <a:prstGeom prst="roundRect">
            <a:avLst>
              <a:gd name="adj" fmla="val 10833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048000"/>
            <a:ext cx="466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Chuỗi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8250" y="377190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đệm,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đếm,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515100" y="2762250"/>
            <a:ext cx="5257800" cy="2286000"/>
          </a:xfrm>
          <a:prstGeom prst="roundRect">
            <a:avLst>
              <a:gd name="adj" fmla="val 10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38950" y="3048000"/>
            <a:ext cx="466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băm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838950" y="377190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1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nhập, giỏ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115800" y="2762250"/>
            <a:ext cx="5257800" cy="2286000"/>
          </a:xfrm>
          <a:prstGeom prst="roundRect">
            <a:avLst>
              <a:gd name="adj" fmla="val 1083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9650" y="3048000"/>
            <a:ext cx="466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Bitmap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439650" y="377190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1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14400" y="5429250"/>
            <a:ext cx="8001000" cy="2286000"/>
          </a:xfrm>
          <a:prstGeom prst="roundRect">
            <a:avLst>
              <a:gd name="adj" fmla="val 10833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8250" y="5715000"/>
            <a:ext cx="733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Danh</a:t>
            </a:r>
            <a:r>
              <a:rPr lang="en-US" sz="36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3600" dirty="0" spc="-3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600" dirty="0" spc="-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stream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238250" y="64389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1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372600" y="5429250"/>
            <a:ext cx="8001000" cy="2286000"/>
          </a:xfrm>
          <a:prstGeom prst="roundRect">
            <a:avLst>
              <a:gd name="adj" fmla="val 10833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6450" y="5715000"/>
            <a:ext cx="733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7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Tập</a:t>
            </a:r>
            <a:r>
              <a:rPr lang="en-US" sz="36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6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36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696450" y="64389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4400" y="8191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 mỗi cách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44bb042c-bb4b-43cd-8d38-726bcaf4d9a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7500" dirty="0" spc="-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suất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9525000" cy="1428750"/>
          </a:xfrm>
          <a:prstGeom prst="roundRect">
            <a:avLst>
              <a:gd name="adj" fmla="val 14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857500"/>
            <a:ext cx="133350" cy="1428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28950"/>
            <a:ext cx="114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4" kern="0">
                <a:solidFill>
                  <a:srgbClr val="DDE3FA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2190750" y="3143250"/>
            <a:ext cx="8001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lấy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khóa,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giây.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lấy:</a:t>
            </a: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chối.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4476750"/>
            <a:ext cx="9525000" cy="1428750"/>
          </a:xfrm>
          <a:prstGeom prst="roundRect">
            <a:avLst>
              <a:gd name="adj" fmla="val 14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476750"/>
            <a:ext cx="133350" cy="1428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4648200"/>
            <a:ext cx="114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DDE3FA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2190750" y="4762500"/>
            <a:ext cx="8001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Qua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hạn,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lấy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được.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r>
              <a:rPr lang="en-US" sz="24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xong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 DEL: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6096000"/>
            <a:ext cx="9525000" cy="1428750"/>
          </a:xfrm>
          <a:prstGeom prst="roundRect">
            <a:avLst>
              <a:gd name="adj" fmla="val 14667"/>
            </a:avLst>
          </a:prstGeom>
          <a:solidFill>
            <a:srgbClr val="DDE3FA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6096000"/>
            <a:ext cx="133350" cy="1428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267450"/>
            <a:ext cx="114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2190750" y="6381750"/>
            <a:ext cx="8001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Script chỉ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xóa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A:</a:t>
            </a:r>
            <a:r>
              <a:rPr lang="en-US" sz="24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0,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858500" y="2857500"/>
            <a:ext cx="6515100" cy="4667250"/>
          </a:xfrm>
          <a:prstGeom prst="roundRect">
            <a:avLst>
              <a:gd name="adj" fmla="val 5306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1201400" y="316230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17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 SUẤT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01400" y="3619500"/>
            <a:ext cx="5905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1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</a:t>
            </a:r>
            <a:endParaRPr lang="en-US" sz="14961" dirty="0"/>
          </a:p>
        </p:txBody>
      </p:sp>
      <p:sp>
        <p:nvSpPr>
          <p:cNvPr id="19" name="Text 17"/>
          <p:cNvSpPr/>
          <p:nvPr/>
        </p:nvSpPr>
        <p:spPr>
          <a:xfrm>
            <a:off x="11201400" y="6000750"/>
            <a:ext cx="5905500" cy="571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phút, mỗi</a:t>
            </a:r>
            <a:r>
              <a:rPr lang="en-US" sz="240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201400" y="6762750"/>
            <a:ext cx="5905500" cy="666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6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210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12: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10f10dff-558b-445d-8fd6-3e37874f233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BITMAP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Đếm</a:t>
            </a:r>
            <a:r>
              <a:rPr lang="en-US" sz="75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quay lại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66675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0" dirty="0"/>
          </a:p>
        </p:txBody>
      </p:sp>
      <p:sp>
        <p:nvSpPr>
          <p:cNvPr id="5" name="Text 3"/>
          <p:cNvSpPr/>
          <p:nvPr/>
        </p:nvSpPr>
        <p:spPr>
          <a:xfrm>
            <a:off x="990600" y="72390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72500" y="2762250"/>
            <a:ext cx="8801100" cy="1333500"/>
          </a:xfrm>
          <a:prstGeom prst="roundRect">
            <a:avLst>
              <a:gd name="adj" fmla="val 15714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8953500" y="3143250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2382500" y="295275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r>
              <a:rPr lang="en-US" sz="5400" dirty="0" spc="-5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8572500" y="4286250"/>
            <a:ext cx="8801100" cy="1333500"/>
          </a:xfrm>
          <a:prstGeom prst="roundRect">
            <a:avLst>
              <a:gd name="adj" fmla="val 15714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8953500" y="4667250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2382500" y="4476750"/>
            <a:ext cx="466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r>
              <a:rPr lang="en-US" sz="5400" dirty="0" spc="-5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8572500" y="5905500"/>
            <a:ext cx="8801100" cy="2000250"/>
          </a:xfrm>
          <a:prstGeom prst="roundRect">
            <a:avLst>
              <a:gd name="adj" fmla="val 10476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53500" y="617220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Bit</a:t>
            </a:r>
            <a:r>
              <a:rPr lang="en-US" sz="2400" dirty="0" spc="2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400" dirty="0" spc="-2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</a:t>
            </a:r>
            <a:r>
              <a:rPr lang="en-US" sz="2400" dirty="0" spc="0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000</a:t>
            </a:r>
            <a:r>
              <a:rPr lang="en-US" sz="2400" dirty="0" spc="-1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000</a:t>
            </a:r>
            <a:r>
              <a:rPr lang="en-US" sz="2400" dirty="0" spc="-2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53500" y="6667500"/>
            <a:ext cx="8001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4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250 001</a:t>
            </a:r>
            <a:r>
              <a:rPr lang="en-US" sz="48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8477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2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2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6adddf54-654d-47ea-a7ac-cd2abc74a2b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/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1950" b="1" spc="29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75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chết</a:t>
            </a:r>
            <a:r>
              <a:rPr lang="en-US" sz="75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75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4953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1950" b="1" spc="2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1950" dirty="0"/>
          </a:p>
        </p:txBody>
      </p:sp>
      <p:sp>
        <p:nvSpPr>
          <p:cNvPr id="6" name="Text richtext-1792442148641-703099150"/>
          <p:cNvSpPr/>
          <p:nvPr/>
        </p:nvSpPr>
        <p:spPr>
          <a:xfrm>
            <a:off x="1295400" y="3848100"/>
            <a:ext cx="7239000" cy="3619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700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j1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“chết”: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j1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LMOVE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lý: việc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4953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</a:t>
            </a:r>
            <a:endParaRPr lang="en-US" sz="1950" dirty="0"/>
          </a:p>
        </p:txBody>
      </p:sp>
      <p:sp>
        <p:nvSpPr>
          <p:cNvPr id="9" name="Text richtext-1792442148662-749167403"/>
          <p:cNvSpPr/>
          <p:nvPr/>
        </p:nvSpPr>
        <p:spPr>
          <a:xfrm>
            <a:off x="9753600" y="3848100"/>
            <a:ext cx="7239000" cy="3619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chờ;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XAUTOCLAIM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tin: còn 1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ac2cc568-9fa0-4091-b4d4-15038df798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 /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Cộng</a:t>
            </a:r>
            <a:r>
              <a:rPr lang="en-US" sz="7500" dirty="0" spc="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điểm,</a:t>
            </a:r>
            <a:r>
              <a:rPr lang="en-US" sz="7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75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75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6096000" cy="24765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46710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POST:C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95400" y="4000500"/>
            <a:ext cx="533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90</a:t>
            </a:r>
            <a:r>
              <a:rPr lang="en-US" sz="8250" dirty="0" spc="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endParaRPr lang="en-US" sz="8250" dirty="0"/>
          </a:p>
        </p:txBody>
      </p:sp>
      <p:sp>
        <p:nvSpPr>
          <p:cNvPr id="7" name="Connector line-1792442149651-875963381"/>
          <p:cNvSpPr/>
          <p:nvPr/>
        </p:nvSpPr>
        <p:spPr>
          <a:xfrm>
            <a:off x="7239000" y="4381500"/>
            <a:ext cx="3771900" cy="0"/>
          </a:xfrm>
          <a:prstGeom prst="line">
            <a:avLst/>
          </a:prstGeom>
          <a:noFill/>
          <a:ln w="76200">
            <a:solidFill>
              <a:srgbClr val="FF6A4D"/>
            </a:solidFill>
            <a:prstDash val="solid"/>
            <a:headEnd type="none"/>
            <a:tailEnd type="triangle" w="sm" len="sm"/>
          </a:ln>
        </p:spPr>
      </p:sp>
      <p:sp>
        <p:nvSpPr>
          <p:cNvPr id="8" name="Text 6"/>
          <p:cNvSpPr/>
          <p:nvPr/>
        </p:nvSpPr>
        <p:spPr>
          <a:xfrm>
            <a:off x="7239000" y="3619500"/>
            <a:ext cx="3771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-9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+300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1239500" y="3143250"/>
            <a:ext cx="6134100" cy="24765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20500" y="346710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POST:C</a:t>
            </a:r>
            <a:r>
              <a:rPr lang="en-US" sz="22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2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620500" y="4000500"/>
            <a:ext cx="533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1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390</a:t>
            </a:r>
            <a:r>
              <a:rPr lang="en-US" sz="8250" dirty="0" spc="3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endParaRPr lang="en-US" sz="8250" dirty="0"/>
          </a:p>
        </p:txBody>
      </p:sp>
      <p:sp>
        <p:nvSpPr>
          <p:cNvPr id="12" name="Text 10"/>
          <p:cNvSpPr/>
          <p:nvPr/>
        </p:nvSpPr>
        <p:spPr>
          <a:xfrm>
            <a:off x="914400" y="6477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 phần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tử</a:t>
            </a:r>
            <a:r>
              <a:rPr lang="en-US" sz="31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15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điểm.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914400" y="71437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7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Tập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làm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0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0af128c9-3766-443b-90ee-3816d80fee8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04900"/>
          </a:xfrm>
          <a:prstGeom prst="roundRect">
            <a:avLst>
              <a:gd name="adj" fmla="val 1724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152900"/>
            <a:ext cx="16459200" cy="1104900"/>
          </a:xfrm>
          <a:prstGeom prst="roundRect">
            <a:avLst>
              <a:gd name="adj" fmla="val 1724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5448300"/>
            <a:ext cx="16459200" cy="1104900"/>
          </a:xfrm>
          <a:prstGeom prst="roundRect">
            <a:avLst>
              <a:gd name="adj" fmla="val 1724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6743700"/>
            <a:ext cx="16459200" cy="1104900"/>
          </a:xfrm>
          <a:prstGeom prst="roundRect">
            <a:avLst>
              <a:gd name="adj" fmla="val 1724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308610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9" name="Shape 7"/>
          <p:cNvSpPr/>
          <p:nvPr/>
        </p:nvSpPr>
        <p:spPr>
          <a:xfrm>
            <a:off x="1257300" y="438150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0" name="Shape 8"/>
          <p:cNvSpPr/>
          <p:nvPr/>
        </p:nvSpPr>
        <p:spPr>
          <a:xfrm>
            <a:off x="1257300" y="567690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Shape 9"/>
          <p:cNvSpPr/>
          <p:nvPr/>
        </p:nvSpPr>
        <p:spPr>
          <a:xfrm>
            <a:off x="1257300" y="697230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3181350"/>
            <a:ext cx="647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257300" y="4476750"/>
            <a:ext cx="647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257300" y="5772150"/>
            <a:ext cx="647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257300" y="7067550"/>
            <a:ext cx="647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2381250" y="3181350"/>
            <a:ext cx="1466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 một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8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Redis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 an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luôn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sống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2381250" y="4476750"/>
            <a:ext cx="1466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Redlock,</a:t>
            </a:r>
            <a:r>
              <a:rPr lang="en-US" sz="28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phức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tạp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2381250" y="5772150"/>
            <a:ext cx="1466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Quá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 mà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8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8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xong:</a:t>
            </a:r>
            <a:r>
              <a:rPr lang="en-US" sz="28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8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8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2381250" y="7067550"/>
            <a:ext cx="1466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Hàng</a:t>
            </a:r>
            <a:r>
              <a:rPr lang="en-US" sz="28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đợi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danh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28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giản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f2f93563-a2f2-49db-99b7-2babb6c3f2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8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email:</a:t>
            </a:r>
            <a:r>
              <a:rPr lang="en-US" sz="6900" dirty="0" spc="-9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69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đảm?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333500" y="2762250"/>
            <a:ext cx="3048000" cy="6667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0" y="2762250"/>
            <a:ext cx="3048000" cy="666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</a:t>
            </a:r>
            <a:r>
              <a:rPr lang="en-US" sz="24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906500" y="2762250"/>
            <a:ext cx="3048000" cy="6667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400" dirty="0"/>
          </a:p>
        </p:txBody>
      </p:sp>
      <p:sp>
        <p:nvSpPr>
          <p:cNvPr id="7" name="Connector line-1792442191419-407777870"/>
          <p:cNvSpPr/>
          <p:nvPr/>
        </p:nvSpPr>
        <p:spPr>
          <a:xfrm>
            <a:off x="2857500" y="3429000"/>
            <a:ext cx="0" cy="4572000"/>
          </a:xfrm>
          <a:prstGeom prst="line">
            <a:avLst/>
          </a:prstGeom>
          <a:noFill/>
          <a:ln w="28575">
            <a:solidFill>
              <a:srgbClr val="6B6A66"/>
            </a:solidFill>
            <a:prstDash val="lgDash"/>
            <a:headEnd type="none"/>
            <a:tailEnd type="none"/>
          </a:ln>
        </p:spPr>
      </p:sp>
      <p:sp>
        <p:nvSpPr>
          <p:cNvPr id="8" name="Connector line-1792442191419-25227536"/>
          <p:cNvSpPr/>
          <p:nvPr/>
        </p:nvSpPr>
        <p:spPr>
          <a:xfrm>
            <a:off x="9144000" y="3429000"/>
            <a:ext cx="0" cy="4572000"/>
          </a:xfrm>
          <a:prstGeom prst="line">
            <a:avLst/>
          </a:prstGeom>
          <a:noFill/>
          <a:ln w="28575">
            <a:solidFill>
              <a:srgbClr val="6B6A66"/>
            </a:solidFill>
            <a:prstDash val="lgDash"/>
            <a:headEnd type="none"/>
            <a:tailEnd type="none"/>
          </a:ln>
        </p:spPr>
      </p:sp>
      <p:sp>
        <p:nvSpPr>
          <p:cNvPr id="9" name="Connector line-1792442191419-987099596"/>
          <p:cNvSpPr/>
          <p:nvPr/>
        </p:nvSpPr>
        <p:spPr>
          <a:xfrm>
            <a:off x="15430500" y="3429000"/>
            <a:ext cx="0" cy="4572000"/>
          </a:xfrm>
          <a:prstGeom prst="line">
            <a:avLst/>
          </a:prstGeom>
          <a:noFill/>
          <a:ln w="28575">
            <a:solidFill>
              <a:srgbClr val="6B6A66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143250" y="3762375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tin,</a:t>
            </a:r>
            <a:r>
              <a:rPr lang="en-US" sz="21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1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XACK</a:t>
            </a:r>
            <a:endParaRPr lang="en-US" sz="2100" dirty="0"/>
          </a:p>
        </p:txBody>
      </p:sp>
      <p:sp>
        <p:nvSpPr>
          <p:cNvPr id="11" name="Connector line-1792442191421-549066458"/>
          <p:cNvSpPr/>
          <p:nvPr/>
        </p:nvSpPr>
        <p:spPr>
          <a:xfrm flipH="1">
            <a:off x="2952750" y="4286250"/>
            <a:ext cx="6096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71750" y="4762500"/>
            <a:ext cx="571500" cy="571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2533650" y="481965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✕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3333750" y="48387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100" dirty="0" spc="-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429750" y="53340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XPENDING:</a:t>
            </a:r>
            <a:r>
              <a:rPr lang="en-US" sz="21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xem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danh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chờ</a:t>
            </a:r>
            <a:endParaRPr lang="en-US" sz="2100" dirty="0"/>
          </a:p>
        </p:txBody>
      </p:sp>
      <p:sp>
        <p:nvSpPr>
          <p:cNvPr id="16" name="Connector line-1792442191427-200369833"/>
          <p:cNvSpPr/>
          <p:nvPr/>
        </p:nvSpPr>
        <p:spPr>
          <a:xfrm flipH="1">
            <a:off x="9239250" y="5848350"/>
            <a:ext cx="6096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429750" y="60960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XAUTOCLAIM: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endParaRPr lang="en-US" sz="2100" dirty="0"/>
          </a:p>
        </p:txBody>
      </p:sp>
      <p:sp>
        <p:nvSpPr>
          <p:cNvPr id="18" name="Connector line-1792442191430-151738740"/>
          <p:cNvSpPr/>
          <p:nvPr/>
        </p:nvSpPr>
        <p:spPr>
          <a:xfrm flipH="1">
            <a:off x="9239250" y="6610350"/>
            <a:ext cx="6096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429750" y="68580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XACK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1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b="1" dirty="0" spc="3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email</a:t>
            </a:r>
            <a:r>
              <a:rPr lang="en-US" sz="2100" b="1" dirty="0" spc="-2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100" dirty="0"/>
          </a:p>
        </p:txBody>
      </p:sp>
      <p:sp>
        <p:nvSpPr>
          <p:cNvPr id="20" name="Connector line-1792442191431-954242910"/>
          <p:cNvSpPr/>
          <p:nvPr/>
        </p:nvSpPr>
        <p:spPr>
          <a:xfrm flipH="1">
            <a:off x="9239250" y="7372350"/>
            <a:ext cx="6096000" cy="0"/>
          </a:xfrm>
          <a:prstGeom prst="line">
            <a:avLst/>
          </a:prstGeom>
          <a:noFill/>
          <a:ln w="6667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14400" y="82867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lặp.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3f525d46-b4c9-45e6-8f7a-54a11058b2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4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950" b="1" spc="287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Mẫu</a:t>
            </a:r>
            <a:r>
              <a:rPr lang="en-US" sz="7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533400"/>
          </a:xfrm>
          <a:prstGeom prst="roundRect">
            <a:avLst>
              <a:gd name="adj" fmla="val 25000"/>
            </a:avLst>
          </a:prstGeom>
          <a:solidFill>
            <a:srgbClr val="F3EEE3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8384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620000" y="28384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950" b="1" spc="1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409950"/>
            <a:ext cx="16459200" cy="933450"/>
          </a:xfrm>
          <a:prstGeom prst="roundRect">
            <a:avLst>
              <a:gd name="adj" fmla="val 16327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476750"/>
            <a:ext cx="16459200" cy="933450"/>
          </a:xfrm>
          <a:prstGeom prst="roundRect">
            <a:avLst>
              <a:gd name="adj" fmla="val 16327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5543550"/>
            <a:ext cx="16459200" cy="933450"/>
          </a:xfrm>
          <a:prstGeom prst="roundRect">
            <a:avLst>
              <a:gd name="adj" fmla="val 16327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610350"/>
            <a:ext cx="16459200" cy="933450"/>
          </a:xfrm>
          <a:prstGeom prst="roundRect">
            <a:avLst>
              <a:gd name="adj" fmla="val 16327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409950"/>
            <a:ext cx="133350" cy="933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4476750"/>
            <a:ext cx="133350" cy="933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5543550"/>
            <a:ext cx="133350" cy="933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6610350"/>
            <a:ext cx="133350" cy="933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3657600"/>
            <a:ext cx="6096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SET</a:t>
            </a:r>
            <a:r>
              <a:rPr lang="en-US" sz="24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…</a:t>
            </a:r>
            <a:r>
              <a:rPr lang="en-US" sz="24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NX</a:t>
            </a:r>
            <a:r>
              <a:rPr lang="en-US" sz="24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PX</a:t>
            </a:r>
            <a:r>
              <a:rPr lang="en-US" sz="24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30000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33500" y="4724400"/>
            <a:ext cx="6096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INCR</a:t>
            </a:r>
            <a:r>
              <a:rPr lang="en-US" sz="240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EXPIRE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33500" y="5791200"/>
            <a:ext cx="6096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Bitmap</a:t>
            </a:r>
            <a:r>
              <a:rPr lang="en-US" sz="24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512</a:t>
            </a:r>
            <a:r>
              <a:rPr lang="en-US" sz="240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MB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33500" y="6858000"/>
            <a:ext cx="6096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RPOPLPUSH,</a:t>
            </a:r>
            <a:r>
              <a:rPr lang="en-US" sz="24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LMOVE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620000" y="3657600"/>
            <a:ext cx="9429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khóa;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7620000" y="4724400"/>
            <a:ext cx="9429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Chết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bước: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 sống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mãi;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7620000" y="5791200"/>
            <a:ext cx="9429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bit;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liền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7620000" y="6858000"/>
            <a:ext cx="9429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08112a23-1659-4aa1-a30f-67cdf83bc5f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49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5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1238250"/>
          </a:xfrm>
          <a:prstGeom prst="roundRect">
            <a:avLst>
              <a:gd name="adj" fmla="val 1692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MB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429000" y="3200400"/>
            <a:ext cx="5238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megabyte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1238250"/>
          </a:xfrm>
          <a:prstGeom prst="roundRect">
            <a:avLst>
              <a:gd name="adj" fmla="val 1692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04800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1906250" y="3200400"/>
            <a:ext cx="5238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4286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5105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9296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3487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9436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5105400" y="59436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9296400" y="59436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3487400" y="59436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9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5334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Distributed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locks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525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INCR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716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LMOVE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43000" y="6096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5334000" y="6096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Bitmaps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525000" y="6096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Sorted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sets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3716000" y="6096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Hashes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7748d2df-a836-4dfa-888f-de70bffcc7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2026-10-19T20:51:22Z</dcterms:created>
  <dcterms:modified xsi:type="dcterms:W3CDTF">2026-10-19T20:51:22Z</dcterms:modified>
</cp:coreProperties>
</file>