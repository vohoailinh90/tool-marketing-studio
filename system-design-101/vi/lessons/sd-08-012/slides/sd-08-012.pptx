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Be Vietnam Pro ExtraBold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9144000" cy="22860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t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0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Mười</a:t>
            </a: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đánh</a:t>
            </a: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đổi,</a:t>
            </a:r>
            <a:endParaRPr lang="en-US" sz="6900" dirty="0"/>
          </a:p>
          <a:p>
            <a:pPr algn="l" indent="0" marL="0">
              <a:lnSpc>
                <a:spcPts val="7245"/>
              </a:lnSpc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900" dirty="0" spc="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</a:t>
            </a:r>
            <a:r>
              <a:rPr lang="en-US" sz="6900" dirty="0" spc="-9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4476750"/>
            <a:ext cx="8572500" cy="104775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sz="30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300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300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30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30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3000" dirty="0" spc="-3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kế.</a:t>
            </a:r>
            <a:endParaRPr lang="en-US" sz="3000" dirty="0"/>
          </a:p>
        </p:txBody>
      </p:sp>
      <p:sp>
        <p:nvSpPr>
          <p:cNvPr id="5" name="Connector line-1792387760417-669404832"/>
          <p:cNvSpPr/>
          <p:nvPr/>
        </p:nvSpPr>
        <p:spPr>
          <a:xfrm>
            <a:off x="914400" y="6096000"/>
            <a:ext cx="861060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6334125"/>
            <a:ext cx="857250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cặp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21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1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382250" y="3619500"/>
            <a:ext cx="24765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1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Được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15049500" y="3619500"/>
            <a:ext cx="24765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Mất</a:t>
            </a:r>
            <a:endParaRPr lang="en-US" sz="2550" dirty="0"/>
          </a:p>
        </p:txBody>
      </p:sp>
      <p:sp>
        <p:nvSpPr>
          <p:cNvPr id="9" name="Connector line-1792387760429-597105224"/>
          <p:cNvSpPr/>
          <p:nvPr/>
        </p:nvSpPr>
        <p:spPr>
          <a:xfrm>
            <a:off x="12858750" y="4143375"/>
            <a:ext cx="21907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triangl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10382250" y="5334000"/>
            <a:ext cx="7143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19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lựa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195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19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19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19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 trúc phần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3" name="Moda image moda-export-watermark-b11eec47-6121-426b-b883-0f5b25fbce9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b="1" spc="29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LIỆT</a:t>
            </a:r>
            <a:r>
              <a:rPr lang="en-US" sz="180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0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Mười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cặp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đánh</a:t>
            </a:r>
            <a:r>
              <a:rPr lang="en-US" sz="69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952750"/>
            <a:ext cx="5334000" cy="3238500"/>
          </a:xfrm>
          <a:prstGeom prst="rect">
            <a:avLst/>
          </a:prstGeom>
          <a:noFill/>
          <a:ln/>
        </p:spPr>
        <p:txBody>
          <a:bodyPr wrap="square" lIns="0" tIns="220980" rIns="0" bIns="-220980" rtlCol="0" anchor="ctr"/>
          <a:lstStyle/>
          <a:p>
            <a:pPr algn="l" indent="0" marL="0">
              <a:lnSpc>
                <a:spcPts val="21750"/>
              </a:lnSpc>
              <a:buNone/>
            </a:pPr>
            <a:r>
              <a:rPr lang="en-US" sz="21750" dirty="0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10</a:t>
            </a:r>
            <a:endParaRPr lang="en-US" sz="21750" dirty="0"/>
          </a:p>
        </p:txBody>
      </p:sp>
      <p:sp>
        <p:nvSpPr>
          <p:cNvPr id="5" name="Text 3"/>
          <p:cNvSpPr/>
          <p:nvPr/>
        </p:nvSpPr>
        <p:spPr>
          <a:xfrm>
            <a:off x="6286500" y="3333750"/>
            <a:ext cx="10953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cặp,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30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cặp</a:t>
            </a: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endParaRPr lang="en-US" sz="3000" dirty="0"/>
          </a:p>
        </p:txBody>
      </p:sp>
      <p:sp>
        <p:nvSpPr>
          <p:cNvPr id="6" name="Text richtext-1792387761417-500907098"/>
          <p:cNvSpPr/>
          <p:nvPr/>
        </p:nvSpPr>
        <p:spPr>
          <a:xfrm>
            <a:off x="6286500" y="4095750"/>
            <a:ext cx="10953750" cy="2095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cặp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nhỏ.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Sáu cặp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 nguồn,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đo.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nào.</a:t>
            </a:r>
            <a:endParaRPr lang="en-US" sz="2550" dirty="0"/>
          </a:p>
        </p:txBody>
      </p:sp>
      <p:sp>
        <p:nvSpPr>
          <p:cNvPr id="7" name="Connector line-1792387761437-219495177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0" name="Shape 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5dba499e-fd0d-439e-afa4-8f4ab0aa6ee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1800" b="1" spc="28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CẶP</a:t>
            </a: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1800" b="1" spc="30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Ví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dụ:</a:t>
            </a:r>
            <a:r>
              <a:rPr lang="en-US" sz="69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69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6900" dirty="0" spc="-4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1428750" y="2762250"/>
            <a:ext cx="2857500" cy="7620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2250" dirty="0"/>
          </a:p>
        </p:txBody>
      </p:sp>
      <p:sp>
        <p:nvSpPr>
          <p:cNvPr id="5" name="Text 3"/>
          <p:cNvSpPr/>
          <p:nvPr/>
        </p:nvSpPr>
        <p:spPr>
          <a:xfrm>
            <a:off x="7239000" y="2762250"/>
            <a:ext cx="2857500" cy="7620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250" dirty="0"/>
          </a:p>
        </p:txBody>
      </p:sp>
      <p:sp>
        <p:nvSpPr>
          <p:cNvPr id="6" name="Connector line-1792387762225-958802691"/>
          <p:cNvSpPr/>
          <p:nvPr/>
        </p:nvSpPr>
        <p:spPr>
          <a:xfrm>
            <a:off x="2857500" y="3619500"/>
            <a:ext cx="0" cy="4762500"/>
          </a:xfrm>
          <a:prstGeom prst="line">
            <a:avLst/>
          </a:prstGeom>
          <a:noFill/>
          <a:ln w="28575">
            <a:solidFill>
              <a:srgbClr val="B9B2A0"/>
            </a:solidFill>
            <a:prstDash val="solid"/>
            <a:headEnd type="none"/>
            <a:tailEnd type="none"/>
          </a:ln>
        </p:spPr>
      </p:sp>
      <p:sp>
        <p:nvSpPr>
          <p:cNvPr id="7" name="Connector line-1792387762225-525911708"/>
          <p:cNvSpPr/>
          <p:nvPr/>
        </p:nvSpPr>
        <p:spPr>
          <a:xfrm>
            <a:off x="8667750" y="3619500"/>
            <a:ext cx="0" cy="4762500"/>
          </a:xfrm>
          <a:prstGeom prst="line">
            <a:avLst/>
          </a:prstGeom>
          <a:noFill/>
          <a:ln w="28575">
            <a:solidFill>
              <a:srgbClr val="B9B2A0"/>
            </a:solidFill>
            <a:prstDash val="solid"/>
            <a:headEnd type="none"/>
            <a:tailEnd type="none"/>
          </a:ln>
        </p:spPr>
      </p:sp>
      <p:sp>
        <p:nvSpPr>
          <p:cNvPr id="8" name="Connector line-1792387762225-641365986"/>
          <p:cNvSpPr/>
          <p:nvPr/>
        </p:nvSpPr>
        <p:spPr>
          <a:xfrm>
            <a:off x="2857500" y="4286250"/>
            <a:ext cx="58102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9" name="Connector line-1792387762226-473819298"/>
          <p:cNvSpPr/>
          <p:nvPr/>
        </p:nvSpPr>
        <p:spPr>
          <a:xfrm>
            <a:off x="2857500" y="5238750"/>
            <a:ext cx="58102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10" name="Connector line-1792387762226-387881725"/>
          <p:cNvSpPr/>
          <p:nvPr/>
        </p:nvSpPr>
        <p:spPr>
          <a:xfrm>
            <a:off x="2857500" y="6191250"/>
            <a:ext cx="58102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3143250" y="3886200"/>
            <a:ext cx="533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3143250" y="4838700"/>
            <a:ext cx="533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</a:t>
            </a: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3143250" y="5791200"/>
            <a:ext cx="533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3143250" y="6858000"/>
            <a:ext cx="5524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REST:</a:t>
            </a:r>
            <a:r>
              <a:rPr lang="en-US" sz="2250" dirty="0" spc="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3 lời</a:t>
            </a:r>
            <a:r>
              <a:rPr lang="en-US" sz="2250" dirty="0" spc="-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gọi,</a:t>
            </a:r>
            <a:r>
              <a:rPr lang="en-US" sz="2250" dirty="0" spc="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4.083</a:t>
            </a:r>
            <a:r>
              <a:rPr lang="en-US" sz="2250" dirty="0" spc="-5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byte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3143250" y="7524750"/>
            <a:ext cx="5524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93" dirty="0" spc="-13" kern="0">
                <a:solidFill>
                  <a:srgbClr val="B3321A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Một</a:t>
            </a:r>
            <a:r>
              <a:rPr lang="en-US" sz="2193" dirty="0" spc="3" kern="0">
                <a:solidFill>
                  <a:srgbClr val="B3321A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truy</a:t>
            </a:r>
            <a:r>
              <a:rPr lang="en-US" sz="2193" dirty="0" spc="-9" kern="0">
                <a:solidFill>
                  <a:srgbClr val="B3321A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vấn:</a:t>
            </a:r>
            <a:r>
              <a:rPr lang="en-US" sz="2193" dirty="0" spc="5" kern="0">
                <a:solidFill>
                  <a:srgbClr val="B3321A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1</a:t>
            </a:r>
            <a:r>
              <a:rPr lang="en-US" sz="2193" dirty="0" spc="3" kern="0">
                <a:solidFill>
                  <a:srgbClr val="B3321A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lời</a:t>
            </a:r>
            <a:r>
              <a:rPr lang="en-US" sz="2193" dirty="0" spc="-2" kern="0">
                <a:solidFill>
                  <a:srgbClr val="B3321A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gọi,</a:t>
            </a:r>
            <a:r>
              <a:rPr lang="en-US" sz="2193" dirty="0" spc="-1" kern="0">
                <a:solidFill>
                  <a:srgbClr val="B3321A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354</a:t>
            </a:r>
            <a:r>
              <a:rPr lang="en-US" sz="2193" dirty="0" spc="-4" kern="0">
                <a:solidFill>
                  <a:srgbClr val="B3321A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byte</a:t>
            </a:r>
            <a:endParaRPr lang="en-US" sz="2193" dirty="0"/>
          </a:p>
        </p:txBody>
      </p:sp>
      <p:sp>
        <p:nvSpPr>
          <p:cNvPr id="16" name="Shape 14"/>
          <p:cNvSpPr/>
          <p:nvPr/>
        </p:nvSpPr>
        <p:spPr>
          <a:xfrm>
            <a:off x="11430000" y="2762250"/>
            <a:ext cx="5943600" cy="5619750"/>
          </a:xfrm>
          <a:prstGeom prst="roundRect">
            <a:avLst>
              <a:gd name="adj" fmla="val 5424"/>
            </a:avLst>
          </a:prstGeom>
          <a:solidFill>
            <a:srgbClr val="DCE2FA"/>
          </a:solidFill>
          <a:ln/>
        </p:spPr>
      </p:sp>
      <p:sp>
        <p:nvSpPr>
          <p:cNvPr id="17" name="Text 15"/>
          <p:cNvSpPr/>
          <p:nvPr/>
        </p:nvSpPr>
        <p:spPr>
          <a:xfrm>
            <a:off x="11811000" y="3105150"/>
            <a:ext cx="51816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5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2700" dirty="0" spc="2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cặp</a:t>
            </a:r>
            <a:r>
              <a:rPr lang="en-US" sz="2700" dirty="0" spc="8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</a:t>
            </a:r>
            <a:endParaRPr lang="en-US" sz="2700" dirty="0"/>
          </a:p>
        </p:txBody>
      </p:sp>
      <p:sp>
        <p:nvSpPr>
          <p:cNvPr id="18" name="Text richtext-1792387762240-339690334"/>
          <p:cNvSpPr/>
          <p:nvPr/>
        </p:nvSpPr>
        <p:spPr>
          <a:xfrm>
            <a:off x="11811000" y="3905250"/>
            <a:ext cx="5181600" cy="4191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marL="285750" indent="-204151">
              <a:lnSpc>
                <a:spcPts val="2925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Chuẩn</a:t>
            </a:r>
            <a:r>
              <a:rPr lang="en-US" sz="22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hoá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hoá.</a:t>
            </a:r>
            <a:endParaRPr lang="en-US" sz="2250" dirty="0"/>
          </a:p>
          <a:p>
            <a:pPr algn="l" marL="285750" indent="-204151">
              <a:lnSpc>
                <a:spcPts val="2925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bất</a:t>
            </a:r>
            <a:r>
              <a:rPr lang="en-US" sz="22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bộ.</a:t>
            </a:r>
            <a:endParaRPr lang="en-US" sz="2250" dirty="0"/>
          </a:p>
          <a:p>
            <a:pPr algn="l" marL="285750" indent="-204151">
              <a:lnSpc>
                <a:spcPts val="2925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dọc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ngang.</a:t>
            </a:r>
            <a:endParaRPr lang="en-US" sz="2250" dirty="0"/>
          </a:p>
          <a:p>
            <a:pPr algn="l" marL="285750" indent="-204151">
              <a:lnSpc>
                <a:spcPts val="2925"/>
              </a:lnSpc>
              <a:buSzPct val="100000"/>
              <a:buFont typeface="Arial"/>
              <a:buChar char="•"/>
            </a:pP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REST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trường.</a:t>
            </a:r>
            <a:endParaRPr lang="en-US" sz="2250" dirty="0"/>
          </a:p>
        </p:txBody>
      </p:sp>
      <p:sp>
        <p:nvSpPr>
          <p:cNvPr id="19" name="Connector line-1792387762248-961706696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3" name="Shape 2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41473076-c568-44f9-a2c4-008eea94c24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80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cặp</a:t>
            </a:r>
            <a:r>
              <a:rPr lang="en-US" sz="69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học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62250"/>
            <a:ext cx="4953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Chuẩn</a:t>
            </a:r>
            <a:r>
              <a:rPr lang="en-US" sz="2250" dirty="0" spc="-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hoá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6438900" y="2762250"/>
            <a:ext cx="10668000" cy="1238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ctr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Nối</a:t>
            </a:r>
            <a:r>
              <a:rPr lang="en-US" sz="21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chậm hơn;</a:t>
            </a:r>
            <a:r>
              <a:rPr lang="en-US" sz="21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1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tên: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21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µs,</a:t>
            </a:r>
            <a:r>
              <a:rPr lang="en-US" sz="21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21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120</a:t>
            </a:r>
            <a:r>
              <a:rPr lang="en-US" sz="21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100" dirty="0" spc="-2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176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µs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14400" y="41910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4191000"/>
            <a:ext cx="4953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Bất</a:t>
            </a:r>
            <a:r>
              <a:rPr lang="en-US" sz="2250" dirty="0" spc="-6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đồng</a:t>
            </a:r>
            <a:r>
              <a:rPr lang="en-US" sz="2250" dirty="0" spc="-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bộ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6438900" y="4191000"/>
            <a:ext cx="10668000" cy="1238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ctr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50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 chờ:</a:t>
            </a:r>
            <a:r>
              <a:rPr lang="en-US" sz="21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1,010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</a:t>
            </a:r>
            <a:r>
              <a:rPr lang="en-US" sz="21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21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0,022 s;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 nhỏ chậm 35</a:t>
            </a:r>
            <a:r>
              <a:rPr lang="en-US" sz="21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1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914400" y="56197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5619750"/>
            <a:ext cx="4953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0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Mở</a:t>
            </a:r>
            <a:r>
              <a:rPr lang="en-US" sz="2250" dirty="0" spc="-1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rộng</a:t>
            </a:r>
            <a:r>
              <a:rPr lang="en-US" sz="2250" dirty="0" spc="-5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ngang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6438900" y="5619750"/>
            <a:ext cx="10668000" cy="1238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ctr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Gấp</a:t>
            </a:r>
            <a:r>
              <a:rPr lang="en-US" sz="210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đôi</a:t>
            </a: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tiến</a:t>
            </a:r>
            <a:r>
              <a:rPr lang="en-US" sz="21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trình: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1,6</a:t>
            </a:r>
            <a:r>
              <a:rPr lang="en-US" sz="21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1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1,8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lần;</a:t>
            </a:r>
            <a:r>
              <a:rPr lang="en-US" sz="21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gấp</a:t>
            </a:r>
            <a:r>
              <a:rPr lang="en-US" sz="21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bốn:</a:t>
            </a: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2,2</a:t>
            </a:r>
            <a:r>
              <a:rPr lang="en-US" sz="21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2,5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914400" y="70485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1295400" y="7048500"/>
            <a:ext cx="4953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6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REST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6438900" y="7048500"/>
            <a:ext cx="10668000" cy="1238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ctr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1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gọi: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4.083</a:t>
            </a:r>
            <a:r>
              <a:rPr lang="en-US" sz="21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byte;</a:t>
            </a:r>
            <a:r>
              <a:rPr lang="en-US" sz="21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1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1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trường: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354</a:t>
            </a:r>
            <a:r>
              <a:rPr lang="en-US" sz="21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endParaRPr lang="en-US" sz="2100" dirty="0"/>
          </a:p>
        </p:txBody>
      </p:sp>
      <p:sp>
        <p:nvSpPr>
          <p:cNvPr id="16" name="Connector line-1792387763145-710215691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1" name="Shape 1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b3ea5521-7280-4031-9d0a-08f101ff2a1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8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SÁU</a:t>
            </a:r>
            <a:r>
              <a:rPr lang="en-US" sz="1800" b="1" spc="28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CẶP</a:t>
            </a:r>
            <a:r>
              <a:rPr lang="en-US" sz="1800" b="1" spc="30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Giữ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5219700" cy="2190750"/>
          </a:xfrm>
          <a:prstGeom prst="roundRect">
            <a:avLst>
              <a:gd name="adj" fmla="val 12174"/>
            </a:avLst>
          </a:prstGeom>
          <a:solidFill>
            <a:srgbClr val="D9ECE2"/>
          </a:solidFill>
          <a:ln/>
        </p:spPr>
      </p:sp>
      <p:sp>
        <p:nvSpPr>
          <p:cNvPr id="5" name="Shape 3"/>
          <p:cNvSpPr/>
          <p:nvPr/>
        </p:nvSpPr>
        <p:spPr>
          <a:xfrm>
            <a:off x="6534150" y="2857500"/>
            <a:ext cx="5219700" cy="2190750"/>
          </a:xfrm>
          <a:prstGeom prst="roundRect">
            <a:avLst>
              <a:gd name="adj" fmla="val 12174"/>
            </a:avLst>
          </a:prstGeom>
          <a:solidFill>
            <a:srgbClr val="D9ECE2"/>
          </a:solidFill>
          <a:ln/>
        </p:spPr>
      </p:sp>
      <p:sp>
        <p:nvSpPr>
          <p:cNvPr id="6" name="Shape 4"/>
          <p:cNvSpPr/>
          <p:nvPr/>
        </p:nvSpPr>
        <p:spPr>
          <a:xfrm>
            <a:off x="12153900" y="2857500"/>
            <a:ext cx="5219700" cy="2190750"/>
          </a:xfrm>
          <a:prstGeom prst="roundRect">
            <a:avLst>
              <a:gd name="adj" fmla="val 12174"/>
            </a:avLst>
          </a:prstGeom>
          <a:solidFill>
            <a:srgbClr val="D9ECE2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5429250"/>
            <a:ext cx="5219700" cy="2190750"/>
          </a:xfrm>
          <a:prstGeom prst="roundRect">
            <a:avLst>
              <a:gd name="adj" fmla="val 12174"/>
            </a:avLst>
          </a:prstGeom>
          <a:solidFill>
            <a:srgbClr val="D9ECE2"/>
          </a:solidFill>
          <a:ln/>
        </p:spPr>
      </p:sp>
      <p:sp>
        <p:nvSpPr>
          <p:cNvPr id="8" name="Shape 6"/>
          <p:cNvSpPr/>
          <p:nvPr/>
        </p:nvSpPr>
        <p:spPr>
          <a:xfrm>
            <a:off x="6534150" y="5429250"/>
            <a:ext cx="5219700" cy="2190750"/>
          </a:xfrm>
          <a:prstGeom prst="roundRect">
            <a:avLst>
              <a:gd name="adj" fmla="val 12174"/>
            </a:avLst>
          </a:prstGeom>
          <a:solidFill>
            <a:srgbClr val="D9ECE2"/>
          </a:solidFill>
          <a:ln/>
        </p:spPr>
      </p:sp>
      <p:sp>
        <p:nvSpPr>
          <p:cNvPr id="9" name="Shape 7"/>
          <p:cNvSpPr/>
          <p:nvPr/>
        </p:nvSpPr>
        <p:spPr>
          <a:xfrm>
            <a:off x="12153900" y="5429250"/>
            <a:ext cx="5219700" cy="2190750"/>
          </a:xfrm>
          <a:prstGeom prst="roundRect">
            <a:avLst>
              <a:gd name="adj" fmla="val 12174"/>
            </a:avLst>
          </a:prstGeom>
          <a:solidFill>
            <a:srgbClr val="D9ECE2"/>
          </a:solidFill>
          <a:ln/>
        </p:spPr>
      </p:sp>
      <p:sp>
        <p:nvSpPr>
          <p:cNvPr id="10" name="Text 8"/>
          <p:cNvSpPr/>
          <p:nvPr/>
        </p:nvSpPr>
        <p:spPr>
          <a:xfrm>
            <a:off x="1238250" y="2857500"/>
            <a:ext cx="4572000" cy="21907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ctr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SQL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NoSQL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6858000" y="2857500"/>
            <a:ext cx="4572000" cy="21907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ctr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Lô</a:t>
            </a:r>
            <a:r>
              <a:rPr lang="en-US" sz="25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2477750" y="2857500"/>
            <a:ext cx="4572000" cy="21907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ctr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Nhất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</a:t>
            </a:r>
            <a:r>
              <a:rPr lang="en-US" sz="25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1238250" y="5429250"/>
            <a:ext cx="4572000" cy="21907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ctr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Mạnh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6858000" y="5429250"/>
            <a:ext cx="4572000" cy="21907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ctr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5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2477750" y="5429250"/>
            <a:ext cx="4572000" cy="21907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ctr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55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xuyên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55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xuyên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914400" y="80010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10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 bài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này;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 chỉ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ý,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100" dirty="0"/>
          </a:p>
        </p:txBody>
      </p:sp>
      <p:sp>
        <p:nvSpPr>
          <p:cNvPr id="17" name="Connector line-1792387763899-268265131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3" name="Shape 2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0e91a704-f507-4581-b61c-9e374577add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Đừng</a:t>
            </a:r>
            <a:r>
              <a:rPr lang="en-US" sz="69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quá</a:t>
            </a:r>
            <a:r>
              <a:rPr lang="en-US" sz="69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những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2057400" y="2857500"/>
            <a:ext cx="141732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438400" y="2857500"/>
            <a:ext cx="13411200" cy="1619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5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ảo: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tuyệt</a:t>
            </a: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25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5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1485900" y="4667250"/>
            <a:ext cx="153162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66900" y="4667250"/>
            <a:ext cx="14554200" cy="1619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"Nối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khác"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5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" y="647700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5400" y="6477000"/>
            <a:ext cx="15697200" cy="1619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chơi;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"ngang"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tiến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trình,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máy.</a:t>
            </a:r>
            <a:endParaRPr lang="en-US" sz="2550" dirty="0"/>
          </a:p>
        </p:txBody>
      </p:sp>
      <p:sp>
        <p:nvSpPr>
          <p:cNvPr id="10" name="Connector line-1792387764652-340721834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60112739-a197-4a1a-b17e-c5698d2160d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459200" cy="2190750"/>
          </a:xfrm>
          <a:prstGeom prst="rect">
            <a:avLst/>
          </a:prstGeom>
          <a:noFill/>
          <a:ln/>
        </p:spPr>
        <p:txBody>
          <a:bodyPr wrap="square" lIns="0" tIns="15684" rIns="0" bIns="-15684" rtlCol="0" anchor="t"/>
          <a:lstStyle/>
          <a:p>
            <a:pPr algn="l" indent="0" marL="0">
              <a:lnSpc>
                <a:spcPts val="5693"/>
              </a:lnSpc>
              <a:buNone/>
            </a:pPr>
            <a:r>
              <a:rPr lang="en-US" sz="49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Định</a:t>
            </a:r>
            <a:r>
              <a:rPr lang="en-US" sz="495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phi</a:t>
            </a:r>
            <a:r>
              <a:rPr lang="en-US" sz="49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chuẩn</a:t>
            </a:r>
            <a:r>
              <a:rPr lang="en-US" sz="495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hoá</a:t>
            </a:r>
            <a:r>
              <a:rPr lang="en-US" sz="49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bảng</a:t>
            </a:r>
            <a:r>
              <a:rPr lang="en-US" sz="495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đơn</a:t>
            </a:r>
            <a:r>
              <a:rPr lang="en-US" sz="49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r>
              <a:rPr lang="en-US" sz="49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495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truy</a:t>
            </a:r>
            <a:r>
              <a:rPr lang="en-US" sz="4950" dirty="0" spc="-4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vấn</a:t>
            </a:r>
            <a:r>
              <a:rPr lang="en-US" sz="49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nhanh.</a:t>
            </a:r>
            <a:r>
              <a:rPr lang="en-US" sz="495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</a:t>
            </a:r>
            <a:r>
              <a:rPr lang="en-US" sz="495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4950" dirty="0" spc="-4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trước,</a:t>
            </a:r>
            <a:r>
              <a:rPr lang="en-US" sz="495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</a:t>
            </a:r>
            <a:r>
              <a:rPr lang="en-US" sz="495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4950" dirty="0"/>
          </a:p>
        </p:txBody>
      </p:sp>
      <p:sp>
        <p:nvSpPr>
          <p:cNvPr id="4" name="Shape 2"/>
          <p:cNvSpPr/>
          <p:nvPr/>
        </p:nvSpPr>
        <p:spPr>
          <a:xfrm>
            <a:off x="914400" y="4191000"/>
            <a:ext cx="16459200" cy="3238500"/>
          </a:xfrm>
          <a:prstGeom prst="roundRect">
            <a:avLst>
              <a:gd name="adj" fmla="val 9412"/>
            </a:avLst>
          </a:prstGeom>
          <a:solidFill>
            <a:srgbClr val="F8D9D1"/>
          </a:solidFill>
          <a:ln/>
        </p:spPr>
      </p:sp>
      <p:sp>
        <p:nvSpPr>
          <p:cNvPr id="5" name="Text richtext-1792387765435-797167294"/>
          <p:cNvSpPr/>
          <p:nvPr/>
        </p:nvSpPr>
        <p:spPr>
          <a:xfrm>
            <a:off x="1295400" y="4476750"/>
            <a:ext cx="15697200" cy="2667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Đo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mục: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Giá: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tên.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Dung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gấp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2,6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lần.</a:t>
            </a:r>
            <a:endParaRPr lang="en-US" sz="2550" dirty="0"/>
          </a:p>
        </p:txBody>
      </p:sp>
      <p:sp>
        <p:nvSpPr>
          <p:cNvPr id="6" name="Connector line-1792387765443-850578152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4" name="Shape 1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6371aa6f-474a-4215-8ebc-c0cb37bf58b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Đã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sắp</a:t>
            </a:r>
            <a:r>
              <a:rPr lang="en-US" sz="6900" dirty="0" spc="-7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xếp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</a:t>
            </a:r>
            <a:r>
              <a:rPr lang="en-US" sz="6900" dirty="0" spc="-8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với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001000" cy="5334000"/>
          </a:xfrm>
          <a:prstGeom prst="roundRect">
            <a:avLst>
              <a:gd name="adj" fmla="val 571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72600" y="2857500"/>
            <a:ext cx="8001000" cy="5334000"/>
          </a:xfrm>
          <a:prstGeom prst="roundRect">
            <a:avLst>
              <a:gd name="adj" fmla="val 5714"/>
            </a:avLst>
          </a:prstGeom>
          <a:solidFill>
            <a:srgbClr val="F3DFB8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2004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285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2850" dirty="0"/>
          </a:p>
        </p:txBody>
      </p:sp>
      <p:sp>
        <p:nvSpPr>
          <p:cNvPr id="7" name="Text richtext-1792387766198-741599075"/>
          <p:cNvSpPr/>
          <p:nvPr/>
        </p:nvSpPr>
        <p:spPr>
          <a:xfrm>
            <a:off x="1295400" y="4000500"/>
            <a:ext cx="7239000" cy="3810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80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cặp.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nào.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9753600" y="32004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2850" dirty="0" spc="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</a:t>
            </a:r>
            <a:endParaRPr lang="en-US" sz="2850" dirty="0"/>
          </a:p>
        </p:txBody>
      </p:sp>
      <p:sp>
        <p:nvSpPr>
          <p:cNvPr id="9" name="Text richtext-1792387766203-882518806"/>
          <p:cNvSpPr/>
          <p:nvPr/>
        </p:nvSpPr>
        <p:spPr>
          <a:xfrm>
            <a:off x="9753600" y="4000500"/>
            <a:ext cx="7239000" cy="3810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800"/>
              </a:spcAft>
              <a:buSzPct val="100000"/>
              <a:buFont typeface="Arial"/>
              <a:buChar char="•"/>
            </a:pPr>
            <a:r>
              <a:rPr lang="en-US" sz="2550" dirty="0" spc="-7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Tóm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lược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mười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cặp.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80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Đo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cặp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25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nhỏ.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2550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sáu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cặp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đo.</a:t>
            </a:r>
            <a:endParaRPr lang="en-US" sz="2550" dirty="0"/>
          </a:p>
        </p:txBody>
      </p:sp>
      <p:sp>
        <p:nvSpPr>
          <p:cNvPr id="10" name="Connector line-1792387766207-323108522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9" name="Shape 1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37598d67-065a-4d97-b1b3-a5c5c3ad54f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143000"/>
          </a:xfrm>
          <a:prstGeom prst="roundRect">
            <a:avLst>
              <a:gd name="adj" fmla="val 23333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00150" y="3048000"/>
            <a:ext cx="2381250" cy="5715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REST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3905250" y="2838450"/>
            <a:ext cx="13144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REpresentational</a:t>
            </a:r>
            <a:r>
              <a:rPr lang="en-US" sz="16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State</a:t>
            </a:r>
            <a:r>
              <a:rPr lang="en-US" sz="165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3905250" y="3143250"/>
            <a:ext cx="13144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2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đại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4095750"/>
            <a:ext cx="16459200" cy="1143000"/>
          </a:xfrm>
          <a:prstGeom prst="roundRect">
            <a:avLst>
              <a:gd name="adj" fmla="val 23333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00150" y="4381500"/>
            <a:ext cx="2381250" cy="5715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NoSQL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3905250" y="4171950"/>
            <a:ext cx="13144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Not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only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SQL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3905250" y="4476750"/>
            <a:ext cx="13144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"Không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SQL":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14400" y="5429250"/>
            <a:ext cx="16459200" cy="1143000"/>
          </a:xfrm>
          <a:prstGeom prst="roundRect">
            <a:avLst>
              <a:gd name="adj" fmla="val 23333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00150" y="5715000"/>
            <a:ext cx="2381250" cy="5715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SQL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3905250" y="5505450"/>
            <a:ext cx="13144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Structured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Query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Language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3905250" y="5810250"/>
            <a:ext cx="13144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914400" y="7239000"/>
            <a:ext cx="16459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14400" y="771525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(bản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định)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Microsoft:</a:t>
            </a: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Minimize</a:t>
            </a:r>
            <a:r>
              <a:rPr lang="en-US" sz="22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coordination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Microsoft: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scale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out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2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</a:t>
            </a:r>
            <a:endParaRPr lang="en-US" sz="2250" dirty="0"/>
          </a:p>
        </p:txBody>
      </p:sp>
      <p:sp>
        <p:nvSpPr>
          <p:cNvPr id="18" name="Connector line-1792387767002-490482231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8" name="Text 26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7cdd4ac1-65a2-4b47-9a05-b164b7bf8fd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2026-10-19T05:30:59Z</dcterms:created>
  <dcterms:modified xsi:type="dcterms:W3CDTF">2026-10-19T05:30:59Z</dcterms:modified>
</cp:coreProperties>
</file>