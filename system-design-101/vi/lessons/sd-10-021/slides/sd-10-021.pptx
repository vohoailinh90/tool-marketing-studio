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2001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43000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971925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4200525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00525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6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029450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258050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7258050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 gán</a:t>
            </a: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086975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315575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315575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nhớ</a:t>
            </a:r>
            <a:r>
              <a:rPr lang="en-US" sz="16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335000" y="9144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39800" y="11430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39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19" name="Shape 17"/>
          <p:cNvSpPr/>
          <p:nvPr/>
        </p:nvSpPr>
        <p:spPr>
          <a:xfrm>
            <a:off x="13650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224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93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53654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36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4" name="Text 22"/>
          <p:cNvSpPr/>
          <p:nvPr/>
        </p:nvSpPr>
        <p:spPr>
          <a:xfrm>
            <a:off x="13639800" y="26289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3335000" y="35052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39800" y="37338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27" name="Shape 25"/>
          <p:cNvSpPr/>
          <p:nvPr/>
        </p:nvSpPr>
        <p:spPr>
          <a:xfrm>
            <a:off x="13650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8" name="Shape 26"/>
          <p:cNvSpPr/>
          <p:nvPr/>
        </p:nvSpPr>
        <p:spPr>
          <a:xfrm>
            <a:off x="142224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9" name="Shape 27"/>
          <p:cNvSpPr/>
          <p:nvPr/>
        </p:nvSpPr>
        <p:spPr>
          <a:xfrm>
            <a:off x="14793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30" name="Shape 28"/>
          <p:cNvSpPr/>
          <p:nvPr/>
        </p:nvSpPr>
        <p:spPr>
          <a:xfrm>
            <a:off x="153654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36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2" name="Text 30"/>
          <p:cNvSpPr/>
          <p:nvPr/>
        </p:nvSpPr>
        <p:spPr>
          <a:xfrm>
            <a:off x="13639800" y="52197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3335000" y="60960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639800" y="63246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35" name="Shape 33"/>
          <p:cNvSpPr/>
          <p:nvPr/>
        </p:nvSpPr>
        <p:spPr>
          <a:xfrm>
            <a:off x="13650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36" name="Shape 34"/>
          <p:cNvSpPr/>
          <p:nvPr/>
        </p:nvSpPr>
        <p:spPr>
          <a:xfrm>
            <a:off x="142224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7" name="Shape 35"/>
          <p:cNvSpPr/>
          <p:nvPr/>
        </p:nvSpPr>
        <p:spPr>
          <a:xfrm>
            <a:off x="14793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8" name="Shape 36"/>
          <p:cNvSpPr/>
          <p:nvPr/>
        </p:nvSpPr>
        <p:spPr>
          <a:xfrm>
            <a:off x="153654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36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40" name="Text 38"/>
          <p:cNvSpPr/>
          <p:nvPr/>
        </p:nvSpPr>
        <p:spPr>
          <a:xfrm>
            <a:off x="13639800" y="78105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276a0f2-bb4c-46b8-8c33-69c2a9261a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2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thành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76200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191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Text richtext-1792338234095-765644144"/>
          <p:cNvSpPr/>
          <p:nvPr/>
        </p:nvSpPr>
        <p:spPr>
          <a:xfrm>
            <a:off x="1257300" y="6648450"/>
            <a:ext cx="6953250" cy="1619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 nhấn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829800" y="1428750"/>
            <a:ext cx="6858000" cy="9715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4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 dùng</a:t>
            </a:r>
            <a:endParaRPr lang="en-US" sz="2400" dirty="0"/>
          </a:p>
        </p:txBody>
      </p:sp>
      <p:sp>
        <p:nvSpPr>
          <p:cNvPr id="11" name="Connector line-1792338234134-396813060"/>
          <p:cNvSpPr/>
          <p:nvPr/>
        </p:nvSpPr>
        <p:spPr>
          <a:xfrm>
            <a:off x="13258800" y="2590800"/>
            <a:ext cx="0" cy="53340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601200" y="3200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3390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sao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43349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148302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53255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158208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63161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0" y="4343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906000" y="4533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143349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2" name="Shape 20"/>
          <p:cNvSpPr/>
          <p:nvPr/>
        </p:nvSpPr>
        <p:spPr>
          <a:xfrm>
            <a:off x="148302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3" name="Shape 21"/>
          <p:cNvSpPr/>
          <p:nvPr/>
        </p:nvSpPr>
        <p:spPr>
          <a:xfrm>
            <a:off x="153255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4" name="Shape 22"/>
          <p:cNvSpPr/>
          <p:nvPr/>
        </p:nvSpPr>
        <p:spPr>
          <a:xfrm>
            <a:off x="158208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5" name="Shape 23"/>
          <p:cNvSpPr/>
          <p:nvPr/>
        </p:nvSpPr>
        <p:spPr>
          <a:xfrm>
            <a:off x="163161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0" y="5486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9906000" y="5676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143349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48302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0" name="Shape 28"/>
          <p:cNvSpPr/>
          <p:nvPr/>
        </p:nvSpPr>
        <p:spPr>
          <a:xfrm>
            <a:off x="153255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1" name="Shape 29"/>
          <p:cNvSpPr/>
          <p:nvPr/>
        </p:nvSpPr>
        <p:spPr>
          <a:xfrm>
            <a:off x="158208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161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3" name="Connector line-1792338234142-552138713"/>
          <p:cNvSpPr/>
          <p:nvPr/>
        </p:nvSpPr>
        <p:spPr>
          <a:xfrm>
            <a:off x="13258800" y="6534150"/>
            <a:ext cx="0" cy="53340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01200" y="7143750"/>
            <a:ext cx="7315200" cy="1238250"/>
          </a:xfrm>
          <a:prstGeom prst="roundRect">
            <a:avLst>
              <a:gd name="adj" fmla="val 1846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72dfbf17-3eba-4fb6-b959-3b5d7eb541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16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3143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 danh</a:t>
            </a:r>
            <a:r>
              <a:rPr lang="en-US" sz="27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191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4579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896100"/>
            <a:ext cx="6934200" cy="13716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"các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hệ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thật"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quan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2381250"/>
          </a:xfrm>
          <a:prstGeom prst="roundRect">
            <a:avLst>
              <a:gd name="adj" fmla="val 96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4100" y="15621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944100" y="2019300"/>
            <a:ext cx="6629400" cy="1428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thật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0401300" y="3905250"/>
            <a:ext cx="57150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601200" y="4781550"/>
            <a:ext cx="73152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28575">
            <a:solidFill>
              <a:srgbClr val="2A2E3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33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33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601200" y="6896100"/>
            <a:ext cx="7315200" cy="1485900"/>
          </a:xfrm>
          <a:prstGeom prst="roundRect">
            <a:avLst>
              <a:gd name="adj" fmla="val 15385"/>
            </a:avLst>
          </a:prstGeom>
          <a:noFill/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944100" y="7048500"/>
            <a:ext cx="6629400" cy="11811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ctr"/>
          <a:lstStyle/>
          <a:p>
            <a:pPr algn="ctr" indent="0" marL="0">
              <a:lnSpc>
                <a:spcPts val="3240"/>
              </a:lnSpc>
              <a:buNone/>
            </a:pPr>
            <a:r>
              <a:rPr lang="en-US" sz="24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dành cho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941d1fe-0fc2-43e4-a1c6-6d216fd120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b="1" spc="1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75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12369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20370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28371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36372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44373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7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192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192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65151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F3D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68376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5" name="Shape 13"/>
          <p:cNvSpPr/>
          <p:nvPr/>
        </p:nvSpPr>
        <p:spPr>
          <a:xfrm>
            <a:off x="76377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84378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7" name="Shape 15"/>
          <p:cNvSpPr/>
          <p:nvPr/>
        </p:nvSpPr>
        <p:spPr>
          <a:xfrm>
            <a:off x="92379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18" name="Shape 16"/>
          <p:cNvSpPr/>
          <p:nvPr/>
        </p:nvSpPr>
        <p:spPr>
          <a:xfrm>
            <a:off x="100380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19" name="Text 17"/>
          <p:cNvSpPr/>
          <p:nvPr/>
        </p:nvSpPr>
        <p:spPr>
          <a:xfrm>
            <a:off x="68199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68199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199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121158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CFE8E2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83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4" name="Shape 22"/>
          <p:cNvSpPr/>
          <p:nvPr/>
        </p:nvSpPr>
        <p:spPr>
          <a:xfrm>
            <a:off x="132384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5" name="Shape 23"/>
          <p:cNvSpPr/>
          <p:nvPr/>
        </p:nvSpPr>
        <p:spPr>
          <a:xfrm>
            <a:off x="140385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6" name="Shape 24"/>
          <p:cNvSpPr/>
          <p:nvPr/>
        </p:nvSpPr>
        <p:spPr>
          <a:xfrm>
            <a:off x="148386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7" name="Shape 25"/>
          <p:cNvSpPr/>
          <p:nvPr/>
        </p:nvSpPr>
        <p:spPr>
          <a:xfrm>
            <a:off x="156387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8" name="Text 26"/>
          <p:cNvSpPr/>
          <p:nvPr/>
        </p:nvSpPr>
        <p:spPr>
          <a:xfrm>
            <a:off x="124206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124206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24206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(senior).</a:t>
            </a:r>
            <a:endParaRPr lang="en-US" sz="28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b4af86be-c34c-4b76-98fb-2389b5bfd1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1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3333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thống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69151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01200" y="12954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4100" y="14859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Bloom: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700" dirty="0"/>
          </a:p>
        </p:txBody>
      </p:sp>
      <p:sp>
        <p:nvSpPr>
          <p:cNvPr id="9" name="Connector line-1792338444901-176477059"/>
          <p:cNvSpPr/>
          <p:nvPr/>
        </p:nvSpPr>
        <p:spPr>
          <a:xfrm>
            <a:off x="13258800" y="316230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601200" y="379095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44100" y="40386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4457700"/>
            <a:ext cx="66294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chỉ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3000" dirty="0"/>
          </a:p>
        </p:txBody>
      </p:sp>
      <p:sp>
        <p:nvSpPr>
          <p:cNvPr id="13" name="Connector line-1792338444906-94315203"/>
          <p:cNvSpPr/>
          <p:nvPr/>
        </p:nvSpPr>
        <p:spPr>
          <a:xfrm>
            <a:off x="13258800" y="565785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601200" y="62865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944100" y="6534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RAFT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9944100" y="6953250"/>
            <a:ext cx="66294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4400" y="4857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etcd-io/raft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1257300" y="73533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chọn,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27117fd4-5916-4338-b4c3-6a26d03c36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do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8199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1562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820400" y="15621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20400" y="25908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 nguồn,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40005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820400" y="40005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kiến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20400" y="50292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601200" y="61722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6438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820400" y="64389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"Cấp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cao"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20400" y="74676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34ebc70-dbf3-4e89-bdbd-4577afca5a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620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476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49530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giúp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601200" y="12954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06000" y="1562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820400" y="15621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 Bloom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820400" y="21336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 là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06000" y="40005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820400" y="40005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7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820400" y="45720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hầu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4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lực;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01200" y="61722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06000" y="6438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820400" y="64389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820400" y="70104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13864ac-1680-4b99-8d50-fb63be59bb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dùng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192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192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hơn chi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99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99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Thang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8199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199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khó;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206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4206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24206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206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nằm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877050"/>
            <a:ext cx="164592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7124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57300" y="7562850"/>
            <a:ext cx="1577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(thang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sao);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Apache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 lọc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quán);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etcd-io/raft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(Raft).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57300" y="8172450"/>
            <a:ext cx="15773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34eaee7-e19c-4796-9003-bbdd72c362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2026-10-19T15:34:24Z</dcterms:created>
  <dcterms:modified xsi:type="dcterms:W3CDTF">2026-10-19T15:34:24Z</dcterms:modified>
</cp:coreProperties>
</file>