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9/1995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 đầu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1990;</a:t>
            </a:r>
            <a:r>
              <a:rPr lang="en-US" sz="28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Netscape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3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nhiều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mới; mỗi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Roslyn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MỤC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 NGỮ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tùy chọn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dùng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Kotlin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kiểu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lời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tra;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mình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Netscape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Navigator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7058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2026-10-19T15:05:46Z</dcterms:created>
  <dcterms:modified xsi:type="dcterms:W3CDTF">2026-10-19T15:05:46Z</dcterms:modified>
</cp:coreProperties>
</file>