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3429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9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Telegram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81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04825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mã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tin?</a:t>
            </a:r>
            <a:endParaRPr lang="en-US" sz="3000" dirty="0"/>
          </a:p>
        </p:txBody>
      </p:sp>
      <p:sp>
        <p:nvSpPr>
          <p:cNvPr id="5" name="Connector line-1792370939727-787156286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532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câu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0" y="1428750"/>
            <a:ext cx="68961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10782300" y="180975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11144250" y="1771650"/>
            <a:ext cx="5905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THƯỜNG,</a:t>
            </a:r>
            <a:r>
              <a:rPr lang="en-US" sz="1800" b="1" spc="18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44250" y="224790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6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36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3600" dirty="0" spc="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36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1144250" y="29527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chìa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phần,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477500" y="4095750"/>
            <a:ext cx="68961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2300" y="447675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1144250" y="4438650"/>
            <a:ext cx="5905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SECRET</a:t>
            </a:r>
            <a:r>
              <a:rPr lang="en-US" sz="1800" b="1" spc="19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144250" y="491490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36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3600" dirty="0" spc="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36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1144250" y="561975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40bff3ac-307d-444a-97aa-5a962dcb69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1950" b="1" spc="29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4287500" cy="2857500"/>
          </a:xfrm>
          <a:prstGeom prst="rect">
            <a:avLst/>
          </a:prstGeom>
          <a:noFill/>
          <a:ln/>
        </p:spPr>
        <p:txBody>
          <a:bodyPr wrap="square" lIns="0" tIns="64389" rIns="0" bIns="-64389" rtlCol="0" anchor="t"/>
          <a:lstStyle/>
          <a:p>
            <a:pPr algn="l" indent="0" marL="0">
              <a:lnSpc>
                <a:spcPts val="8268"/>
              </a:lnSpc>
              <a:buNone/>
            </a:pPr>
            <a:r>
              <a:rPr lang="en-US" sz="78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</a:t>
            </a:r>
            <a:r>
              <a:rPr lang="en-US" sz="78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toàn: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8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được.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richtext-1792370962034-646111980"/>
          <p:cNvSpPr/>
          <p:nvPr/>
        </p:nvSpPr>
        <p:spPr>
          <a:xfrm>
            <a:off x="1333500" y="5334000"/>
            <a:ext cx="13335000" cy="1905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8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cuối,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E2EE.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41309e4c-6fdf-4e31-9b21-0e29982c9d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987552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Câu</a:t>
                      </a:r>
                      <a:r>
                        <a:rPr lang="en-US" sz="27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hỏi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Chat</a:t>
                      </a:r>
                      <a:r>
                        <a:rPr lang="en-US" sz="2700" b="1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thường,</a:t>
                      </a:r>
                      <a:r>
                        <a:rPr lang="en-US" sz="2700" b="1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chat</a:t>
                      </a:r>
                      <a:r>
                        <a:rPr lang="en-US" sz="2700" b="1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nhóm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7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hóa</a:t>
                      </a:r>
                      <a:r>
                        <a:rPr lang="en-US" sz="2700" dirty="0" spc="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đầu</a:t>
                      </a:r>
                      <a:r>
                        <a:rPr lang="en-US" sz="27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cuối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Tin</a:t>
                      </a:r>
                      <a:r>
                        <a:rPr lang="en-US" sz="2700" dirty="0" spc="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lưu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70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đâu?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Nhiều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trung</a:t>
                      </a:r>
                      <a:r>
                        <a:rPr lang="en-US" sz="27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tâm</a:t>
                      </a:r>
                      <a:r>
                        <a:rPr lang="en-US" sz="27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liệu,</a:t>
                      </a:r>
                      <a:r>
                        <a:rPr lang="en-US" sz="2700" dirty="0" spc="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7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hóa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Chìa</a:t>
                      </a:r>
                      <a:r>
                        <a:rPr lang="en-US" sz="27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giải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Chia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phần,</a:t>
                      </a:r>
                      <a:r>
                        <a:rPr lang="en-US" sz="27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cất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nhiều nơi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001000"/>
            <a:ext cx="1645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Telegram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được;</a:t>
            </a:r>
            <a:r>
              <a:rPr lang="en-US" sz="2400" dirty="0" spc="-3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 lén</a:t>
            </a:r>
            <a:r>
              <a:rPr lang="en-US" sz="24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6f56f7d9-b345-4ca7-8dbb-a23a1f1ba6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CHÌA</a:t>
            </a:r>
            <a:r>
              <a:rPr lang="en-US" sz="1950" b="1" spc="28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Chìa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333500" y="3143250"/>
            <a:ext cx="5334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14500" y="3429000"/>
            <a:ext cx="4572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950" b="1" spc="2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b="1" spc="20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14500" y="3905250"/>
            <a:ext cx="45720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trung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333500" y="6096000"/>
            <a:ext cx="5334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4500" y="6381750"/>
            <a:ext cx="4572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CHÌA</a:t>
            </a:r>
            <a:r>
              <a:rPr lang="en-US" sz="1950" b="1" spc="20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9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14500" y="68580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phần,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endParaRPr lang="en-US" sz="2550" dirty="0"/>
          </a:p>
        </p:txBody>
      </p:sp>
      <p:sp>
        <p:nvSpPr>
          <p:cNvPr id="10" name="Connector line-1792373774881-397940110"/>
          <p:cNvSpPr/>
          <p:nvPr/>
        </p:nvSpPr>
        <p:spPr>
          <a:xfrm>
            <a:off x="6667500" y="4095750"/>
            <a:ext cx="3810000" cy="1476375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1" name="Connector line-1792373774882-815310111"/>
          <p:cNvSpPr/>
          <p:nvPr/>
        </p:nvSpPr>
        <p:spPr>
          <a:xfrm flipV="1">
            <a:off x="6667500" y="5667375"/>
            <a:ext cx="3810000" cy="1381125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0477500" y="4381500"/>
            <a:ext cx="6858000" cy="2476500"/>
          </a:xfrm>
          <a:prstGeom prst="roundRect">
            <a:avLst>
              <a:gd name="adj" fmla="val 12308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0896600" y="4705350"/>
            <a:ext cx="6096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1950" b="1" spc="22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CHÌA</a:t>
            </a:r>
            <a:r>
              <a:rPr lang="en-US" sz="1950" b="1" spc="20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896600" y="520065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25718" rIns="0" bIns="-25718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40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40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thể,</a:t>
            </a:r>
            <a:r>
              <a:rPr lang="en-US" sz="40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405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cực</a:t>
            </a:r>
            <a:r>
              <a:rPr lang="en-US" sz="40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kỳ</a:t>
            </a:r>
            <a:r>
              <a:rPr lang="en-US" sz="40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</a:t>
            </a:r>
            <a:endParaRPr lang="en-US" sz="4050" dirty="0"/>
          </a:p>
        </p:txBody>
      </p:sp>
      <p:sp>
        <p:nvSpPr>
          <p:cNvPr id="15" name="Shape 1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04/09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7ebb8343-331f-4ed0-a06b-3ceab11904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SECRET</a:t>
            </a:r>
            <a:r>
              <a:rPr lang="en-US" sz="1950" b="1" spc="26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43000" y="2952750"/>
            <a:ext cx="4000500" cy="1047750"/>
          </a:xfrm>
          <a:prstGeom prst="roundRect">
            <a:avLst>
              <a:gd name="adj" fmla="val 21818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143750" y="2952750"/>
            <a:ext cx="4000500" cy="1047750"/>
          </a:xfrm>
          <a:prstGeom prst="roundRect">
            <a:avLst>
              <a:gd name="adj" fmla="val 21818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144500" y="2952750"/>
            <a:ext cx="4000500" cy="1047750"/>
          </a:xfrm>
          <a:prstGeom prst="roundRect">
            <a:avLst>
              <a:gd name="adj" fmla="val 21818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700" dirty="0"/>
          </a:p>
        </p:txBody>
      </p:sp>
      <p:sp>
        <p:nvSpPr>
          <p:cNvPr id="7" name="Connector line-1792373792454-587533258"/>
          <p:cNvSpPr/>
          <p:nvPr/>
        </p:nvSpPr>
        <p:spPr>
          <a:xfrm>
            <a:off x="3143250" y="40005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8" name="Connector line-1792373792454-932724102"/>
          <p:cNvSpPr/>
          <p:nvPr/>
        </p:nvSpPr>
        <p:spPr>
          <a:xfrm>
            <a:off x="9144000" y="40005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9" name="Connector line-1792373792454-54169590"/>
          <p:cNvSpPr/>
          <p:nvPr/>
        </p:nvSpPr>
        <p:spPr>
          <a:xfrm>
            <a:off x="15144750" y="40005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429000" y="4476750"/>
            <a:ext cx="5524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250" dirty="0"/>
          </a:p>
        </p:txBody>
      </p:sp>
      <p:sp>
        <p:nvSpPr>
          <p:cNvPr id="11" name="Connector line-1792373792458-806725881"/>
          <p:cNvSpPr/>
          <p:nvPr/>
        </p:nvSpPr>
        <p:spPr>
          <a:xfrm>
            <a:off x="3238500" y="5143500"/>
            <a:ext cx="58102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429750" y="5619750"/>
            <a:ext cx="5524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250" dirty="0"/>
          </a:p>
        </p:txBody>
      </p:sp>
      <p:sp>
        <p:nvSpPr>
          <p:cNvPr id="13" name="Connector line-1792373792461-900091777"/>
          <p:cNvSpPr/>
          <p:nvPr/>
        </p:nvSpPr>
        <p:spPr>
          <a:xfrm>
            <a:off x="9239250" y="6286500"/>
            <a:ext cx="5810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1906250" y="6953250"/>
            <a:ext cx="5334000" cy="8572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hai</a:t>
            </a:r>
            <a:r>
              <a:rPr lang="en-US" sz="2400" b="1" dirty="0" spc="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4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b="1" dirty="0" spc="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e397160-895f-4168-9552-d4cadb20c0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secret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429000"/>
            <a:ext cx="609600" cy="76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81000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9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</a:t>
            </a:r>
            <a:r>
              <a:rPr lang="en-US" sz="39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95400" y="5429250"/>
            <a:ext cx="4476750" cy="1333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Cũng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một-một</a:t>
            </a:r>
            <a:r>
              <a:rPr lang="en-US" sz="240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915150" y="3429000"/>
            <a:ext cx="609600" cy="76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6915150" y="381000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900" dirty="0" spc="-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9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</a:t>
            </a:r>
            <a:r>
              <a:rPr lang="en-US" sz="390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6915150" y="5429250"/>
            <a:ext cx="4476750" cy="1333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40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2024.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534900" y="3429000"/>
            <a:ext cx="60960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12534900" y="381000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3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3900" dirty="0" spc="1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900" dirty="0" spc="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2534900" y="5429250"/>
            <a:ext cx="4476750" cy="1333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2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4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hiện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3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Telegram.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75247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lõi: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secret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chat, máy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chìa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06/09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288e16c-759b-4b4e-b802-87263bcd34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Lấy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r>
              <a:rPr lang="en-US" sz="4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 liệu</a:t>
            </a:r>
            <a:r>
              <a:rPr lang="en-US" sz="4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4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8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nước.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48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48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8001000" cy="45720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4000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476750"/>
            <a:ext cx="7239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4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endParaRPr lang="en-US" sz="5400" dirty="0"/>
          </a:p>
        </p:txBody>
      </p:sp>
      <p:sp>
        <p:nvSpPr>
          <p:cNvPr id="7" name="Text richtext-1792373833811-593765849"/>
          <p:cNvSpPr/>
          <p:nvPr/>
        </p:nvSpPr>
        <p:spPr>
          <a:xfrm>
            <a:off x="1371600" y="5524500"/>
            <a:ext cx="7086600" cy="2381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Chìa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phần,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 phải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chìa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Khó,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thể.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619500"/>
            <a:ext cx="8001000" cy="457200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4000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1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SECRET</a:t>
            </a:r>
            <a:r>
              <a:rPr lang="en-US" sz="1950" b="1" spc="185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29800" y="4476750"/>
            <a:ext cx="7239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endParaRPr lang="en-US" sz="5400" dirty="0"/>
          </a:p>
        </p:txBody>
      </p:sp>
      <p:sp>
        <p:nvSpPr>
          <p:cNvPr id="11" name="Text richtext-1792373833839-642752780"/>
          <p:cNvSpPr/>
          <p:nvPr/>
        </p:nvSpPr>
        <p:spPr>
          <a:xfrm>
            <a:off x="9829800" y="5524500"/>
            <a:ext cx="7086600" cy="2381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chìa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be74c12e-507d-4031-b292-772b55d2bf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3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3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được,</a:t>
            </a:r>
            <a:r>
              <a:rPr lang="en-US" sz="63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3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3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hóa?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5334000" y="285750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4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210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1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lén</a:t>
            </a:r>
            <a:r>
              <a:rPr lang="en-US" sz="2100" b="1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0" y="285750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9052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609600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34000" y="3429000"/>
            <a:ext cx="5524500" cy="2000250"/>
          </a:xfrm>
          <a:prstGeom prst="roundRect">
            <a:avLst>
              <a:gd name="adj" fmla="val 11429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b="1" dirty="0" spc="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0" y="3429000"/>
            <a:ext cx="5524500" cy="2000250"/>
          </a:xfrm>
          <a:prstGeom prst="roundRect">
            <a:avLst>
              <a:gd name="adj" fmla="val 11429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3000" b="1" dirty="0" spc="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34000" y="5619750"/>
            <a:ext cx="5524500" cy="2000250"/>
          </a:xfrm>
          <a:prstGeom prst="roundRect">
            <a:avLst>
              <a:gd name="adj" fmla="val 11429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b="1" dirty="0" spc="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430000" y="5619750"/>
            <a:ext cx="5524500" cy="2000250"/>
          </a:xfrm>
          <a:prstGeom prst="roundRect">
            <a:avLst>
              <a:gd name="adj" fmla="val 11429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b="1" dirty="0" spc="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001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bbd7b62-14b0-4ef9-8f01-fb22f3b56d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115300" cy="3429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238500"/>
            <a:ext cx="609600" cy="762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524250"/>
            <a:ext cx="74295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E2EE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295400" y="4476750"/>
            <a:ext cx="7429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End-to-End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Encryption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95400" y="495300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cuối: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hai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258300" y="2857500"/>
            <a:ext cx="8115300" cy="3429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639300" y="3238500"/>
            <a:ext cx="609600" cy="76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9639300" y="3524250"/>
            <a:ext cx="74295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Secret</a:t>
            </a:r>
            <a:r>
              <a:rPr lang="en-US" sz="54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9639300" y="4476750"/>
            <a:ext cx="7429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tùy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của</a:t>
            </a:r>
            <a:r>
              <a:rPr lang="en-US" sz="19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Telegram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639300" y="495300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cuối;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không.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69532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4400" y="739140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2550" dirty="0" spc="-7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FAQ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Telegram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79438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5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FAQ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Telegram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Belkasoft.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09/09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8827243-c3bd-47e0-898d-6e6a395fcf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2026-10-19T10:07:53Z</dcterms:created>
  <dcterms:modified xsi:type="dcterms:W3CDTF">2026-10-19T10:07:53Z</dcterms:modified>
</cp:coreProperties>
</file>