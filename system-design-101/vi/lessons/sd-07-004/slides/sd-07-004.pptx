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</a:t>
            </a:r>
            <a:r>
              <a:rPr lang="en-US" sz="81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1.0,</a:t>
            </a: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2.0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3.0: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liệu,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 bỏ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quảng cáo,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3000" dirty="0"/>
          </a:p>
        </p:txBody>
      </p:sp>
      <p:sp>
        <p:nvSpPr>
          <p:cNvPr id="5" name="Connector line-1792379144990-514138006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Đọc,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Connector line-1792379144997-180953260"/>
          <p:cNvSpPr/>
          <p:nvPr/>
        </p:nvSpPr>
        <p:spPr>
          <a:xfrm>
            <a:off x="12287250" y="3143250"/>
            <a:ext cx="0" cy="4000500"/>
          </a:xfrm>
          <a:prstGeom prst="line">
            <a:avLst/>
          </a:prstGeom>
          <a:noFill/>
          <a:ln w="28575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2134850" y="2990850"/>
            <a:ext cx="304800" cy="304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134850" y="4324350"/>
            <a:ext cx="304800" cy="304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Shape 9"/>
          <p:cNvSpPr/>
          <p:nvPr/>
        </p:nvSpPr>
        <p:spPr>
          <a:xfrm>
            <a:off x="12134850" y="5657850"/>
            <a:ext cx="304800" cy="304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34850" y="6991350"/>
            <a:ext cx="304800" cy="3048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0" y="27813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54000" y="41148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0" y="54483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b="1" dirty="0" spc="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954000" y="6781800"/>
            <a:ext cx="447675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 cáo?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b67b19e-d0a5-40c9-a505-ceac4b5d49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 nối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4572000" cy="3619500"/>
          </a:xfrm>
          <a:prstGeom prst="roundRect">
            <a:avLst>
              <a:gd name="adj" fmla="val 8421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1991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tĩnh,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liên</a:t>
            </a: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0" y="2952750"/>
            <a:ext cx="4572000" cy="3619500"/>
          </a:xfrm>
          <a:prstGeom prst="roundRect">
            <a:avLst>
              <a:gd name="adj" fmla="val 8421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32385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 2.0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b="1" spc="17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239000" y="38100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hội,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801600" y="2952750"/>
            <a:ext cx="4572000" cy="3619500"/>
          </a:xfrm>
          <a:prstGeom prst="roundRect">
            <a:avLst>
              <a:gd name="adj" fmla="val 8421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3182600" y="32385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182600" y="38100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tưởng: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 sở</a:t>
            </a:r>
            <a:r>
              <a:rPr lang="en-US" sz="270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hữu;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700" dirty="0"/>
          </a:p>
        </p:txBody>
      </p:sp>
      <p:sp>
        <p:nvSpPr>
          <p:cNvPr id="13" name="Connector line-1792379146106-45473774"/>
          <p:cNvSpPr/>
          <p:nvPr/>
        </p:nvSpPr>
        <p:spPr>
          <a:xfrm>
            <a:off x="5562600" y="4762500"/>
            <a:ext cx="12192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9146106-464530892"/>
          <p:cNvSpPr/>
          <p:nvPr/>
        </p:nvSpPr>
        <p:spPr>
          <a:xfrm>
            <a:off x="11506200" y="4762500"/>
            <a:ext cx="12192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7239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239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cáo.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2e4663c-f96a-41e1-beb7-84ace857bc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1.0,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ĐỌC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mục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tĩnh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65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0" y="2762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endParaRPr lang="en-US" sz="1650" dirty="0"/>
          </a:p>
        </p:txBody>
      </p:sp>
      <p:sp>
        <p:nvSpPr>
          <p:cNvPr id="6" name="Connector line-1792379146910-668110436"/>
          <p:cNvSpPr/>
          <p:nvPr/>
        </p:nvSpPr>
        <p:spPr>
          <a:xfrm>
            <a:off x="914400" y="3181350"/>
            <a:ext cx="164592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3337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33375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715000" y="333375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1991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2004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46291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62915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715000" y="462915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59245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592455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715000" y="592455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Nhảy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2199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721995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715000" y="721995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a66265e-62db-4ada-a59a-5210de9631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2.0,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dữ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5295900" y="3238500"/>
            <a:ext cx="1238250" cy="1428750"/>
          </a:xfrm>
          <a:custGeom>
            <a:avLst/>
            <a:gdLst/>
            <a:ahLst/>
            <a:cxnLst/>
            <a:rect l="l" t="t" r="r" b="b"/>
            <a:pathLst>
              <a:path w="1238250" h="1428750">
                <a:moveTo>
                  <a:pt x="0" y="0"/>
                </a:moveTo>
                <a:cubicBezTo>
                  <a:pt x="666750" y="0"/>
                  <a:pt x="571500" y="1428750"/>
                  <a:pt x="1238250" y="14287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95900" y="4476750"/>
            <a:ext cx="1238250" cy="190500"/>
          </a:xfrm>
          <a:custGeom>
            <a:avLst/>
            <a:gdLst/>
            <a:ahLst/>
            <a:cxnLst/>
            <a:rect l="l" t="t" r="r" b="b"/>
            <a:pathLst>
              <a:path w="1238250" h="190500">
                <a:moveTo>
                  <a:pt x="0" y="0"/>
                </a:moveTo>
                <a:cubicBezTo>
                  <a:pt x="666750" y="0"/>
                  <a:pt x="571500" y="190500"/>
                  <a:pt x="1238250" y="19050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95900" y="4667250"/>
            <a:ext cx="1238250" cy="1047750"/>
          </a:xfrm>
          <a:custGeom>
            <a:avLst/>
            <a:gdLst/>
            <a:ahLst/>
            <a:cxnLst/>
            <a:rect l="l" t="t" r="r" b="b"/>
            <a:pathLst>
              <a:path w="1238250" h="1047750">
                <a:moveTo>
                  <a:pt x="0" y="1047750"/>
                </a:moveTo>
                <a:cubicBezTo>
                  <a:pt x="666750" y="1047750"/>
                  <a:pt x="571500" y="0"/>
                  <a:pt x="12382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57500"/>
            <a:ext cx="4381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4095750"/>
            <a:ext cx="4381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b="1" dirty="0" spc="-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5334000"/>
            <a:ext cx="4381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77000" y="3238500"/>
            <a:ext cx="2857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4191000"/>
            <a:ext cx="2476500" cy="104775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ctr" indent="0" marL="0">
              <a:lnSpc>
                <a:spcPts val="313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28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285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2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2850" dirty="0"/>
          </a:p>
        </p:txBody>
      </p:sp>
      <p:sp>
        <p:nvSpPr>
          <p:cNvPr id="12" name="Connector line-1792379148081-652749231"/>
          <p:cNvSpPr/>
          <p:nvPr/>
        </p:nvSpPr>
        <p:spPr>
          <a:xfrm>
            <a:off x="9429750" y="4667250"/>
            <a:ext cx="13335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858500" y="3810000"/>
            <a:ext cx="6515100" cy="1714500"/>
          </a:xfrm>
          <a:prstGeom prst="roundRect">
            <a:avLst>
              <a:gd name="adj" fmla="val 17778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1239500" y="3810000"/>
            <a:ext cx="5753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685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8580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00948ec-cf90-4939-a5cc-7fad5753d2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3.0,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b="1" spc="3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Ý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xin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phép,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857500" y="2762250"/>
            <a:ext cx="4953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(nội</a:t>
            </a:r>
            <a:r>
              <a:rPr lang="en-US" sz="19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IPFS)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0" y="2762250"/>
            <a:ext cx="4953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6" name="Connector line-1792379148974-970190770"/>
          <p:cNvSpPr/>
          <p:nvPr/>
        </p:nvSpPr>
        <p:spPr>
          <a:xfrm>
            <a:off x="53340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7" name="Connector line-1792379148974-715486196"/>
          <p:cNvSpPr/>
          <p:nvPr/>
        </p:nvSpPr>
        <p:spPr>
          <a:xfrm>
            <a:off x="12954000" y="3714750"/>
            <a:ext cx="0" cy="4857750"/>
          </a:xfrm>
          <a:prstGeom prst="line">
            <a:avLst/>
          </a:prstGeom>
          <a:noFill/>
          <a:ln w="28575">
            <a:solidFill>
              <a:srgbClr val="CFC7B4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524500" y="4286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 xin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250" dirty="0"/>
          </a:p>
        </p:txBody>
      </p:sp>
      <p:sp>
        <p:nvSpPr>
          <p:cNvPr id="9" name="Connector line-1792379148977-360605654"/>
          <p:cNvSpPr/>
          <p:nvPr/>
        </p:nvSpPr>
        <p:spPr>
          <a:xfrm flipH="1">
            <a:off x="5429250" y="4857750"/>
            <a:ext cx="74295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5245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250" dirty="0"/>
          </a:p>
        </p:txBody>
      </p:sp>
      <p:sp>
        <p:nvSpPr>
          <p:cNvPr id="11" name="Connector line-1792379148979-828794033"/>
          <p:cNvSpPr/>
          <p:nvPr/>
        </p:nvSpPr>
        <p:spPr>
          <a:xfrm>
            <a:off x="5334000" y="6191250"/>
            <a:ext cx="752475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lgDash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24500" y="6953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250" dirty="0"/>
          </a:p>
        </p:txBody>
      </p:sp>
      <p:sp>
        <p:nvSpPr>
          <p:cNvPr id="13" name="Connector line-1792379148981-55973675"/>
          <p:cNvSpPr/>
          <p:nvPr/>
        </p:nvSpPr>
        <p:spPr>
          <a:xfrm flipH="1">
            <a:off x="5429250" y="7524750"/>
            <a:ext cx="74295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00ef957-7dfe-42c0-9a5c-b556d99f07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800" b="1" spc="27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"ÍT</a:t>
            </a:r>
            <a:r>
              <a:rPr lang="en-US" sz="1800" b="1" spc="29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1800" b="1" spc="2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CÁO"?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24802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1466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96252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4572000"/>
            <a:ext cx="1466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dùng:</a:t>
            </a:r>
            <a:r>
              <a:rPr lang="en-US" sz="270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phép,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677025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86000" y="6286500"/>
            <a:ext cx="1466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cũ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tảng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96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 luận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d2c9aa1-b6a6-4c67-99bf-b1b88282e3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Đây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6576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 nhiều,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hệ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143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KỲ</a:t>
            </a:r>
            <a:r>
              <a:rPr lang="en-US" sz="2100" b="1" spc="14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53600" y="36576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"Không có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cáo"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905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5400" y="64198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chia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619750"/>
            <a:ext cx="8001000" cy="2381250"/>
          </a:xfrm>
          <a:prstGeom prst="roundRect">
            <a:avLst>
              <a:gd name="adj" fmla="val 12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905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53600" y="64198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52ba73e-13e9-425d-832e-f127c8886c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richtext-1792379194421-158186840"/>
          <p:cNvSpPr/>
          <p:nvPr/>
        </p:nvSpPr>
        <p:spPr>
          <a:xfrm>
            <a:off x="12954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tiền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3.0,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phải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44100" y="2857500"/>
            <a:ext cx="74295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2510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richtext-1792379194444-65681624"/>
          <p:cNvSpPr/>
          <p:nvPr/>
        </p:nvSpPr>
        <p:spPr>
          <a:xfrm>
            <a:off x="10325100" y="3810000"/>
            <a:ext cx="6667500" cy="3619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ý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tưởng,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1e0e191-1277-4625-97c0-59d0b74316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051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286125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</a:t>
            </a:r>
            <a:r>
              <a:rPr lang="en-US" sz="27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866900" y="4381500"/>
            <a:ext cx="14554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2247900" y="452437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47900" y="4905375"/>
            <a:ext cx="1381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2819400" y="6000750"/>
            <a:ext cx="1264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61436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BIÊN</a:t>
            </a:r>
            <a:r>
              <a:rPr lang="en-US" sz="180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6524625"/>
            <a:ext cx="1190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700" b="1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"Vì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 cáo?",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IPFS.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36767e4-15dc-44bd-80b2-d7d7d62360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4800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286250" y="276225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000500"/>
            <a:ext cx="10096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2862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286250" y="40005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0096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52450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286250" y="523875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Đọc,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6477000"/>
            <a:ext cx="10096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6762750"/>
            <a:ext cx="28575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IPFS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286250" y="64770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tinh: mạng</a:t>
            </a:r>
            <a:r>
              <a:rPr lang="en-US" sz="21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tán.</a:t>
            </a:r>
            <a:endParaRPr lang="en-US" sz="2100" dirty="0"/>
          </a:p>
        </p:txBody>
      </p:sp>
      <p:sp>
        <p:nvSpPr>
          <p:cNvPr id="16" name="Connector line-1792379196055-698673045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79196057-581529957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89bea9d-0efe-46ce-804a-3b2ec7ee6e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2026-10-19T09:19:14Z</dcterms:created>
  <dcterms:modified xsi:type="dcterms:W3CDTF">2026-10-19T09:19:14Z</dcterms:modified>
</cp:coreProperties>
</file>