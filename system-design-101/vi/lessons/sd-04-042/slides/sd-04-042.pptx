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9525000" cy="4000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liệu: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3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PostgreSQL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68580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9239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0" y="2190750"/>
            <a:ext cx="5524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192000" y="3524250"/>
            <a:ext cx="5143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Deadlock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573000" y="4857750"/>
            <a:ext cx="4762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</a:t>
            </a:r>
            <a:r>
              <a:rPr lang="en-US" sz="1950" b="1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0" y="6191250"/>
            <a:ext cx="4381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bbd7e58c-955b-4be2-a65f-a3a725509b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5715000" cy="4953000"/>
          </a:xfrm>
          <a:prstGeom prst="rect">
            <a:avLst/>
          </a:prstGeom>
          <a:noFill/>
          <a:ln/>
        </p:spPr>
        <p:txBody>
          <a:bodyPr wrap="square" lIns="0" tIns="365760" rIns="0" bIns="-36576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30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kê;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0" y="1619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5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Vài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PostgreSQL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0" y="3905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Chờ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 500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mili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(lock_timeout)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0" y="6191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PostgreSQL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16.15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8f1f436-b899-47fa-a59a-8cd1c78c32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600" dirty="0" spc="-1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6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1809750"/>
            <a:ext cx="16383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6350" y="2085975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0" y="180975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khóa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(for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share)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3238500"/>
            <a:ext cx="16383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6350" y="3514725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286000" y="32385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4287500" y="3543300"/>
            <a:ext cx="2667000" cy="6286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667250"/>
            <a:ext cx="16383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6350" y="4943475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286000" y="4667250"/>
            <a:ext cx="1143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(for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update)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716000" y="4972050"/>
            <a:ext cx="3238500" cy="6286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Chờ,</a:t>
            </a:r>
            <a:r>
              <a:rPr lang="en-US" sz="21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rồi</a:t>
            </a:r>
            <a:r>
              <a:rPr lang="en-US" sz="21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bị</a:t>
            </a:r>
            <a:r>
              <a:rPr lang="en-US" sz="21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hủy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" y="6096000"/>
            <a:ext cx="16383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6350" y="6372225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286000" y="6096000"/>
            <a:ext cx="1143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đó: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MVCC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4287500" y="6400800"/>
            <a:ext cx="2667000" cy="6286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" y="7524750"/>
            <a:ext cx="16383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76350" y="7800975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286000" y="7524750"/>
            <a:ext cx="1143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nằm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287500" y="7829550"/>
            <a:ext cx="2667000" cy="6286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2" name="Text 3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a98ef62-2da6-4bd0-bd5f-ffa484eadc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Deadlock</a:t>
            </a:r>
            <a:endParaRPr lang="en-US" sz="6600" dirty="0"/>
          </a:p>
        </p:txBody>
      </p:sp>
      <p:sp>
        <p:nvSpPr>
          <p:cNvPr id="3" name="Connector line-1792413463406-94322227"/>
          <p:cNvSpPr/>
          <p:nvPr/>
        </p:nvSpPr>
        <p:spPr>
          <a:xfrm>
            <a:off x="5334000" y="2857500"/>
            <a:ext cx="0" cy="5143500"/>
          </a:xfrm>
          <a:prstGeom prst="line">
            <a:avLst/>
          </a:prstGeom>
          <a:noFill/>
          <a:ln w="28575">
            <a:solidFill>
              <a:srgbClr val="4A4F63"/>
            </a:solidFill>
            <a:prstDash val="solid"/>
            <a:headEnd type="none"/>
            <a:tailEnd type="none"/>
          </a:ln>
        </p:spPr>
      </p:sp>
      <p:sp>
        <p:nvSpPr>
          <p:cNvPr id="4" name="Connector line-1792413463407-744566252"/>
          <p:cNvSpPr/>
          <p:nvPr/>
        </p:nvSpPr>
        <p:spPr>
          <a:xfrm>
            <a:off x="12954000" y="2857500"/>
            <a:ext cx="0" cy="5143500"/>
          </a:xfrm>
          <a:prstGeom prst="line">
            <a:avLst/>
          </a:prstGeom>
          <a:noFill/>
          <a:ln w="28575">
            <a:solidFill>
              <a:srgbClr val="4A4F6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3619500" y="18097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5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239500" y="18097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5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810000" y="3333750"/>
            <a:ext cx="3048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0" y="3333750"/>
            <a:ext cx="3048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810000" y="5334000"/>
            <a:ext cx="3048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 chờ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430000" y="5334000"/>
            <a:ext cx="3048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 chờ</a:t>
            </a:r>
            <a:endParaRPr lang="en-US" sz="2250" dirty="0"/>
          </a:p>
        </p:txBody>
      </p:sp>
      <p:sp>
        <p:nvSpPr>
          <p:cNvPr id="11" name="Connector line-1792413463419-956413589"/>
          <p:cNvSpPr/>
          <p:nvPr/>
        </p:nvSpPr>
        <p:spPr>
          <a:xfrm flipV="1">
            <a:off x="6858000" y="3762375"/>
            <a:ext cx="4572000" cy="20002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413463419-389846831"/>
          <p:cNvSpPr/>
          <p:nvPr/>
        </p:nvSpPr>
        <p:spPr>
          <a:xfrm flipH="1" flipV="1">
            <a:off x="6858000" y="3762375"/>
            <a:ext cx="4572000" cy="20002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3810000" y="7048500"/>
            <a:ext cx="10668000" cy="1428750"/>
          </a:xfrm>
          <a:prstGeom prst="roundRect">
            <a:avLst>
              <a:gd name="adj" fmla="val 13333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deadlock</a:t>
            </a:r>
            <a:r>
              <a:rPr lang="en-US" sz="30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detected:</a:t>
            </a: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hủy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A,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</a:t>
            </a:r>
            <a:r>
              <a:rPr lang="en-US" sz="30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tiếp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Text 2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031d407-ac1b-4f86-ba87-e88c3dd4fc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bác</a:t>
            </a:r>
            <a:r>
              <a:rPr lang="en-US" sz="60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sĩ</a:t>
            </a:r>
            <a:r>
              <a:rPr lang="en-US" sz="6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 xin nghỉ</a:t>
            </a:r>
            <a:r>
              <a:rPr lang="en-US" sz="6000" dirty="0" spc="-4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trực.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2571750"/>
            <a:ext cx="7905750" cy="5715000"/>
          </a:xfrm>
          <a:prstGeom prst="roundRect">
            <a:avLst>
              <a:gd name="adj" fmla="val 4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857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Repeatable</a:t>
            </a:r>
            <a:r>
              <a:rPr lang="en-US" sz="30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371475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r>
              <a:rPr lang="en-US" sz="54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4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33500" y="5334000"/>
            <a:ext cx="714375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429750" y="2571750"/>
            <a:ext cx="7905750" cy="5715000"/>
          </a:xfrm>
          <a:prstGeom prst="roundRect">
            <a:avLst>
              <a:gd name="adj" fmla="val 4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0" y="2857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Serializable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810750" y="371475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 1</a:t>
            </a:r>
            <a:r>
              <a:rPr lang="en-US" sz="54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810750" y="5334000"/>
            <a:ext cx="714375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hủy;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không chặn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cần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3badc6c-96f5-4a2d-aee4-cd01624ef6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5716250" cy="3810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 cấu</a:t>
            </a:r>
            <a:r>
              <a:rPr lang="en-US" sz="84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bảng:</a:t>
            </a:r>
            <a:r>
              <a:rPr lang="en-US" sz="84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84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4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84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84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chờ.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952500" y="609600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63817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chốt:</a:t>
            </a: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34500" y="609600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500" y="63817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EXCLUSIVE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ca7033ee-deea-49f2-8646-c2b893217a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190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Phép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6000" y="219075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28625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286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Tên</a:t>
            </a: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096000" y="428625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638175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6381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Serializable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0" y="638175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hủy: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phải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giao dịch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31744ef-8802-4206-8770-2aa636f8df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95375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 chuyển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4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deadlock:</a:t>
            </a:r>
            <a:r>
              <a:rPr lang="en-US" sz="4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42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1 giữ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340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97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khoản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khoản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715500" y="2857500"/>
            <a:ext cx="3619500" cy="314325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01250" y="3095625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 theo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097000" y="2857500"/>
            <a:ext cx="3238500" cy="3143250"/>
          </a:xfrm>
          <a:prstGeom prst="roundRect">
            <a:avLst>
              <a:gd name="adj" fmla="val 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82750" y="3095625"/>
            <a:ext cx="2667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</p:txBody>
      </p:sp>
      <p:sp>
        <p:nvSpPr>
          <p:cNvPr id="12" name="Connector line-1792413466880-45006623"/>
          <p:cNvSpPr/>
          <p:nvPr/>
        </p:nvSpPr>
        <p:spPr>
          <a:xfrm>
            <a:off x="4572000" y="4429125"/>
            <a:ext cx="762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Connector line-1792413466880-625580681"/>
          <p:cNvSpPr/>
          <p:nvPr/>
        </p:nvSpPr>
        <p:spPr>
          <a:xfrm>
            <a:off x="8953500" y="442912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13466881-603645586"/>
          <p:cNvSpPr/>
          <p:nvPr/>
        </p:nvSpPr>
        <p:spPr>
          <a:xfrm>
            <a:off x="13335000" y="4429125"/>
            <a:ext cx="76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52500" y="68580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 lỗi deadlock.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Text 2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5891071-ed0e-44b9-801a-aef470200b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57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hơn: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825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7225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Độc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chặn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canceling</a:t>
            </a:r>
            <a:r>
              <a:rPr lang="en-US" sz="24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statement</a:t>
            </a:r>
            <a:r>
              <a:rPr lang="en-US" sz="24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due</a:t>
            </a:r>
            <a:r>
              <a:rPr lang="en-US" sz="24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to</a:t>
            </a:r>
            <a:r>
              <a:rPr lang="en-US" sz="24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lock</a:t>
            </a:r>
            <a:r>
              <a:rPr lang="en-US" sz="24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timeout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19200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77750" y="2238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dòng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477750" y="29527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250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Deadlock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3825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Hủy A,</a:t>
            </a:r>
            <a:r>
              <a:rPr lang="en-US" sz="300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</a:t>
            </a:r>
            <a:r>
              <a:rPr lang="en-US" sz="3000" dirty="0" spc="1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57225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5800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repeatable</a:t>
            </a:r>
            <a:r>
              <a:rPr lang="en-US" sz="24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read:</a:t>
            </a:r>
            <a:r>
              <a:rPr lang="en-US" sz="24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</a:t>
            </a:r>
            <a:r>
              <a:rPr lang="en-US" sz="2400" dirty="0" spc="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người;</a:t>
            </a:r>
            <a:r>
              <a:rPr lang="en-US" sz="24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serializable:</a:t>
            </a:r>
            <a:r>
              <a:rPr lang="en-US" sz="240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hủy</a:t>
            </a:r>
            <a:r>
              <a:rPr lang="en-US" sz="240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B,</a:t>
            </a:r>
            <a:r>
              <a:rPr lang="en-US" sz="24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còn</a:t>
            </a:r>
            <a:r>
              <a:rPr lang="en-US" sz="24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r>
              <a:rPr lang="en-US" sz="24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(4</a:t>
            </a:r>
            <a:r>
              <a:rPr lang="en-US" sz="24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r>
              <a:rPr lang="en-US" sz="2400" dirty="0" spc="-1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SIReadLock)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19200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77750" y="54768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alter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477750" y="619125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Đọc</a:t>
            </a:r>
            <a:r>
              <a:rPr lang="en-US" sz="270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thường</a:t>
            </a:r>
            <a:r>
              <a:rPr lang="en-US" sz="27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bị</a:t>
            </a:r>
            <a:r>
              <a:rPr lang="en-US" sz="27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chặn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31" name="Text 2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74b83d3-a364-4df6-bf4e-eeadcfdaec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048000" y="1619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762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MVCC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048000" y="276225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477500" y="952500"/>
            <a:ext cx="6858000" cy="6858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9" name="Text richtext-1792413468582-688182472"/>
          <p:cNvSpPr/>
          <p:nvPr/>
        </p:nvSpPr>
        <p:spPr>
          <a:xfrm>
            <a:off x="10858500" y="1809750"/>
            <a:ext cx="6096000" cy="571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Concurrency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21aed6a5-6a86-4151-a850-92c1815f45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2026-10-19T12:38:15Z</dcterms:created>
  <dcterms:modified xsi:type="dcterms:W3CDTF">2026-10-19T12:38:15Z</dcterms:modified>
</cp:coreProperties>
</file>