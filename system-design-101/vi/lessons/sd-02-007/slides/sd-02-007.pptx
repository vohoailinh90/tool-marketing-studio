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McDonald's: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81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4398379-540079908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858125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 sự kiện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SDK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5f97fb4-d0bd-4835-86f7-1d56184502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hiểu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413450-51157006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đúng khuôn.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0e9be0c-8b40-443b-b25a-3884c2d80e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476500"/>
          </a:xfrm>
          <a:prstGeom prst="roundRect">
            <a:avLst>
              <a:gd name="adj" fmla="val 12308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3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0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Schema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826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1826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khác</a:t>
            </a:r>
            <a:endParaRPr lang="en-US" sz="2550" dirty="0"/>
          </a:p>
        </p:txBody>
      </p:sp>
      <p:sp>
        <p:nvSpPr>
          <p:cNvPr id="11" name="Connector line-1792374430942-180499634"/>
          <p:cNvSpPr/>
          <p:nvPr/>
        </p:nvSpPr>
        <p:spPr>
          <a:xfrm>
            <a:off x="510540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430942-916800618"/>
          <p:cNvSpPr/>
          <p:nvPr/>
        </p:nvSpPr>
        <p:spPr>
          <a:xfrm flipV="1">
            <a:off x="510540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4430942-829940803"/>
          <p:cNvSpPr/>
          <p:nvPr/>
        </p:nvSpPr>
        <p:spPr>
          <a:xfrm flipV="1">
            <a:off x="1152525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4430942-295087749"/>
          <p:cNvSpPr/>
          <p:nvPr/>
        </p:nvSpPr>
        <p:spPr>
          <a:xfrm>
            <a:off x="1152525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8312123-f5f1-4a24-8b14-079c99754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SDK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mọi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0" y="1524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0" y="1771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0" y="2247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đội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b="1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763000" y="3714750"/>
            <a:ext cx="86106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00050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0" y="4476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kiện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8763000" y="6477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6724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0" y="7200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cc534e-502f-48e5-909c-e1644fc4a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SỰ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 từ</a:t>
            </a: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60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tính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12776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6586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6586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600" dirty="0"/>
          </a:p>
        </p:txBody>
      </p:sp>
      <p:sp>
        <p:nvSpPr>
          <p:cNvPr id="13" name="Connector line-1792374483416-481332383"/>
          <p:cNvSpPr/>
          <p:nvPr/>
        </p:nvSpPr>
        <p:spPr>
          <a:xfrm>
            <a:off x="51625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483417-848777755"/>
          <p:cNvSpPr/>
          <p:nvPr/>
        </p:nvSpPr>
        <p:spPr>
          <a:xfrm>
            <a:off x="103441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483417-707487832"/>
          <p:cNvSpPr/>
          <p:nvPr/>
        </p:nvSpPr>
        <p:spPr>
          <a:xfrm>
            <a:off x="15525750" y="4762500"/>
            <a:ext cx="1619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58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058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058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058" dirty="0"/>
          </a:p>
        </p:txBody>
      </p:sp>
      <p:sp>
        <p:nvSpPr>
          <p:cNvPr id="17" name="Text 15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999a8c4-9d93-40cc-9b58-55f2c7b0c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67d260-0a61-4f43-abce-52b310ace9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miền,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giãn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2385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57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667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8864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096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MSK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15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38400" y="7524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b08ee22-7d88-4ce7-b235-6b81e9af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miền: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6" name="Text richtext-1792374555332-945892296"/>
          <p:cNvSpPr/>
          <p:nvPr/>
        </p:nvSpPr>
        <p:spPr>
          <a:xfrm>
            <a:off x="13716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co giãn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9" name="Text richtext-1792374555355-312574917"/>
          <p:cNvSpPr/>
          <p:nvPr/>
        </p:nvSpPr>
        <p:spPr>
          <a:xfrm>
            <a:off x="98298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554e128-8553-430d-8699-2096695f85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lẽ</a:t>
            </a:r>
            <a:r>
              <a:rPr lang="en-US" sz="4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7" name="Connector line-1792374576260-19168649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4576261-30189135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4576261-520083901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4576264-642575694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42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3" name="Connector line-1792374576267-166838687"/>
          <p:cNvSpPr/>
          <p:nvPr/>
        </p:nvSpPr>
        <p:spPr>
          <a:xfrm flipH="1"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250" dirty="0"/>
          </a:p>
        </p:txBody>
      </p:sp>
      <p:sp>
        <p:nvSpPr>
          <p:cNvPr id="15" name="Connector line-1792374576270-978096290"/>
          <p:cNvSpPr/>
          <p:nvPr/>
        </p:nvSpPr>
        <p:spPr>
          <a:xfrm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thầm làm hỏng các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a954d39-2977-4039-80e2-dd73a27f0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SDK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Software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Development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Managed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Streaming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Kafka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Central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lý;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72b3841-ee7b-42f8-ab5f-7414a3b95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2026-10-19T02:03:34Z</dcterms:created>
  <dcterms:modified xsi:type="dcterms:W3CDTF">2026-10-19T02:03:34Z</dcterms:modified>
</cp:coreProperties>
</file>