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quen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2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lộ</a:t>
            </a:r>
            <a:r>
              <a:rPr lang="en-US" sz="22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tải</a:t>
            </a:r>
            <a:r>
              <a:rPr lang="en-US" sz="22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22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gặp</a:t>
            </a:r>
            <a:r>
              <a:rPr lang="en-US" sz="22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nhau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25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2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tốt</a:t>
            </a:r>
            <a:r>
              <a:rPr lang="en-US" sz="22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25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22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25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84ac12d-6f81-47a4-b357-195d07cb00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 nào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6e9d58a-1426-422c-ad2d-58d8f1d230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1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19087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850" dirty="0" spc="-2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8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8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2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8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 đo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r>
              <a:rPr lang="en-US" sz="2850" dirty="0" spc="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NHAU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63817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85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tương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8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r>
              <a:rPr lang="en-US" sz="285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85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a4d683-a02a-47d1-ac9f-554b56fae3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biết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6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xấu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ngưỡng</a:t>
            </a:r>
            <a:r>
              <a:rPr lang="en-US" sz="28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 từ</a:t>
            </a:r>
            <a:r>
              <a:rPr lang="en-US" sz="2850" dirty="0" spc="-2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850" dirty="0" spc="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85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8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quyết</a:t>
            </a:r>
            <a:r>
              <a:rPr lang="en-US" sz="2850" dirty="0" spc="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định,</a:t>
            </a: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2850" dirty="0"/>
          </a:p>
        </p:txBody>
      </p:sp>
      <p:sp>
        <p:nvSpPr>
          <p:cNvPr id="7" name="Connector line-1792371511353-311180233"/>
          <p:cNvSpPr/>
          <p:nvPr/>
        </p:nvSpPr>
        <p:spPr>
          <a:xfrm>
            <a:off x="577215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511354-739675525"/>
          <p:cNvSpPr/>
          <p:nvPr/>
        </p:nvSpPr>
        <p:spPr>
          <a:xfrm>
            <a:off x="1162050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72ce80f-ccf5-463d-8cd0-f180aee4a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 lại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42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420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42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LUYỆN</a:t>
            </a:r>
            <a:r>
              <a:rPr lang="en-US" sz="22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Tập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rút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42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42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 gian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5904b29-d4a7-4a7c-b0a4-dba5445986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78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9055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3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3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2aef56-6909-46da-904c-c2e4a26e8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28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dọn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5ee99c-55e4-4221-af1c-eef3ef978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43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43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3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43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14400" y="22383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85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85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8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8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8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850" dirty="0" spc="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r>
              <a:rPr lang="en-US" sz="285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85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8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lỗi,</a:t>
            </a:r>
            <a:r>
              <a:rPr lang="en-US" sz="285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PostgreSQL</a:t>
            </a:r>
            <a:r>
              <a:rPr lang="en-US" sz="28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</a:t>
            </a:r>
            <a:r>
              <a:rPr lang="en-US" sz="285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</a:t>
            </a:r>
            <a:r>
              <a:rPr lang="en-US" sz="28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85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migration.</a:t>
            </a:r>
            <a:r>
              <a:rPr lang="en-US" sz="28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An</a:t>
            </a:r>
            <a:r>
              <a:rPr lang="en-US" sz="285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 nhất:</a:t>
            </a:r>
            <a:r>
              <a:rPr lang="en-US" sz="28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85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85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8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85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gọn.</a:t>
            </a:r>
            <a:endParaRPr lang="en-US" sz="2850" dirty="0"/>
          </a:p>
        </p:txBody>
      </p:sp>
      <p:sp>
        <p:nvSpPr>
          <p:cNvPr id="5" name="Connector line-1792392201868-91080357"/>
          <p:cNvSpPr/>
          <p:nvPr/>
        </p:nvSpPr>
        <p:spPr>
          <a:xfrm>
            <a:off x="2476500" y="4476750"/>
            <a:ext cx="13335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98120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531495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64870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98245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58190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sang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1565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24cd21-8585-4005-b6df-e032b22c6f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400" dirty="0" spc="-1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4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Canary;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Tương</a:t>
            </a:r>
            <a:r>
              <a:rPr lang="en-US" sz="24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mới,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Ngưỡng</a:t>
            </a: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4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cách; cách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24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 DORA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9699734-0462-4152-8a97-7b453044d7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105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2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1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296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63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487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54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7147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151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ParallelChange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1158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CanaryRelease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Canarying</a:t>
            </a: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releases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151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Working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small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batches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INSERT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66865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ALTER</a:t>
            </a:r>
            <a:r>
              <a:rPr lang="en-US" sz="2100" dirty="0" spc="-3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TABLE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657e7c7-1ffb-4a53-aae0-bf2ba527a7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2026-10-19T12:57:50Z</dcterms:created>
  <dcterms:modified xsi:type="dcterms:W3CDTF">2026-10-19T12:57:50Z</dcterms:modified>
</cp:coreProperties>
</file>