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full-stack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5725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vùng của</a:t>
            </a:r>
            <a:r>
              <a:rPr lang="en-US" sz="28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 Gồm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Connector line-1792334993980-365623362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6197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6197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057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3" name="Text 11"/>
          <p:cNvSpPr/>
          <p:nvPr/>
        </p:nvSpPr>
        <p:spPr>
          <a:xfrm>
            <a:off x="79057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096500" y="1809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1300" y="2152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763250" y="2171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0763250" y="2819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39052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1300" y="42481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1" name="Text 19"/>
          <p:cNvSpPr/>
          <p:nvPr/>
        </p:nvSpPr>
        <p:spPr>
          <a:xfrm>
            <a:off x="10763250" y="42672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10763250" y="49149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0096500" y="6000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01300" y="6343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0763250" y="6362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34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450" dirty="0"/>
          </a:p>
        </p:txBody>
      </p:sp>
      <p:sp>
        <p:nvSpPr>
          <p:cNvPr id="26" name="Text 24"/>
          <p:cNvSpPr/>
          <p:nvPr/>
        </p:nvSpPr>
        <p:spPr>
          <a:xfrm>
            <a:off x="10763250" y="7010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mây,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b955d4b-7985-4e13-98e4-9f0f893eb8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full-stack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b="1" spc="1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17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25000" y="203835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234315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906000" y="289560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endParaRPr lang="en-US" sz="2100" dirty="0"/>
          </a:p>
        </p:txBody>
      </p:sp>
      <p:sp>
        <p:nvSpPr>
          <p:cNvPr id="13" name="Connector line-1792335036435-248075188"/>
          <p:cNvSpPr/>
          <p:nvPr/>
        </p:nvSpPr>
        <p:spPr>
          <a:xfrm>
            <a:off x="13258800" y="3714750"/>
            <a:ext cx="0" cy="457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422910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06000" y="45339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906000" y="508635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7" name="Connector line-1792335036440-264620154"/>
          <p:cNvSpPr/>
          <p:nvPr/>
        </p:nvSpPr>
        <p:spPr>
          <a:xfrm>
            <a:off x="13258800" y="5905500"/>
            <a:ext cx="0" cy="457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525000" y="641985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6000" y="672465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06000" y="727710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5000" y="82486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62056d53-d523-4186-8829-bcb515f2e9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 vùng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phần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25000" y="1333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10750" y="1676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2" name="Text 10"/>
          <p:cNvSpPr/>
          <p:nvPr/>
        </p:nvSpPr>
        <p:spPr>
          <a:xfrm>
            <a:off x="10191750" y="1676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191750" y="2381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duyệt: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 CSS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dáng,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0" y="38100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10750" y="41529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0191750" y="41529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30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191750" y="48577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6286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10750" y="6629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1750" y="6629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3000" b="1" dirty="0" spc="-3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191750" y="7334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 dễ dùng.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6581393d-20aa-4d4c-8ba3-018b2844ea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 sở dữ liệu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b="1" spc="1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0" y="2057400"/>
            <a:ext cx="95250" cy="2076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0" y="2057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3000" dirty="0"/>
          </a:p>
        </p:txBody>
      </p:sp>
      <p:sp>
        <p:nvSpPr>
          <p:cNvPr id="14" name="Text richtext-1792335296651-475604025"/>
          <p:cNvSpPr/>
          <p:nvPr/>
        </p:nvSpPr>
        <p:spPr>
          <a:xfrm>
            <a:off x="10191750" y="2781300"/>
            <a:ext cx="6572250" cy="13811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250" dirty="0"/>
          </a:p>
        </p:txBody>
      </p:sp>
      <p:sp>
        <p:nvSpPr>
          <p:cNvPr id="15" name="Connector line-1792335296679-385412815"/>
          <p:cNvSpPr/>
          <p:nvPr/>
        </p:nvSpPr>
        <p:spPr>
          <a:xfrm>
            <a:off x="13258800" y="4476750"/>
            <a:ext cx="0" cy="76200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oval"/>
            <a:tailEnd type="oval"/>
          </a:ln>
        </p:spPr>
      </p:sp>
      <p:sp>
        <p:nvSpPr>
          <p:cNvPr id="16" name="Shape 14"/>
          <p:cNvSpPr/>
          <p:nvPr/>
        </p:nvSpPr>
        <p:spPr>
          <a:xfrm>
            <a:off x="9525000" y="523875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10750" y="5581650"/>
            <a:ext cx="95250" cy="2076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10191750" y="558165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000" dirty="0"/>
          </a:p>
        </p:txBody>
      </p:sp>
      <p:sp>
        <p:nvSpPr>
          <p:cNvPr id="19" name="Text richtext-1792335296682-269474922"/>
          <p:cNvSpPr/>
          <p:nvPr/>
        </p:nvSpPr>
        <p:spPr>
          <a:xfrm>
            <a:off x="10191750" y="6305550"/>
            <a:ext cx="6572250" cy="13811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51ddf71a-de1b-486b-9f3a-d191d4a9b7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 tục.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b="1" spc="1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0" y="2057400"/>
            <a:ext cx="95250" cy="1600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0" y="2057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30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b="1" dirty="0" spc="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191750" y="2762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thuê.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25000" y="4286250"/>
            <a:ext cx="7467600" cy="3619500"/>
          </a:xfrm>
          <a:prstGeom prst="roundRect">
            <a:avLst>
              <a:gd name="adj" fmla="val 631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810750" y="4629150"/>
            <a:ext cx="95250" cy="29527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0191750" y="462915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30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00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191750" y="533400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lên qua CI/CD.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191750" y="6362700"/>
            <a:ext cx="657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ỐNG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19175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57300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95425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endParaRPr lang="en-US" sz="2250" dirty="0"/>
          </a:p>
        </p:txBody>
      </p:sp>
      <p:sp>
        <p:nvSpPr>
          <p:cNvPr id="23" name="Connector line-1792335359352-574010337"/>
          <p:cNvSpPr/>
          <p:nvPr/>
        </p:nvSpPr>
        <p:spPr>
          <a:xfrm>
            <a:off x="12058650" y="7172325"/>
            <a:ext cx="457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5359353-398197598"/>
          <p:cNvSpPr/>
          <p:nvPr/>
        </p:nvSpPr>
        <p:spPr>
          <a:xfrm>
            <a:off x="14439900" y="7172325"/>
            <a:ext cx="457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fbfea8f-eced-4f6d-95bd-7f4b7c019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3619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3905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048500"/>
            <a:ext cx="685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BIÊN</a:t>
            </a:r>
            <a:r>
              <a:rPr lang="en-US" sz="180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6764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777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304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243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525000" y="43053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3354050" y="43053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525000" y="6172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19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25000" y="65532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2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54050" y="65532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b="1" dirty="0" spc="-1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525000" y="83248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trên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7500" dirty="0"/>
          </a:p>
        </p:txBody>
      </p:sp>
      <p:sp>
        <p:nvSpPr>
          <p:cNvPr id="31" name="Text richtext-1792335465149-979280001"/>
          <p:cNvSpPr/>
          <p:nvPr/>
        </p:nvSpPr>
        <p:spPr>
          <a:xfrm>
            <a:off x="1295400" y="4324350"/>
            <a:ext cx="6858000" cy="16668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nêu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chỉ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295400" y="748665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Full-stack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050f3d5-da83-4b0b-ac4a-87f6edb83f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 đã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9062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dùng ảnh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 nên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nghệ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82750" y="12192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858750" y="2171700"/>
            <a:ext cx="1524000" cy="1924050"/>
          </a:xfrm>
          <a:custGeom>
            <a:avLst/>
            <a:gdLst/>
            <a:ahLst/>
            <a:cxnLst/>
            <a:rect l="l" t="t" r="r" b="b"/>
            <a:pathLst>
              <a:path w="1524000" h="1924050">
                <a:moveTo>
                  <a:pt x="0" y="0"/>
                </a:moveTo>
                <a:cubicBezTo>
                  <a:pt x="762000" y="0"/>
                  <a:pt x="762000" y="1924050"/>
                  <a:pt x="1524000" y="192405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58750" y="2428875"/>
            <a:ext cx="1524000" cy="600075"/>
          </a:xfrm>
          <a:custGeom>
            <a:avLst/>
            <a:gdLst/>
            <a:ahLst/>
            <a:cxnLst/>
            <a:rect l="l" t="t" r="r" b="b"/>
            <a:pathLst>
              <a:path w="1524000" h="600075">
                <a:moveTo>
                  <a:pt x="0" y="600075"/>
                </a:moveTo>
                <a:cubicBezTo>
                  <a:pt x="762000" y="60007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3DD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58750" y="2809875"/>
            <a:ext cx="1524000" cy="1076325"/>
          </a:xfrm>
          <a:custGeom>
            <a:avLst/>
            <a:gdLst/>
            <a:ahLst/>
            <a:cxnLst/>
            <a:rect l="l" t="t" r="r" b="b"/>
            <a:pathLst>
              <a:path w="1524000" h="1076325">
                <a:moveTo>
                  <a:pt x="0" y="1076325"/>
                </a:moveTo>
                <a:cubicBezTo>
                  <a:pt x="762000" y="107632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3DD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58750" y="4429125"/>
            <a:ext cx="1524000" cy="314325"/>
          </a:xfrm>
          <a:custGeom>
            <a:avLst/>
            <a:gdLst/>
            <a:ahLst/>
            <a:cxnLst/>
            <a:rect l="l" t="t" r="r" b="b"/>
            <a:pathLst>
              <a:path w="1524000" h="314325">
                <a:moveTo>
                  <a:pt x="0" y="314325"/>
                </a:moveTo>
                <a:cubicBezTo>
                  <a:pt x="762000" y="31432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58750" y="5600700"/>
            <a:ext cx="1524000" cy="590550"/>
          </a:xfrm>
          <a:custGeom>
            <a:avLst/>
            <a:gdLst/>
            <a:ahLst/>
            <a:cxnLst/>
            <a:rect l="l" t="t" r="r" b="b"/>
            <a:pathLst>
              <a:path w="1524000" h="590550">
                <a:moveTo>
                  <a:pt x="0" y="0"/>
                </a:moveTo>
                <a:cubicBezTo>
                  <a:pt x="762000" y="0"/>
                  <a:pt x="762000" y="590550"/>
                  <a:pt x="1524000" y="590550"/>
                </a:cubicBezTo>
              </a:path>
            </a:pathLst>
          </a:custGeom>
          <a:ln w="28575">
            <a:solidFill>
              <a:srgbClr val="FFB4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58750" y="4762500"/>
            <a:ext cx="1524000" cy="1695450"/>
          </a:xfrm>
          <a:custGeom>
            <a:avLst/>
            <a:gdLst/>
            <a:ahLst/>
            <a:cxnLst/>
            <a:rect l="l" t="t" r="r" b="b"/>
            <a:pathLst>
              <a:path w="1524000" h="1695450">
                <a:moveTo>
                  <a:pt x="0" y="1695450"/>
                </a:moveTo>
                <a:cubicBezTo>
                  <a:pt x="762000" y="1695450"/>
                  <a:pt x="762000" y="0"/>
                  <a:pt x="1524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858750" y="6715125"/>
            <a:ext cx="1524000" cy="600075"/>
          </a:xfrm>
          <a:custGeom>
            <a:avLst/>
            <a:gdLst/>
            <a:ahLst/>
            <a:cxnLst/>
            <a:rect l="l" t="t" r="r" b="b"/>
            <a:pathLst>
              <a:path w="1524000" h="600075">
                <a:moveTo>
                  <a:pt x="0" y="600075"/>
                </a:moveTo>
                <a:cubicBezTo>
                  <a:pt x="762000" y="60007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FFB4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525000" y="18097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77400" y="19621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48900" y="18097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525000" y="26670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77400" y="2819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8900" y="26670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35242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77400" y="3676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248900" y="35242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525000" y="43815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77400" y="45339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248900" y="43815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52387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77400" y="53911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248900" y="52387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9525000" y="60960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77400" y="6248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248900" y="60960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9525000" y="69532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77400" y="7105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0248900" y="69532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4382750" y="1905000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4382750" y="2209800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14382750" y="2724150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3" name="Shape 41"/>
          <p:cNvSpPr/>
          <p:nvPr/>
        </p:nvSpPr>
        <p:spPr>
          <a:xfrm>
            <a:off x="14382750" y="3714750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382750" y="4019550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4382750" y="4533900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4382750" y="5743575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4382750" y="6048375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14382750" y="6562725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9" name="Text 47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c49b7f12-fa81-4fee-98fe-1a80979ff8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4762500"/>
          </a:xfrm>
          <a:prstGeom prst="roundRect">
            <a:avLst>
              <a:gd name="adj" fmla="val 56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038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14850"/>
            <a:ext cx="6858000" cy="5143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hẹn:</a:t>
            </a:r>
            <a:endParaRPr lang="en-US" sz="2550" dirty="0"/>
          </a:p>
        </p:txBody>
      </p:sp>
      <p:sp>
        <p:nvSpPr>
          <p:cNvPr id="7" name="Text richtext-1792338085096-944989317"/>
          <p:cNvSpPr/>
          <p:nvPr/>
        </p:nvSpPr>
        <p:spPr>
          <a:xfrm>
            <a:off x="1295400" y="5143500"/>
            <a:ext cx="6858000" cy="176212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giờ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lại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 đưa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72390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23812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0820400" y="17145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b="1" dirty="0" spc="-3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525000" y="40386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0" y="47053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0820400" y="40386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Giờ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525000" y="63627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10750" y="70294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0820400" y="63627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lên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chạy: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55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mây,</a:t>
            </a: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tầng,</a:t>
            </a:r>
            <a:r>
              <a:rPr lang="en-US" sz="255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DevOps,</a:t>
            </a:r>
            <a:r>
              <a:rPr lang="en-US" sz="25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4d5118b-2563-4ef9-b388-eaed0ae802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706100" y="1466850"/>
            <a:ext cx="6667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CI/CD: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 gồm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DevOps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257300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Development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Operations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57300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57300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6505575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48475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848475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48475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Tích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48475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khi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2096750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39650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12439650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39650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439650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0085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95400" y="7162800"/>
            <a:ext cx="15697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full-stack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295400" y="76962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minh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295400" y="81534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nguồn.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d9c44c-d219-45ad-94ad-cbe1dfae91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2026-10-19T06:17:13Z</dcterms:created>
  <dcterms:modified xsi:type="dcterms:W3CDTF">2026-10-19T06:17:13Z</dcterms:modified>
</cp:coreProperties>
</file>