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8572500" cy="257175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1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Tám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</a:t>
            </a:r>
            <a:r>
              <a:rPr lang="en-US" sz="81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lập</a:t>
            </a:r>
            <a:r>
              <a:rPr lang="en-US" sz="81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28625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8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8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</a:t>
            </a:r>
            <a:r>
              <a:rPr lang="en-US" sz="28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096000"/>
            <a:ext cx="1981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990600" y="7200900"/>
            <a:ext cx="18288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048000" y="6096000"/>
            <a:ext cx="1981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3124200" y="7200900"/>
            <a:ext cx="18288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181600" y="6096000"/>
            <a:ext cx="1981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0" y="6096000"/>
            <a:ext cx="1981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7391400" y="7200900"/>
            <a:ext cx="1828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906000" y="914400"/>
            <a:ext cx="7467600" cy="2590800"/>
          </a:xfrm>
          <a:prstGeom prst="roundRect">
            <a:avLst>
              <a:gd name="adj" fmla="val 10294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0287000" y="1257300"/>
            <a:ext cx="1524000" cy="4191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650" b="1" spc="1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0287000" y="2552700"/>
            <a:ext cx="6705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Mệnh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Khai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906000" y="3733800"/>
            <a:ext cx="7467600" cy="2590800"/>
          </a:xfrm>
          <a:prstGeom prst="roundRect">
            <a:avLst>
              <a:gd name="adj" fmla="val 10294"/>
            </a:avLst>
          </a:prstGeom>
          <a:solidFill>
            <a:srgbClr val="1E212B"/>
          </a:solidFill>
          <a:ln/>
        </p:spPr>
      </p:sp>
      <p:sp>
        <p:nvSpPr>
          <p:cNvPr id="16" name="Text 14"/>
          <p:cNvSpPr/>
          <p:nvPr/>
        </p:nvSpPr>
        <p:spPr>
          <a:xfrm>
            <a:off x="10287000" y="4076700"/>
            <a:ext cx="1524000" cy="4191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 2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9906000" y="6553200"/>
            <a:ext cx="7467600" cy="2590800"/>
          </a:xfrm>
          <a:prstGeom prst="roundRect">
            <a:avLst>
              <a:gd name="adj" fmla="val 10294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10287000" y="6896100"/>
            <a:ext cx="1524000" cy="419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650" b="1" spc="15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0287000" y="8191500"/>
            <a:ext cx="6705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400" dirty="0" spc="2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14400" y="96964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914400" y="6191250"/>
            <a:ext cx="1981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</a:t>
            </a:r>
            <a:endParaRPr lang="en-US" sz="5700" dirty="0"/>
          </a:p>
        </p:txBody>
      </p:sp>
      <p:sp>
        <p:nvSpPr>
          <p:cNvPr id="22" name="Text 20"/>
          <p:cNvSpPr/>
          <p:nvPr/>
        </p:nvSpPr>
        <p:spPr>
          <a:xfrm>
            <a:off x="3048000" y="6191250"/>
            <a:ext cx="1981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700" dirty="0"/>
          </a:p>
        </p:txBody>
      </p:sp>
      <p:sp>
        <p:nvSpPr>
          <p:cNvPr id="23" name="Text 21"/>
          <p:cNvSpPr/>
          <p:nvPr/>
        </p:nvSpPr>
        <p:spPr>
          <a:xfrm>
            <a:off x="5181600" y="6191250"/>
            <a:ext cx="1981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5700" dirty="0"/>
          </a:p>
        </p:txBody>
      </p:sp>
      <p:sp>
        <p:nvSpPr>
          <p:cNvPr id="24" name="Text 22"/>
          <p:cNvSpPr/>
          <p:nvPr/>
        </p:nvSpPr>
        <p:spPr>
          <a:xfrm>
            <a:off x="7315200" y="6191250"/>
            <a:ext cx="1981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</a:t>
            </a:r>
            <a:endParaRPr lang="en-US" sz="5700" dirty="0"/>
          </a:p>
        </p:txBody>
      </p:sp>
      <p:sp>
        <p:nvSpPr>
          <p:cNvPr id="25" name="Text 23"/>
          <p:cNvSpPr/>
          <p:nvPr/>
        </p:nvSpPr>
        <p:spPr>
          <a:xfrm>
            <a:off x="10287000" y="1885950"/>
            <a:ext cx="6705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28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</a:t>
            </a:r>
            <a:r>
              <a:rPr lang="en-US" sz="28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</a:t>
            </a:r>
            <a:r>
              <a:rPr lang="en-US" sz="285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chương</a:t>
            </a:r>
            <a:r>
              <a:rPr lang="en-US" sz="28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2850" dirty="0"/>
          </a:p>
        </p:txBody>
      </p:sp>
      <p:sp>
        <p:nvSpPr>
          <p:cNvPr id="26" name="Text 24"/>
          <p:cNvSpPr/>
          <p:nvPr/>
        </p:nvSpPr>
        <p:spPr>
          <a:xfrm>
            <a:off x="10287000" y="4705350"/>
            <a:ext cx="6705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285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tổ</a:t>
            </a:r>
            <a:r>
              <a:rPr lang="en-US" sz="285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chức</a:t>
            </a:r>
            <a:r>
              <a:rPr lang="en-US" sz="28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endParaRPr lang="en-US" sz="2850" dirty="0"/>
          </a:p>
        </p:txBody>
      </p:sp>
      <p:sp>
        <p:nvSpPr>
          <p:cNvPr id="27" name="Text 25"/>
          <p:cNvSpPr/>
          <p:nvPr/>
        </p:nvSpPr>
        <p:spPr>
          <a:xfrm>
            <a:off x="10287000" y="7524750"/>
            <a:ext cx="6705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28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285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28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285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28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285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endParaRPr lang="en-US" sz="2850" dirty="0"/>
          </a:p>
        </p:txBody>
      </p:sp>
      <p:sp>
        <p:nvSpPr>
          <p:cNvPr id="28" name="Text 26"/>
          <p:cNvSpPr/>
          <p:nvPr/>
        </p:nvSpPr>
        <p:spPr>
          <a:xfrm>
            <a:off x="5257800" y="7200900"/>
            <a:ext cx="18288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0287000" y="5372100"/>
            <a:ext cx="67056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40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4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khía cạnh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 spc="-5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4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quát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2c45b9d5-c341-4e04-89f9-f5832f9e3b1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nghĩ</a:t>
            </a:r>
            <a:r>
              <a:rPr lang="en-US" sz="69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69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chương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905250"/>
            <a:ext cx="7810500" cy="147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lập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 nghĩ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trình.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5715000"/>
            <a:ext cx="7810500" cy="3048000"/>
          </a:xfrm>
          <a:prstGeom prst="roundRect">
            <a:avLst>
              <a:gd name="adj" fmla="val 8750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0198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525000" y="12954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TÁM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21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525000" y="1809750"/>
            <a:ext cx="7467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2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25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250" b="1" dirty="0" spc="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9525000" y="23241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Mệnh</a:t>
            </a: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2068175" y="23241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4611350" y="23241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525000" y="3905250"/>
            <a:ext cx="7467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25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250" b="1" dirty="0" spc="1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25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9525000" y="44196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2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2068175" y="44196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 khía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4611350" y="44196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quát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525000" y="6000750"/>
            <a:ext cx="7467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2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b="1" dirty="0" spc="-1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250" b="1" dirty="0" spc="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9525000" y="6515100"/>
            <a:ext cx="3657600" cy="1143000"/>
          </a:xfrm>
          <a:prstGeom prst="roundRect">
            <a:avLst>
              <a:gd name="adj" fmla="val 16667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250" b="1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3335000" y="6515100"/>
            <a:ext cx="3657600" cy="1143000"/>
          </a:xfrm>
          <a:prstGeom prst="roundRect">
            <a:avLst>
              <a:gd name="adj" fmla="val 16667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2250" dirty="0"/>
          </a:p>
        </p:txBody>
      </p:sp>
      <p:sp>
        <p:nvSpPr>
          <p:cNvPr id="20" name="Connector line-1792338663486-193899979"/>
          <p:cNvSpPr/>
          <p:nvPr/>
        </p:nvSpPr>
        <p:spPr>
          <a:xfrm>
            <a:off x="9525000" y="800100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9525000" y="819150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bài,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33" name="Text richtext-1792338832474-118918303"/>
          <p:cNvSpPr/>
          <p:nvPr/>
        </p:nvSpPr>
        <p:spPr>
          <a:xfrm>
            <a:off x="1295400" y="6515100"/>
            <a:ext cx="7048500" cy="2000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23850" indent="-231371"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 tám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 hình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550" dirty="0"/>
          </a:p>
          <a:p>
            <a:pPr algn="l" marL="323850" indent="-231371"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endParaRPr lang="en-US" sz="2550" dirty="0"/>
          </a:p>
          <a:p>
            <a:pPr algn="l" marL="323850" indent="-231371"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5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b4c87f10-cf0f-4d56-a9a8-64c836d73c6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9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950" b="1" spc="16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 mô</a:t>
            </a: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</a:t>
            </a:r>
            <a:r>
              <a:rPr lang="en-US" sz="69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chương</a:t>
            </a:r>
            <a:r>
              <a:rPr lang="en-US" sz="69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1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Bước,</a:t>
            </a:r>
            <a:r>
              <a:rPr lang="en-US" sz="33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logic</a:t>
            </a:r>
            <a:r>
              <a:rPr lang="en-US" sz="3300" b="1" dirty="0" spc="-2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7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Mệnh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257550" y="581025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</a:t>
            </a: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410200" y="581025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 (FP)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438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Lisp,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C++,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lối.</a:t>
            </a:r>
            <a:endParaRPr lang="en-US" sz="2550" dirty="0"/>
          </a:p>
        </p:txBody>
      </p:sp>
      <p:sp>
        <p:nvSpPr>
          <p:cNvPr id="24" name="Shape 22"/>
          <p:cNvSpPr/>
          <p:nvPr/>
        </p:nvSpPr>
        <p:spPr>
          <a:xfrm>
            <a:off x="9525000" y="1295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25" name="Text 23"/>
          <p:cNvSpPr/>
          <p:nvPr/>
        </p:nvSpPr>
        <p:spPr>
          <a:xfrm>
            <a:off x="9829800" y="1524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10668000" y="152400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Mệnh</a:t>
            </a:r>
            <a:r>
              <a:rPr lang="en-US" sz="31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endParaRPr lang="en-US" sz="3150" dirty="0"/>
          </a:p>
        </p:txBody>
      </p:sp>
      <p:sp>
        <p:nvSpPr>
          <p:cNvPr id="27" name="Text 25"/>
          <p:cNvSpPr/>
          <p:nvPr/>
        </p:nvSpPr>
        <p:spPr>
          <a:xfrm>
            <a:off x="14478000" y="160020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imperative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10668000" y="22098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4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4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10668000" y="31051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19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95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thủ</a:t>
            </a:r>
            <a:r>
              <a:rPr lang="en-US" sz="19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r>
              <a:rPr lang="en-US" sz="1950" b="1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(procedural)</a:t>
            </a:r>
            <a:endParaRPr lang="en-US" sz="1950" dirty="0"/>
          </a:p>
        </p:txBody>
      </p:sp>
      <p:sp>
        <p:nvSpPr>
          <p:cNvPr id="30" name="Shape 28"/>
          <p:cNvSpPr/>
          <p:nvPr/>
        </p:nvSpPr>
        <p:spPr>
          <a:xfrm>
            <a:off x="9525000" y="37719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31" name="Text 29"/>
          <p:cNvSpPr/>
          <p:nvPr/>
        </p:nvSpPr>
        <p:spPr>
          <a:xfrm>
            <a:off x="9829800" y="40005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550" dirty="0"/>
          </a:p>
        </p:txBody>
      </p:sp>
      <p:sp>
        <p:nvSpPr>
          <p:cNvPr id="32" name="Text 30"/>
          <p:cNvSpPr/>
          <p:nvPr/>
        </p:nvSpPr>
        <p:spPr>
          <a:xfrm>
            <a:off x="10668000" y="400050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Khai báo</a:t>
            </a:r>
            <a:endParaRPr lang="en-US" sz="3150" dirty="0"/>
          </a:p>
        </p:txBody>
      </p:sp>
      <p:sp>
        <p:nvSpPr>
          <p:cNvPr id="33" name="Text 31"/>
          <p:cNvSpPr/>
          <p:nvPr/>
        </p:nvSpPr>
        <p:spPr>
          <a:xfrm>
            <a:off x="14478000" y="407670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declarative</a:t>
            </a:r>
            <a:endParaRPr lang="en-US" sz="1950" dirty="0"/>
          </a:p>
        </p:txBody>
      </p:sp>
      <p:sp>
        <p:nvSpPr>
          <p:cNvPr id="34" name="Text 32"/>
          <p:cNvSpPr/>
          <p:nvPr/>
        </p:nvSpPr>
        <p:spPr>
          <a:xfrm>
            <a:off x="10668000" y="46863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Nêu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4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toán,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 tự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cách giải.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10668000" y="55816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195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1950" b="1" dirty="0" spc="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SQL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endParaRPr lang="en-US" sz="1950" dirty="0"/>
          </a:p>
        </p:txBody>
      </p:sp>
      <p:sp>
        <p:nvSpPr>
          <p:cNvPr id="36" name="Shape 34"/>
          <p:cNvSpPr/>
          <p:nvPr/>
        </p:nvSpPr>
        <p:spPr>
          <a:xfrm>
            <a:off x="9525000" y="6248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37" name="Text 35"/>
          <p:cNvSpPr/>
          <p:nvPr/>
        </p:nvSpPr>
        <p:spPr>
          <a:xfrm>
            <a:off x="9829800" y="6477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550" dirty="0"/>
          </a:p>
        </p:txBody>
      </p:sp>
      <p:sp>
        <p:nvSpPr>
          <p:cNvPr id="38" name="Text 36"/>
          <p:cNvSpPr/>
          <p:nvPr/>
        </p:nvSpPr>
        <p:spPr>
          <a:xfrm>
            <a:off x="10668000" y="647700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Hàm</a:t>
            </a:r>
            <a:endParaRPr lang="en-US" sz="3150" dirty="0"/>
          </a:p>
        </p:txBody>
      </p:sp>
      <p:sp>
        <p:nvSpPr>
          <p:cNvPr id="39" name="Text 37"/>
          <p:cNvSpPr/>
          <p:nvPr/>
        </p:nvSpPr>
        <p:spPr>
          <a:xfrm>
            <a:off x="14478000" y="655320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functional</a:t>
            </a:r>
            <a:endParaRPr lang="en-US" sz="1950" dirty="0"/>
          </a:p>
        </p:txBody>
      </p:sp>
      <p:sp>
        <p:nvSpPr>
          <p:cNvPr id="40" name="Text 38"/>
          <p:cNvSpPr/>
          <p:nvPr/>
        </p:nvSpPr>
        <p:spPr>
          <a:xfrm>
            <a:off x="10668000" y="71628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4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hàm: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4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vào,</a:t>
            </a:r>
            <a:r>
              <a:rPr lang="en-US" sz="2400" dirty="0" spc="-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400" dirty="0" spc="-2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ra.</a:t>
            </a:r>
            <a:endParaRPr lang="en-US" sz="2400" dirty="0"/>
          </a:p>
        </p:txBody>
      </p:sp>
      <p:sp>
        <p:nvSpPr>
          <p:cNvPr id="41" name="Text 39"/>
          <p:cNvSpPr/>
          <p:nvPr/>
        </p:nvSpPr>
        <p:spPr>
          <a:xfrm>
            <a:off x="10668000" y="80581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nêu:</a:t>
            </a:r>
            <a:r>
              <a:rPr lang="en-US" sz="195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ML,</a:t>
            </a:r>
            <a:r>
              <a:rPr lang="en-US" sz="1950" b="1" dirty="0" spc="-1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Haskell</a:t>
            </a:r>
            <a:endParaRPr lang="en-US" sz="19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ba279bbb-62b4-4d30-8116-68fcae8c248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19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1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OOP</a:t>
            </a:r>
            <a:r>
              <a:rPr lang="en-US" sz="3300" b="1" dirty="0" spc="-3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2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AOP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mã: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tượng,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 ngang.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14400" y="5810250"/>
            <a:ext cx="28575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2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3924300" y="5810250"/>
            <a:ext cx="28575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 khía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F3DFB8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AspectJ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khía cạnh.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25000" y="12954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 TƯỢNG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(OOP)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525000" y="1752600"/>
            <a:ext cx="7467600" cy="2438400"/>
          </a:xfrm>
          <a:prstGeom prst="roundRect">
            <a:avLst>
              <a:gd name="adj" fmla="val 9375"/>
            </a:avLst>
          </a:prstGeom>
          <a:solidFill>
            <a:srgbClr val="F3DFB8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29800" y="1943100"/>
            <a:ext cx="685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Đối</a:t>
            </a:r>
            <a:r>
              <a:rPr lang="en-US" sz="30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3000" dirty="0"/>
          </a:p>
        </p:txBody>
      </p:sp>
      <p:sp>
        <p:nvSpPr>
          <p:cNvPr id="14" name="Connector line-1792339091554-998061018"/>
          <p:cNvSpPr/>
          <p:nvPr/>
        </p:nvSpPr>
        <p:spPr>
          <a:xfrm>
            <a:off x="9525000" y="443865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525000" y="462915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KHÍA</a:t>
            </a:r>
            <a:r>
              <a:rPr lang="en-US" sz="1800" b="1" spc="21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r>
              <a:rPr lang="en-US" sz="1800" b="1" spc="21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(AOP)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525000" y="5086350"/>
            <a:ext cx="2286000" cy="571500"/>
          </a:xfrm>
          <a:prstGeom prst="roundRect">
            <a:avLst>
              <a:gd name="adj" fmla="val 2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2115800" y="5086350"/>
            <a:ext cx="2286000" cy="571500"/>
          </a:xfrm>
          <a:prstGeom prst="roundRect">
            <a:avLst>
              <a:gd name="adj" fmla="val 2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4706600" y="5086350"/>
            <a:ext cx="2286000" cy="571500"/>
          </a:xfrm>
          <a:prstGeom prst="roundRect">
            <a:avLst>
              <a:gd name="adj" fmla="val 2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525000" y="5772150"/>
            <a:ext cx="2286000" cy="2095500"/>
          </a:xfrm>
          <a:prstGeom prst="roundRect">
            <a:avLst>
              <a:gd name="adj" fmla="val 7273"/>
            </a:avLst>
          </a:prstGeom>
          <a:solidFill>
            <a:srgbClr val="E8E0CF"/>
          </a:solidFill>
          <a:ln/>
        </p:spPr>
      </p:sp>
      <p:sp>
        <p:nvSpPr>
          <p:cNvPr id="20" name="Shape 18"/>
          <p:cNvSpPr/>
          <p:nvPr/>
        </p:nvSpPr>
        <p:spPr>
          <a:xfrm>
            <a:off x="12115800" y="5772150"/>
            <a:ext cx="2286000" cy="2095500"/>
          </a:xfrm>
          <a:prstGeom prst="roundRect">
            <a:avLst>
              <a:gd name="adj" fmla="val 7273"/>
            </a:avLst>
          </a:prstGeom>
          <a:solidFill>
            <a:srgbClr val="E8E0CF"/>
          </a:solidFill>
          <a:ln/>
        </p:spPr>
      </p:sp>
      <p:sp>
        <p:nvSpPr>
          <p:cNvPr id="21" name="Shape 19"/>
          <p:cNvSpPr/>
          <p:nvPr/>
        </p:nvSpPr>
        <p:spPr>
          <a:xfrm>
            <a:off x="14706600" y="5772150"/>
            <a:ext cx="2286000" cy="2095500"/>
          </a:xfrm>
          <a:prstGeom prst="roundRect">
            <a:avLst>
              <a:gd name="adj" fmla="val 7273"/>
            </a:avLst>
          </a:prstGeom>
          <a:solidFill>
            <a:srgbClr val="E8E0CF"/>
          </a:solidFill>
          <a:ln/>
        </p:spPr>
      </p:sp>
      <p:sp>
        <p:nvSpPr>
          <p:cNvPr id="22" name="Text 20"/>
          <p:cNvSpPr/>
          <p:nvPr/>
        </p:nvSpPr>
        <p:spPr>
          <a:xfrm>
            <a:off x="9525000" y="6381750"/>
            <a:ext cx="7467600" cy="876300"/>
          </a:xfrm>
          <a:prstGeom prst="roundRect">
            <a:avLst>
              <a:gd name="adj" fmla="val 17391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Mối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ngang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9525000" y="809625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mối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1950" dirty="0" spc="2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thống.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5" name="Text 33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Đối</a:t>
            </a:r>
            <a:r>
              <a:rPr lang="en-US" sz="6900" dirty="0" spc="-7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1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khía cạnh</a:t>
            </a:r>
            <a:endParaRPr lang="en-US" sz="6900" dirty="0"/>
          </a:p>
        </p:txBody>
      </p:sp>
      <p:sp>
        <p:nvSpPr>
          <p:cNvPr id="36" name="Text 34"/>
          <p:cNvSpPr/>
          <p:nvPr/>
        </p:nvSpPr>
        <p:spPr>
          <a:xfrm>
            <a:off x="9829800" y="2628900"/>
            <a:ext cx="3314700" cy="1333500"/>
          </a:xfrm>
          <a:prstGeom prst="roundRect">
            <a:avLst>
              <a:gd name="adj" fmla="val 14286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Thuộc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(dữ liệu)</a:t>
            </a:r>
            <a:endParaRPr lang="en-US" sz="2250" dirty="0"/>
          </a:p>
        </p:txBody>
      </p:sp>
      <p:sp>
        <p:nvSpPr>
          <p:cNvPr id="37" name="Text 35"/>
          <p:cNvSpPr/>
          <p:nvPr/>
        </p:nvSpPr>
        <p:spPr>
          <a:xfrm>
            <a:off x="13373100" y="2628900"/>
            <a:ext cx="3314700" cy="1333500"/>
          </a:xfrm>
          <a:prstGeom prst="roundRect">
            <a:avLst>
              <a:gd name="adj" fmla="val 14286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Phương</a:t>
            </a:r>
            <a:r>
              <a:rPr lang="en-US" sz="22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(hành vi)</a:t>
            </a:r>
            <a:endParaRPr lang="en-US" sz="22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f4689590-c572-4262-8b62-cece57c8ae0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19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19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Kiểu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tham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9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330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quát</a:t>
            </a:r>
            <a:r>
              <a:rPr lang="en-US" sz="33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(generic)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 phần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lớp.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067050" y="581025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Linh</a:t>
            </a: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410200" y="5810250"/>
            <a:ext cx="29527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5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438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25000" y="1295400"/>
            <a:ext cx="7467600" cy="1714500"/>
          </a:xfrm>
          <a:prstGeom prst="roundRect">
            <a:avLst>
              <a:gd name="adj" fmla="val 13333"/>
            </a:avLst>
          </a:prstGeom>
          <a:solidFill>
            <a:srgbClr val="FFB454"/>
          </a:solidFill>
          <a:ln/>
        </p:spPr>
      </p:sp>
      <p:sp>
        <p:nvSpPr>
          <p:cNvPr id="14" name="Text 12"/>
          <p:cNvSpPr/>
          <p:nvPr/>
        </p:nvSpPr>
        <p:spPr>
          <a:xfrm>
            <a:off x="9525000" y="1562100"/>
            <a:ext cx="74676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Danh</a:t>
            </a:r>
            <a:r>
              <a:rPr lang="en-US" sz="3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r>
              <a:rPr lang="en-US" sz="33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(List)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9525000" y="2266950"/>
            <a:ext cx="7467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tham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</a:t>
            </a:r>
            <a:endParaRPr lang="en-US" sz="2700" dirty="0"/>
          </a:p>
        </p:txBody>
      </p:sp>
      <p:sp>
        <p:nvSpPr>
          <p:cNvPr id="16" name="Connector line-1792339136556-543546675"/>
          <p:cNvSpPr/>
          <p:nvPr/>
        </p:nvSpPr>
        <p:spPr>
          <a:xfrm>
            <a:off x="10668000" y="3048000"/>
            <a:ext cx="0" cy="110490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339136557-789959099"/>
          <p:cNvSpPr/>
          <p:nvPr/>
        </p:nvSpPr>
        <p:spPr>
          <a:xfrm>
            <a:off x="13258800" y="3048000"/>
            <a:ext cx="0" cy="110490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39136557-105035109"/>
          <p:cNvSpPr/>
          <p:nvPr/>
        </p:nvSpPr>
        <p:spPr>
          <a:xfrm>
            <a:off x="15849600" y="3048000"/>
            <a:ext cx="0" cy="110490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9525000" y="4229100"/>
            <a:ext cx="2286000" cy="952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2115800" y="4229100"/>
            <a:ext cx="2286000" cy="952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4706600" y="4229100"/>
            <a:ext cx="2286000" cy="952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525000" y="5353050"/>
            <a:ext cx="7467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 kiểu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E</a:t>
            </a:r>
            <a:endParaRPr lang="en-US" sz="2100" dirty="0"/>
          </a:p>
        </p:txBody>
      </p:sp>
      <p:sp>
        <p:nvSpPr>
          <p:cNvPr id="23" name="Connector line-1792339136567-695758959"/>
          <p:cNvSpPr/>
          <p:nvPr/>
        </p:nvSpPr>
        <p:spPr>
          <a:xfrm>
            <a:off x="9525000" y="6057900"/>
            <a:ext cx="7467600" cy="0"/>
          </a:xfrm>
          <a:prstGeom prst="line">
            <a:avLst/>
          </a:prstGeom>
          <a:noFill/>
          <a:ln w="19050">
            <a:solidFill>
              <a:srgbClr val="343849"/>
            </a:solidFill>
            <a:prstDash val="lgDash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9525000" y="62865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1800" b="1" spc="19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800" b="1" spc="22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b="1" spc="2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525000" y="6724650"/>
            <a:ext cx="22860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2115800" y="6724650"/>
            <a:ext cx="22860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14706600" y="6724650"/>
            <a:ext cx="22860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250" dirty="0"/>
          </a:p>
        </p:txBody>
      </p:sp>
      <p:sp>
        <p:nvSpPr>
          <p:cNvPr id="28" name="Text 26"/>
          <p:cNvSpPr/>
          <p:nvPr/>
        </p:nvSpPr>
        <p:spPr>
          <a:xfrm>
            <a:off x="9525000" y="7620000"/>
            <a:ext cx="36576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</a:t>
            </a:r>
            <a:endParaRPr lang="en-US" sz="2250" dirty="0"/>
          </a:p>
        </p:txBody>
      </p:sp>
      <p:sp>
        <p:nvSpPr>
          <p:cNvPr id="29" name="Text 27"/>
          <p:cNvSpPr/>
          <p:nvPr/>
        </p:nvSpPr>
        <p:spPr>
          <a:xfrm>
            <a:off x="13335000" y="7620000"/>
            <a:ext cx="36576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</a:t>
            </a:r>
            <a:endParaRPr lang="en-US" sz="2250" dirty="0"/>
          </a:p>
        </p:txBody>
      </p:sp>
      <p:sp>
        <p:nvSpPr>
          <p:cNvPr id="30" name="Shape 2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79e1e551-c31e-4b37-8347-90dc5416611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b="1" spc="22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950" b="1" spc="17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b="1" spc="18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Phản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1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</a:t>
            </a: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33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30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300" b="1" dirty="0" spc="-3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33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7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ứng: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đến.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thời: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20955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250" b="1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162300" y="581025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CFE8E2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dụ: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Reactive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Streams,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2954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1800" b="1" spc="2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VÍ</a:t>
            </a:r>
            <a:r>
              <a:rPr lang="en-US" sz="180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180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REACTIVE</a:t>
            </a:r>
            <a:r>
              <a:rPr lang="en-US" sz="1800" b="1" spc="21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STREAMS</a:t>
            </a:r>
            <a:endParaRPr lang="en-US" sz="1800" dirty="0"/>
          </a:p>
        </p:txBody>
      </p:sp>
      <p:sp>
        <p:nvSpPr>
          <p:cNvPr id="13" name="Connector line-1792339174117-622935331"/>
          <p:cNvSpPr/>
          <p:nvPr/>
        </p:nvSpPr>
        <p:spPr>
          <a:xfrm>
            <a:off x="9525000" y="2486025"/>
            <a:ext cx="45529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734550" y="2219325"/>
            <a:ext cx="533400" cy="5334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91800" y="2219325"/>
            <a:ext cx="533400" cy="5334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49050" y="2219325"/>
            <a:ext cx="533400" cy="5334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7" name="Shape 15"/>
          <p:cNvSpPr/>
          <p:nvPr/>
        </p:nvSpPr>
        <p:spPr>
          <a:xfrm>
            <a:off x="12306300" y="2219325"/>
            <a:ext cx="533400" cy="5334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8" name="Text 16"/>
          <p:cNvSpPr/>
          <p:nvPr/>
        </p:nvSpPr>
        <p:spPr>
          <a:xfrm>
            <a:off x="9525000" y="2971800"/>
            <a:ext cx="381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192250" y="1771650"/>
            <a:ext cx="2800350" cy="1428750"/>
          </a:xfrm>
          <a:prstGeom prst="roundRect">
            <a:avLst>
              <a:gd name="adj" fmla="val 13333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 liệu đến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2250" dirty="0"/>
          </a:p>
        </p:txBody>
      </p:sp>
      <p:sp>
        <p:nvSpPr>
          <p:cNvPr id="20" name="Connector line-1792339174122-203865344"/>
          <p:cNvSpPr/>
          <p:nvPr/>
        </p:nvSpPr>
        <p:spPr>
          <a:xfrm>
            <a:off x="9525000" y="381000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9525000" y="40386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19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800" b="1" spc="19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180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525000" y="4533900"/>
            <a:ext cx="1619250" cy="666750"/>
          </a:xfrm>
          <a:prstGeom prst="roundRect">
            <a:avLst>
              <a:gd name="adj" fmla="val 22857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9525000" y="5391150"/>
            <a:ext cx="1619250" cy="666750"/>
          </a:xfrm>
          <a:prstGeom prst="roundRect">
            <a:avLst>
              <a:gd name="adj" fmla="val 22857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2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9525000" y="6248400"/>
            <a:ext cx="1619250" cy="666750"/>
          </a:xfrm>
          <a:prstGeom prst="roundRect">
            <a:avLst>
              <a:gd name="adj" fmla="val 22857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11334750" y="4533900"/>
            <a:ext cx="5657850" cy="666750"/>
          </a:xfrm>
          <a:prstGeom prst="roundRect">
            <a:avLst>
              <a:gd name="adj" fmla="val 22857"/>
            </a:avLst>
          </a:prstGeom>
          <a:solidFill>
            <a:srgbClr val="E8E0CF"/>
          </a:solidFill>
          <a:ln/>
        </p:spPr>
      </p:sp>
      <p:sp>
        <p:nvSpPr>
          <p:cNvPr id="26" name="Shape 24"/>
          <p:cNvSpPr/>
          <p:nvPr/>
        </p:nvSpPr>
        <p:spPr>
          <a:xfrm>
            <a:off x="11334750" y="5391150"/>
            <a:ext cx="5657850" cy="666750"/>
          </a:xfrm>
          <a:prstGeom prst="roundRect">
            <a:avLst>
              <a:gd name="adj" fmla="val 22857"/>
            </a:avLst>
          </a:prstGeom>
          <a:solidFill>
            <a:srgbClr val="E8E0CF"/>
          </a:solidFill>
          <a:ln/>
        </p:spPr>
      </p:sp>
      <p:sp>
        <p:nvSpPr>
          <p:cNvPr id="27" name="Shape 25"/>
          <p:cNvSpPr/>
          <p:nvPr/>
        </p:nvSpPr>
        <p:spPr>
          <a:xfrm>
            <a:off x="11334750" y="6248400"/>
            <a:ext cx="5657850" cy="666750"/>
          </a:xfrm>
          <a:prstGeom prst="roundRect">
            <a:avLst>
              <a:gd name="adj" fmla="val 22857"/>
            </a:avLst>
          </a:prstGeom>
          <a:solidFill>
            <a:srgbClr val="E8E0CF"/>
          </a:solidFill>
          <a:ln/>
        </p:spPr>
      </p:sp>
      <p:sp>
        <p:nvSpPr>
          <p:cNvPr id="28" name="Shape 26"/>
          <p:cNvSpPr/>
          <p:nvPr/>
        </p:nvSpPr>
        <p:spPr>
          <a:xfrm>
            <a:off x="11525250" y="4629150"/>
            <a:ext cx="3429000" cy="476250"/>
          </a:xfrm>
          <a:prstGeom prst="roundRect">
            <a:avLst>
              <a:gd name="adj" fmla="val 24000"/>
            </a:avLst>
          </a:prstGeom>
          <a:solidFill>
            <a:srgbClr val="0F766E"/>
          </a:solidFill>
          <a:ln/>
        </p:spPr>
      </p:sp>
      <p:sp>
        <p:nvSpPr>
          <p:cNvPr id="29" name="Shape 27"/>
          <p:cNvSpPr/>
          <p:nvPr/>
        </p:nvSpPr>
        <p:spPr>
          <a:xfrm>
            <a:off x="12668250" y="5486400"/>
            <a:ext cx="4000500" cy="476250"/>
          </a:xfrm>
          <a:prstGeom prst="roundRect">
            <a:avLst>
              <a:gd name="adj" fmla="val 24000"/>
            </a:avLst>
          </a:prstGeom>
          <a:solidFill>
            <a:srgbClr val="0F766E"/>
          </a:solidFill>
          <a:ln/>
        </p:spPr>
      </p:sp>
      <p:sp>
        <p:nvSpPr>
          <p:cNvPr id="30" name="Shape 28"/>
          <p:cNvSpPr/>
          <p:nvPr/>
        </p:nvSpPr>
        <p:spPr>
          <a:xfrm>
            <a:off x="12001500" y="6343650"/>
            <a:ext cx="2857500" cy="476250"/>
          </a:xfrm>
          <a:prstGeom prst="roundRect">
            <a:avLst>
              <a:gd name="adj" fmla="val 24000"/>
            </a:avLst>
          </a:prstGeom>
          <a:solidFill>
            <a:srgbClr val="0F766E"/>
          </a:solidFill>
          <a:ln/>
        </p:spPr>
      </p:sp>
      <p:sp>
        <p:nvSpPr>
          <p:cNvPr id="31" name="Connector line-1792339174131-299758385"/>
          <p:cNvSpPr/>
          <p:nvPr/>
        </p:nvSpPr>
        <p:spPr>
          <a:xfrm>
            <a:off x="13811250" y="4400550"/>
            <a:ext cx="0" cy="2647950"/>
          </a:xfrm>
          <a:prstGeom prst="line">
            <a:avLst/>
          </a:prstGeom>
          <a:noFill/>
          <a:ln w="28575">
            <a:solidFill>
              <a:srgbClr val="14161C"/>
            </a:solidFill>
            <a:prstDash val="dash"/>
            <a:headEnd type="none"/>
            <a:tailEnd type="none"/>
          </a:ln>
        </p:spPr>
      </p:sp>
      <p:sp>
        <p:nvSpPr>
          <p:cNvPr id="32" name="Connector line-1792339174131-504360950"/>
          <p:cNvSpPr/>
          <p:nvPr/>
        </p:nvSpPr>
        <p:spPr>
          <a:xfrm>
            <a:off x="11334750" y="7219950"/>
            <a:ext cx="565785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33" name="Text 31"/>
          <p:cNvSpPr/>
          <p:nvPr/>
        </p:nvSpPr>
        <p:spPr>
          <a:xfrm>
            <a:off x="11334750" y="7353300"/>
            <a:ext cx="56578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9525000" y="807720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 trúc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19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trình,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song.</a:t>
            </a:r>
            <a:endParaRPr lang="en-US" sz="1950" dirty="0"/>
          </a:p>
        </p:txBody>
      </p:sp>
      <p:sp>
        <p:nvSpPr>
          <p:cNvPr id="35" name="Shape 3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46" name="Shape 4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7" name="Moda image moda-export-watermark-57a8d48a-b685-486e-bb03-1d6229f5977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950" b="1" spc="1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Gặp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tài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6900" dirty="0" spc="-4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Python,</a:t>
            </a:r>
            <a:r>
              <a:rPr lang="en-US" sz="3300" b="1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3300" b="1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Spring, JDK,</a:t>
            </a:r>
            <a:r>
              <a:rPr lang="en-US" sz="3300" b="1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Gặp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gốc,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</a:t>
            </a:r>
            <a:r>
              <a:rPr lang="en-US" sz="270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70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mệnh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2381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448050" y="5810250"/>
            <a:ext cx="23812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0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</a:t>
            </a:r>
            <a:r>
              <a:rPr lang="en-US" sz="225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981700" y="5810250"/>
            <a:ext cx="238125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Đây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hợp,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438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25000" y="1295400"/>
            <a:ext cx="3619500" cy="34290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9791700" y="1562100"/>
            <a:ext cx="1428750" cy="4191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4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9791700" y="21526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2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lối</a:t>
            </a: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lập trình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791700" y="3162300"/>
            <a:ext cx="3086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Thủ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tục,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báo,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10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hàm.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hình.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3373100" y="1295400"/>
            <a:ext cx="3619500" cy="34290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18" name="Text 16"/>
          <p:cNvSpPr/>
          <p:nvPr/>
        </p:nvSpPr>
        <p:spPr>
          <a:xfrm>
            <a:off x="13639800" y="1562100"/>
            <a:ext cx="1905000" cy="419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JDK</a:t>
            </a:r>
            <a:r>
              <a:rPr lang="en-US" sz="1650" b="1" spc="15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12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FLOW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3639800" y="21526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Luồng</a:t>
            </a:r>
            <a:r>
              <a:rPr lang="en-US" sz="27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phản ứng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13639800" y="3162300"/>
            <a:ext cx="3086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Nhà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(Publisher)</a:t>
            </a:r>
            <a:r>
              <a:rPr lang="en-US" sz="21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tử,</a:t>
            </a:r>
            <a:r>
              <a:rPr lang="en-US" sz="21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(Subscriber)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 thụ.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525000" y="4953000"/>
            <a:ext cx="3619500" cy="34290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22" name="Text 20"/>
          <p:cNvSpPr/>
          <p:nvPr/>
        </p:nvSpPr>
        <p:spPr>
          <a:xfrm>
            <a:off x="9791700" y="5219700"/>
            <a:ext cx="1905000" cy="4191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JDK</a:t>
            </a:r>
            <a:r>
              <a:rPr lang="en-US" sz="1650" b="1" spc="15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14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9791700" y="58102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Tham</a:t>
            </a:r>
            <a:r>
              <a:rPr lang="en-US" sz="2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2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2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9791700" y="6819900"/>
            <a:ext cx="3086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 như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số.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1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quát.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13373100" y="4953000"/>
            <a:ext cx="3619500" cy="34290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26" name="Text 24"/>
          <p:cNvSpPr/>
          <p:nvPr/>
        </p:nvSpPr>
        <p:spPr>
          <a:xfrm>
            <a:off x="13639800" y="5219700"/>
            <a:ext cx="2381250" cy="419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3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EFFECTIVE</a:t>
            </a:r>
            <a:r>
              <a:rPr lang="en-US" sz="1650" b="1" spc="1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3639800" y="58102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Đồng</a:t>
            </a:r>
            <a:r>
              <a:rPr lang="en-US" sz="27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r>
              <a:rPr lang="en-US" sz="2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2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song song</a:t>
            </a:r>
            <a:endParaRPr lang="en-US" sz="2700" dirty="0"/>
          </a:p>
        </p:txBody>
      </p:sp>
      <p:sp>
        <p:nvSpPr>
          <p:cNvPr id="28" name="Text 26"/>
          <p:cNvSpPr/>
          <p:nvPr/>
        </p:nvSpPr>
        <p:spPr>
          <a:xfrm>
            <a:off x="13639800" y="6819900"/>
            <a:ext cx="3086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thời,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song.</a:t>
            </a:r>
            <a:endParaRPr lang="en-US" sz="2100" dirty="0"/>
          </a:p>
        </p:txBody>
      </p:sp>
      <p:sp>
        <p:nvSpPr>
          <p:cNvPr id="29" name="Shape 2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89438841-671a-4f3f-bed6-67585d52226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3300" b="1" dirty="0" spc="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3300" b="1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330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3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3238500" cy="6858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Pha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305300" y="5810250"/>
            <a:ext cx="3143250" cy="6858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F8D9D0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 lại.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25000" y="129540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E8E0CF"/>
          </a:solidFill>
          <a:ln/>
        </p:spPr>
      </p:sp>
      <p:sp>
        <p:nvSpPr>
          <p:cNvPr id="13" name="Text 11"/>
          <p:cNvSpPr/>
          <p:nvPr/>
        </p:nvSpPr>
        <p:spPr>
          <a:xfrm>
            <a:off x="9829800" y="15240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0591800" y="152400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 loại</a:t>
            </a:r>
            <a:r>
              <a:rPr lang="en-US" sz="3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trừ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829800" y="2247900"/>
            <a:ext cx="6858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 có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pha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525000" y="3333750"/>
            <a:ext cx="7467600" cy="2952750"/>
          </a:xfrm>
          <a:prstGeom prst="roundRect">
            <a:avLst>
              <a:gd name="adj" fmla="val 7742"/>
            </a:avLst>
          </a:prstGeom>
          <a:solidFill>
            <a:srgbClr val="CFE8E2"/>
          </a:solidFill>
          <a:ln/>
        </p:spPr>
      </p:sp>
      <p:sp>
        <p:nvSpPr>
          <p:cNvPr id="17" name="Text 15"/>
          <p:cNvSpPr/>
          <p:nvPr/>
        </p:nvSpPr>
        <p:spPr>
          <a:xfrm>
            <a:off x="9829800" y="356235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0591800" y="356235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Đồng</a:t>
            </a:r>
            <a:r>
              <a:rPr lang="en-US" sz="30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song song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9829800" y="4305300"/>
            <a:ext cx="3314700" cy="1676400"/>
          </a:xfrm>
          <a:prstGeom prst="roundRect">
            <a:avLst>
              <a:gd name="adj" fmla="val 10227"/>
            </a:avLst>
          </a:prstGeom>
          <a:solidFill>
            <a:srgbClr val="FBF8F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0" y="443865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180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058400" y="476250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concurrent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058400" y="5162550"/>
            <a:ext cx="2857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13373100" y="4305300"/>
            <a:ext cx="3314700" cy="1676400"/>
          </a:xfrm>
          <a:prstGeom prst="roundRect">
            <a:avLst>
              <a:gd name="adj" fmla="val 10227"/>
            </a:avLst>
          </a:prstGeom>
          <a:solidFill>
            <a:srgbClr val="FBF8F2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01700" y="443865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5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SONG</a:t>
            </a:r>
            <a:r>
              <a:rPr lang="en-US" sz="1800" b="1" spc="15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3601700" y="476250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parallel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3601700" y="5162550"/>
            <a:ext cx="2857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19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19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lý.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525000" y="651510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E8E0CF"/>
          </a:solidFill>
          <a:ln/>
        </p:spPr>
      </p:sp>
      <p:sp>
        <p:nvSpPr>
          <p:cNvPr id="28" name="Text 26"/>
          <p:cNvSpPr/>
          <p:nvPr/>
        </p:nvSpPr>
        <p:spPr>
          <a:xfrm>
            <a:off x="9829800" y="67437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10591800" y="674370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 bài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41" name="Text 39"/>
          <p:cNvSpPr/>
          <p:nvPr/>
        </p:nvSpPr>
        <p:spPr>
          <a:xfrm>
            <a:off x="9829800" y="7467600"/>
            <a:ext cx="6858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nhóm.</a:t>
            </a:r>
            <a:endParaRPr lang="en-US" sz="22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fdf16c5f-7185-4171-9f4b-c90a66a7a0d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69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hình,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4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69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905250"/>
            <a:ext cx="7810500" cy="4857750"/>
          </a:xfrm>
          <a:prstGeom prst="roundRect">
            <a:avLst>
              <a:gd name="adj" fmla="val 549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17195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4572000"/>
            <a:ext cx="7048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7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SQL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nào;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tự</a:t>
            </a:r>
            <a:r>
              <a:rPr lang="en-US" sz="27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lấy.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Python,</a:t>
            </a:r>
            <a:r>
              <a:rPr lang="en-US" sz="270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lối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700" dirty="0"/>
          </a:p>
        </p:txBody>
      </p:sp>
      <p:sp>
        <p:nvSpPr>
          <p:cNvPr id="7" name="Connector line-1792339393432-729777193"/>
          <p:cNvSpPr/>
          <p:nvPr/>
        </p:nvSpPr>
        <p:spPr>
          <a:xfrm>
            <a:off x="1295400" y="6153150"/>
            <a:ext cx="7048500" cy="0"/>
          </a:xfrm>
          <a:prstGeom prst="line">
            <a:avLst/>
          </a:prstGeom>
          <a:noFill/>
          <a:ln w="19050">
            <a:solidFill>
              <a:srgbClr val="343849"/>
            </a:solidFill>
            <a:prstDash val="lgDash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95400" y="638175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6781800"/>
            <a:ext cx="70485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Lối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hàm,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7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tưởng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700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ra?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295400" y="798195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Gợi ý:</a:t>
            </a:r>
            <a:r>
              <a:rPr lang="en-US" sz="21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Cách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438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25000" y="1295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13" name="Text 11"/>
          <p:cNvSpPr/>
          <p:nvPr/>
        </p:nvSpPr>
        <p:spPr>
          <a:xfrm>
            <a:off x="9829800" y="1524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0744200" y="1524000"/>
            <a:ext cx="590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1800" b="1" spc="13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180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744200" y="1885950"/>
            <a:ext cx="5905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Lối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khai</a:t>
            </a:r>
            <a:r>
              <a:rPr lang="en-US" sz="3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endParaRPr lang="en-US" sz="3900" dirty="0"/>
          </a:p>
        </p:txBody>
      </p:sp>
      <p:sp>
        <p:nvSpPr>
          <p:cNvPr id="16" name="Shape 14"/>
          <p:cNvSpPr/>
          <p:nvPr/>
        </p:nvSpPr>
        <p:spPr>
          <a:xfrm>
            <a:off x="9525000" y="37719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17" name="Text 15"/>
          <p:cNvSpPr/>
          <p:nvPr/>
        </p:nvSpPr>
        <p:spPr>
          <a:xfrm>
            <a:off x="9829800" y="40005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0744200" y="4000500"/>
            <a:ext cx="590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1800" b="1" spc="13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18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744200" y="4362450"/>
            <a:ext cx="5905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Lối</a:t>
            </a:r>
            <a:r>
              <a:rPr lang="en-US" sz="3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hàm</a:t>
            </a:r>
            <a:r>
              <a:rPr lang="en-US" sz="39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(FP)</a:t>
            </a:r>
            <a:endParaRPr lang="en-US" sz="3900" dirty="0"/>
          </a:p>
        </p:txBody>
      </p:sp>
      <p:sp>
        <p:nvSpPr>
          <p:cNvPr id="20" name="Text 18"/>
          <p:cNvSpPr/>
          <p:nvPr/>
        </p:nvSpPr>
        <p:spPr>
          <a:xfrm>
            <a:off x="10744200" y="5143500"/>
            <a:ext cx="5905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hàm,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2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tưởng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nhận</a:t>
            </a:r>
            <a:r>
              <a:rPr lang="en-US" sz="22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vào,</a:t>
            </a:r>
            <a:r>
              <a:rPr lang="en-US" sz="2250" dirty="0" spc="-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250" dirty="0" spc="-2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ra.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525000" y="6248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22" name="Text 20"/>
          <p:cNvSpPr/>
          <p:nvPr/>
        </p:nvSpPr>
        <p:spPr>
          <a:xfrm>
            <a:off x="9829800" y="6477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10744200" y="6477000"/>
            <a:ext cx="590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NHỚ</a:t>
            </a:r>
            <a:r>
              <a:rPr lang="en-US" sz="1800" b="1" spc="15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744200" y="6838950"/>
            <a:ext cx="5905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Cùng</a:t>
            </a:r>
            <a:r>
              <a:rPr lang="en-US" sz="3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endParaRPr lang="en-US" sz="3900" dirty="0"/>
          </a:p>
        </p:txBody>
      </p:sp>
      <p:sp>
        <p:nvSpPr>
          <p:cNvPr id="25" name="Shape 2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10744200" y="2667000"/>
            <a:ext cx="5905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Nêu bài</a:t>
            </a:r>
            <a:r>
              <a:rPr lang="en-US" sz="22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toán,</a:t>
            </a:r>
            <a:endParaRPr lang="en-US" sz="2250" dirty="0"/>
          </a:p>
          <a:p>
            <a:pPr algn="l" indent="0" marL="0">
              <a:buNone/>
            </a:pPr>
            <a:r>
              <a:rPr lang="en-US" sz="2250" dirty="0" spc="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để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giải.</a:t>
            </a:r>
            <a:endParaRPr lang="en-US" sz="2250" dirty="0"/>
          </a:p>
        </p:txBody>
      </p:sp>
      <p:sp>
        <p:nvSpPr>
          <p:cNvPr id="37" name="Text 35"/>
          <p:cNvSpPr/>
          <p:nvPr/>
        </p:nvSpPr>
        <p:spPr>
          <a:xfrm>
            <a:off x="10744200" y="7620000"/>
            <a:ext cx="5905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22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 nhóm</a:t>
            </a:r>
            <a:endParaRPr lang="en-US" sz="2250" dirty="0"/>
          </a:p>
          <a:p>
            <a:pPr algn="l" indent="0" marL="0">
              <a:buNone/>
            </a:pP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bài.</a:t>
            </a:r>
            <a:endParaRPr lang="en-US" sz="22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6962dded-6c0c-4760-9886-a0c99685075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1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1430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2578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086100"/>
            <a:ext cx="44958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0" dirty="0" spc="-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FP</a:t>
            </a:r>
            <a:endParaRPr lang="en-US" sz="8250" dirty="0"/>
          </a:p>
        </p:txBody>
      </p:sp>
      <p:sp>
        <p:nvSpPr>
          <p:cNvPr id="6" name="Text 4"/>
          <p:cNvSpPr/>
          <p:nvPr/>
        </p:nvSpPr>
        <p:spPr>
          <a:xfrm>
            <a:off x="1295400" y="4495800"/>
            <a:ext cx="4495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Functional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6515100" y="2857500"/>
            <a:ext cx="52578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6896100" y="3086100"/>
            <a:ext cx="44958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OOP</a:t>
            </a:r>
            <a:endParaRPr lang="en-US" sz="8250" dirty="0"/>
          </a:p>
        </p:txBody>
      </p:sp>
      <p:sp>
        <p:nvSpPr>
          <p:cNvPr id="9" name="Text 7"/>
          <p:cNvSpPr/>
          <p:nvPr/>
        </p:nvSpPr>
        <p:spPr>
          <a:xfrm>
            <a:off x="6896100" y="4495800"/>
            <a:ext cx="4495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Object-Oriented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12115800" y="2857500"/>
            <a:ext cx="52578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496800" y="3086100"/>
            <a:ext cx="44958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0" dirty="0" spc="-10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AOP</a:t>
            </a:r>
            <a:endParaRPr lang="en-US" sz="8250" dirty="0"/>
          </a:p>
        </p:txBody>
      </p:sp>
      <p:sp>
        <p:nvSpPr>
          <p:cNvPr id="12" name="Text 10"/>
          <p:cNvSpPr/>
          <p:nvPr/>
        </p:nvSpPr>
        <p:spPr>
          <a:xfrm>
            <a:off x="12496800" y="4495800"/>
            <a:ext cx="4495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Aspect-Oriented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14400" y="64008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14400" y="6838950"/>
            <a:ext cx="394335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181100" y="695325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181100" y="735330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086350" y="6838950"/>
            <a:ext cx="394335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5353050" y="695325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353050" y="735330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258300" y="6838950"/>
            <a:ext cx="394335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9525000" y="695325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OpenJDK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525000" y="735330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Flow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3430250" y="6838950"/>
            <a:ext cx="394335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24" name="Text 22"/>
          <p:cNvSpPr/>
          <p:nvPr/>
        </p:nvSpPr>
        <p:spPr>
          <a:xfrm>
            <a:off x="13696950" y="695325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13696950" y="735330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Effective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14400" y="805815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thêm: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19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Spring</a:t>
            </a:r>
            <a:r>
              <a:rPr lang="en-US" sz="19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AOP,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AspectJ,</a:t>
            </a:r>
            <a:r>
              <a:rPr lang="en-US" sz="19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Reactive</a:t>
            </a:r>
            <a:r>
              <a:rPr lang="en-US" sz="19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Streams.</a:t>
            </a:r>
            <a:endParaRPr lang="en-US" sz="1950" dirty="0"/>
          </a:p>
          <a:p>
            <a:pPr algn="l" indent="0" marL="0">
              <a:buNone/>
            </a:pP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ML: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Meta</a:t>
            </a:r>
            <a:r>
              <a:rPr lang="en-US" sz="19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Language,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19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SQL:</a:t>
            </a:r>
            <a:r>
              <a:rPr lang="en-US" sz="19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Structured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Query</a:t>
            </a:r>
            <a:r>
              <a:rPr lang="en-US" sz="19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JDK:</a:t>
            </a:r>
            <a:r>
              <a:rPr lang="en-US" sz="19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19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Development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Kit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MDN: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Mozilla</a:t>
            </a:r>
            <a:r>
              <a:rPr lang="en-US" sz="19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</a:t>
            </a:r>
            <a:r>
              <a:rPr lang="en-US" sz="19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295400" y="4953000"/>
            <a:ext cx="44958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lập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hàm: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2100" dirty="0"/>
          </a:p>
        </p:txBody>
      </p:sp>
      <p:sp>
        <p:nvSpPr>
          <p:cNvPr id="39" name="Text 37"/>
          <p:cNvSpPr/>
          <p:nvPr/>
        </p:nvSpPr>
        <p:spPr>
          <a:xfrm>
            <a:off x="6896100" y="4953000"/>
            <a:ext cx="44958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lập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1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tượng: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gói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 vi</a:t>
            </a:r>
            <a:endParaRPr lang="en-US" sz="2100" dirty="0"/>
          </a:p>
        </p:txBody>
      </p:sp>
      <p:sp>
        <p:nvSpPr>
          <p:cNvPr id="40" name="Text 38"/>
          <p:cNvSpPr/>
          <p:nvPr/>
        </p:nvSpPr>
        <p:spPr>
          <a:xfrm>
            <a:off x="12496800" y="4953000"/>
            <a:ext cx="44958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lập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khía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cạnh: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mối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1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r>
              <a:rPr lang="en-US" sz="21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ngang</a:t>
            </a:r>
            <a:endParaRPr lang="en-US" sz="210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1b5a46bf-d874-4fd4-8c59-530b79067e3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2026-10-19T16:35:01Z</dcterms:created>
  <dcterms:modified xsi:type="dcterms:W3CDTF">2026-10-19T16:35:01Z</dcterms:modified>
</cp:coreProperties>
</file>