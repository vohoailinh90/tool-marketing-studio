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 SemiBold"/>
      <p:regular r:id="rId16"/>
    </p:embeddedFont>
    <p:embeddedFont>
      <p:font typeface="Bricolage Grotesque ExtraBold"/>
      <p:regular r:id="rId17"/>
    </p:embeddedFont>
    <p:embeddedFont>
      <p:font typeface="Be Vietnam Pro"/>
      <p:regular r:id="rId19"/>
      <p:bold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8953500" cy="2286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667250"/>
            <a:ext cx="8572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42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42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42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42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42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42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4200" b="1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42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0096500" y="1333500"/>
            <a:ext cx="7277100" cy="2190750"/>
          </a:xfrm>
          <a:prstGeom prst="roundRect">
            <a:avLst>
              <a:gd name="adj" fmla="val 12174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0" y="1600200"/>
            <a:ext cx="657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9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AAAA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CNAME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477500" y="2476500"/>
            <a:ext cx="657225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6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Trỏ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40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096500" y="3810000"/>
            <a:ext cx="7277100" cy="2190750"/>
          </a:xfrm>
          <a:prstGeom prst="roundRect">
            <a:avLst>
              <a:gd name="adj" fmla="val 12174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0" y="4076700"/>
            <a:ext cx="657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MX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NS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0477500" y="4953000"/>
            <a:ext cx="657225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thư,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096500" y="6286500"/>
            <a:ext cx="7277100" cy="2190750"/>
          </a:xfrm>
          <a:prstGeom prst="roundRect">
            <a:avLst>
              <a:gd name="adj" fmla="val 12174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0" y="6553200"/>
            <a:ext cx="657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TXT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 PTR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9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SRV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0477500" y="7429500"/>
            <a:ext cx="657225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4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Văn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bản,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ngược,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b8a965ce-ca0b-45ef-9bac-6e1d439615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8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7300" y="3648075"/>
            <a:ext cx="609600" cy="609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6480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47900" y="3238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10096500" y="3686175"/>
            <a:ext cx="1619250" cy="7239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10096500" y="3686175"/>
            <a:ext cx="1619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906250" y="3686175"/>
            <a:ext cx="2095500" cy="7239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12" name="Text 10"/>
          <p:cNvSpPr/>
          <p:nvPr/>
        </p:nvSpPr>
        <p:spPr>
          <a:xfrm>
            <a:off x="11906250" y="3686175"/>
            <a:ext cx="2095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AAAA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4192250" y="3686175"/>
            <a:ext cx="2762250" cy="7239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14192250" y="3686175"/>
            <a:ext cx="2762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CNAME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4953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5362575"/>
            <a:ext cx="609600" cy="609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257300" y="53625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247900" y="49530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39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39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3900" dirty="0"/>
          </a:p>
        </p:txBody>
      </p:sp>
      <p:sp>
        <p:nvSpPr>
          <p:cNvPr id="19" name="Shape 17"/>
          <p:cNvSpPr/>
          <p:nvPr/>
        </p:nvSpPr>
        <p:spPr>
          <a:xfrm>
            <a:off x="10096500" y="5400675"/>
            <a:ext cx="161925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20" name="Text 18"/>
          <p:cNvSpPr/>
          <p:nvPr/>
        </p:nvSpPr>
        <p:spPr>
          <a:xfrm>
            <a:off x="10096500" y="5400675"/>
            <a:ext cx="1619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MX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14400" y="666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7077075"/>
            <a:ext cx="609600" cy="609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1257300" y="70770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247900" y="6667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quản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 vùng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này?</a:t>
            </a:r>
            <a:endParaRPr lang="en-US" sz="3900" dirty="0"/>
          </a:p>
        </p:txBody>
      </p:sp>
      <p:sp>
        <p:nvSpPr>
          <p:cNvPr id="25" name="Shape 23"/>
          <p:cNvSpPr/>
          <p:nvPr/>
        </p:nvSpPr>
        <p:spPr>
          <a:xfrm>
            <a:off x="10096500" y="7115175"/>
            <a:ext cx="161925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6500" y="7115175"/>
            <a:ext cx="1619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NS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393b0eb7-1fc9-4f37-bbfd-415b9860fb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NHÓM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 ·</a:t>
            </a:r>
            <a:r>
              <a:rPr lang="en-US" sz="1950" spc="211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TRỎ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78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trỏ</a:t>
            </a:r>
            <a:r>
              <a:rPr lang="en-US" sz="78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800" dirty="0" spc="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8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38750" cy="4762500"/>
          </a:xfrm>
          <a:prstGeom prst="roundRect">
            <a:avLst>
              <a:gd name="adj" fmla="val 5600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4800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9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9369" dirty="0"/>
          </a:p>
        </p:txBody>
      </p:sp>
      <p:sp>
        <p:nvSpPr>
          <p:cNvPr id="6" name="Text 4"/>
          <p:cNvSpPr/>
          <p:nvPr/>
        </p:nvSpPr>
        <p:spPr>
          <a:xfrm>
            <a:off x="1295400" y="476250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IPv4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24625" y="2762250"/>
            <a:ext cx="5238750" cy="4762500"/>
          </a:xfrm>
          <a:prstGeom prst="roundRect">
            <a:avLst>
              <a:gd name="adj" fmla="val 5600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6905625" y="304800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9" dirty="0" spc="5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AAAA</a:t>
            </a:r>
            <a:endParaRPr lang="en-US" sz="9369" dirty="0"/>
          </a:p>
        </p:txBody>
      </p:sp>
      <p:sp>
        <p:nvSpPr>
          <p:cNvPr id="9" name="Text 7"/>
          <p:cNvSpPr/>
          <p:nvPr/>
        </p:nvSpPr>
        <p:spPr>
          <a:xfrm>
            <a:off x="6905625" y="476250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IPv6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134850" y="2762250"/>
            <a:ext cx="5238750" cy="4762500"/>
          </a:xfrm>
          <a:prstGeom prst="roundRect">
            <a:avLst>
              <a:gd name="adj" fmla="val 5600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2515850" y="304800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CNAME</a:t>
            </a:r>
            <a:endParaRPr lang="en-US" sz="7800" dirty="0"/>
          </a:p>
        </p:txBody>
      </p:sp>
      <p:sp>
        <p:nvSpPr>
          <p:cNvPr id="12" name="Text 10"/>
          <p:cNvSpPr/>
          <p:nvPr/>
        </p:nvSpPr>
        <p:spPr>
          <a:xfrm>
            <a:off x="12515850" y="476250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515850" y="590550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Resolver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905750"/>
            <a:ext cx="1571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CNAME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 DNSSEC.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dfe5f62-447d-4ccd-9a5c-1b67bb9106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NHÓM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 ·</a:t>
            </a:r>
            <a:r>
              <a:rPr lang="en-US" sz="1950" spc="22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1950" spc="17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78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78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đâu,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ai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4191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47675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TÊN</a:t>
            </a:r>
            <a:r>
              <a:rPr lang="en-US" sz="1800" spc="227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5048250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example.com</a:t>
            </a:r>
            <a:endParaRPr lang="en-US" sz="3900" dirty="0"/>
          </a:p>
        </p:txBody>
      </p:sp>
      <p:sp>
        <p:nvSpPr>
          <p:cNvPr id="7" name="Connector line-1792293096417-35495223"/>
          <p:cNvSpPr/>
          <p:nvPr/>
        </p:nvSpPr>
        <p:spPr>
          <a:xfrm flipV="1">
            <a:off x="5181600" y="3810000"/>
            <a:ext cx="2514600" cy="114300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753100" y="3905250"/>
            <a:ext cx="1066800" cy="571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5753100" y="3905250"/>
            <a:ext cx="1066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MX</a:t>
            </a:r>
            <a:endParaRPr lang="en-US" sz="2550" dirty="0"/>
          </a:p>
        </p:txBody>
      </p:sp>
      <p:sp>
        <p:nvSpPr>
          <p:cNvPr id="10" name="Connector line-1792293096421-351699621"/>
          <p:cNvSpPr/>
          <p:nvPr/>
        </p:nvSpPr>
        <p:spPr>
          <a:xfrm>
            <a:off x="5181600" y="5334000"/>
            <a:ext cx="2514600" cy="12382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53100" y="5905500"/>
            <a:ext cx="1066800" cy="571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5753100" y="5905500"/>
            <a:ext cx="1066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NS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7810500" y="2819400"/>
            <a:ext cx="9563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7810500" y="28194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31051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39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39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8229600" y="38481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5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7810500" y="5676900"/>
            <a:ext cx="9563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0500" y="56769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59626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39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3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9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8229600" y="67056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 cấp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0b786ce9-e515-47f9-8a2e-d39e684418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NHÓM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Văn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bản,</a:t>
            </a:r>
            <a:r>
              <a:rPr lang="en-US" sz="78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78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ngược,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295400" y="27432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1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343400" y="27432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CHỨA</a:t>
            </a:r>
            <a:r>
              <a:rPr lang="en-US" sz="1950" spc="222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0" y="27432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5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LƯU</a:t>
            </a:r>
            <a:r>
              <a:rPr lang="en-US" sz="195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238500"/>
            <a:ext cx="16459200" cy="1428750"/>
          </a:xfrm>
          <a:prstGeom prst="roundRect">
            <a:avLst>
              <a:gd name="adj" fmla="val 14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2385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238500"/>
            <a:ext cx="285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TXT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4343400" y="3238500"/>
            <a:ext cx="5715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477500" y="3238500"/>
            <a:ext cx="6572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miền, chính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SPF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4857750"/>
            <a:ext cx="16459200" cy="1428750"/>
          </a:xfrm>
          <a:prstGeom prst="roundRect">
            <a:avLst>
              <a:gd name="adj" fmla="val 14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8577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4857750"/>
            <a:ext cx="285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PTR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4343400" y="4857750"/>
            <a:ext cx="5715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6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477500" y="4857750"/>
            <a:ext cx="6572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Nằm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6477000"/>
            <a:ext cx="16459200" cy="1428750"/>
          </a:xfrm>
          <a:prstGeom prst="roundRect">
            <a:avLst>
              <a:gd name="adj" fmla="val 14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64770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6477000"/>
            <a:ext cx="285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4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SRV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4343400" y="6477000"/>
            <a:ext cx="5715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0477500" y="6477000"/>
            <a:ext cx="6572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AAAA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0520b025-6f04-4a1c-ae3b-e19d6e15e3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r>
              <a:rPr lang="en-US" sz="1950" spc="21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trỏ</a:t>
            </a:r>
            <a:r>
              <a:rPr lang="en-US" sz="72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2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72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2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09575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43250"/>
            <a:ext cx="4095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example.com</a:t>
            </a:r>
            <a:endParaRPr lang="en-US" sz="2700" dirty="0"/>
          </a:p>
        </p:txBody>
      </p:sp>
      <p:sp>
        <p:nvSpPr>
          <p:cNvPr id="6" name="Connector line-1792293098442-941123201"/>
          <p:cNvSpPr/>
          <p:nvPr/>
        </p:nvSpPr>
        <p:spPr>
          <a:xfrm>
            <a:off x="5105400" y="4000500"/>
            <a:ext cx="19050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0" y="3238500"/>
            <a:ext cx="1143000" cy="5334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3238500"/>
            <a:ext cx="114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MX</a:t>
            </a:r>
            <a:r>
              <a:rPr lang="en-US" sz="21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10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105650" y="3143250"/>
            <a:ext cx="47625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5650" y="31432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mail.example.com</a:t>
            </a:r>
            <a:endParaRPr lang="en-US" sz="2700" dirty="0"/>
          </a:p>
        </p:txBody>
      </p:sp>
      <p:sp>
        <p:nvSpPr>
          <p:cNvPr id="11" name="Connector line-1792293098445-704866970"/>
          <p:cNvSpPr/>
          <p:nvPr/>
        </p:nvSpPr>
        <p:spPr>
          <a:xfrm>
            <a:off x="11963400" y="4000500"/>
            <a:ext cx="1524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44400" y="3238500"/>
            <a:ext cx="762000" cy="5334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0" y="3238500"/>
            <a:ext cx="76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3582650" y="3143250"/>
            <a:ext cx="3790950" cy="1333500"/>
          </a:xfrm>
          <a:prstGeom prst="roundRect">
            <a:avLst>
              <a:gd name="adj" fmla="val 17143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13582650" y="3143250"/>
            <a:ext cx="37909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192.0.2.25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5143500"/>
            <a:ext cx="53340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14350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www.example.com</a:t>
            </a:r>
            <a:endParaRPr lang="en-US" sz="2700" dirty="0"/>
          </a:p>
        </p:txBody>
      </p:sp>
      <p:sp>
        <p:nvSpPr>
          <p:cNvPr id="18" name="Connector line-1792293098451-290327971"/>
          <p:cNvSpPr/>
          <p:nvPr/>
        </p:nvSpPr>
        <p:spPr>
          <a:xfrm>
            <a:off x="6343650" y="6000750"/>
            <a:ext cx="21907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19900" y="5238750"/>
            <a:ext cx="1428750" cy="5334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6819900" y="5238750"/>
            <a:ext cx="1428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CNAME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629650" y="5143500"/>
            <a:ext cx="5334000" cy="1333500"/>
          </a:xfrm>
          <a:prstGeom prst="roundRect">
            <a:avLst>
              <a:gd name="adj" fmla="val 17143"/>
            </a:avLst>
          </a:prstGeom>
          <a:solidFill>
            <a:srgbClr val="F3DFB8"/>
          </a:solidFill>
          <a:ln/>
        </p:spPr>
      </p:sp>
      <p:sp>
        <p:nvSpPr>
          <p:cNvPr id="22" name="Text 20"/>
          <p:cNvSpPr/>
          <p:nvPr/>
        </p:nvSpPr>
        <p:spPr>
          <a:xfrm>
            <a:off x="8629650" y="514350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app.example.net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239000"/>
            <a:ext cx="112395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24" name="Text 22"/>
          <p:cNvSpPr/>
          <p:nvPr/>
        </p:nvSpPr>
        <p:spPr>
          <a:xfrm>
            <a:off x="1295400" y="7239000"/>
            <a:ext cx="1047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MX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tên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 IP.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2382500" y="7239000"/>
            <a:ext cx="49911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8250" y="7239000"/>
            <a:ext cx="4476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d08f2fb2-b566-4baa-a843-3e896ba174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 không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8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67050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9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39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3900" dirty="0" spc="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333500" y="4095750"/>
            <a:ext cx="7162800" cy="1619250"/>
          </a:xfrm>
          <a:prstGeom prst="roundRect">
            <a:avLst>
              <a:gd name="adj" fmla="val 11765"/>
            </a:avLst>
          </a:prstGeom>
          <a:solidFill>
            <a:srgbClr val="14161C"/>
          </a:solidFill>
          <a:ln/>
        </p:spPr>
      </p:sp>
      <p:sp>
        <p:nvSpPr>
          <p:cNvPr id="7" name="Shape 5"/>
          <p:cNvSpPr/>
          <p:nvPr/>
        </p:nvSpPr>
        <p:spPr>
          <a:xfrm>
            <a:off x="1333500" y="40957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1676400" y="4095750"/>
            <a:ext cx="6667500" cy="1619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TXT</a:t>
            </a:r>
            <a:r>
              <a:rPr lang="en-US" sz="28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28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333500" y="6000750"/>
            <a:ext cx="7162800" cy="1619250"/>
          </a:xfrm>
          <a:prstGeom prst="roundRect">
            <a:avLst>
              <a:gd name="adj" fmla="val 11765"/>
            </a:avLst>
          </a:prstGeom>
          <a:solidFill>
            <a:srgbClr val="14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1333500" y="60007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676400" y="6000750"/>
            <a:ext cx="6667500" cy="1619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Chủ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dải</a:t>
            </a:r>
            <a:r>
              <a:rPr lang="en-US" sz="285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28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PTR,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8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72600" y="2762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791700" y="3067050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endParaRPr lang="en-US" sz="3900" dirty="0"/>
          </a:p>
        </p:txBody>
      </p:sp>
      <p:sp>
        <p:nvSpPr>
          <p:cNvPr id="14" name="Shape 12"/>
          <p:cNvSpPr/>
          <p:nvPr/>
        </p:nvSpPr>
        <p:spPr>
          <a:xfrm>
            <a:off x="9791700" y="4095750"/>
            <a:ext cx="7162800" cy="1619250"/>
          </a:xfrm>
          <a:prstGeom prst="roundRect">
            <a:avLst>
              <a:gd name="adj" fmla="val 11765"/>
            </a:avLst>
          </a:prstGeom>
          <a:solidFill>
            <a:srgbClr val="14161C"/>
          </a:solidFill>
          <a:ln/>
        </p:spPr>
      </p:sp>
      <p:sp>
        <p:nvSpPr>
          <p:cNvPr id="15" name="Shape 13"/>
          <p:cNvSpPr/>
          <p:nvPr/>
        </p:nvSpPr>
        <p:spPr>
          <a:xfrm>
            <a:off x="9791700" y="40957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A8A59E"/>
          </a:solidFill>
          <a:ln/>
        </p:spPr>
      </p:sp>
      <p:sp>
        <p:nvSpPr>
          <p:cNvPr id="16" name="Text 14"/>
          <p:cNvSpPr/>
          <p:nvPr/>
        </p:nvSpPr>
        <p:spPr>
          <a:xfrm>
            <a:off x="10134600" y="4095750"/>
            <a:ext cx="6667500" cy="1619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TTL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RRset,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8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lan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791700" y="6000750"/>
            <a:ext cx="7162800" cy="1619250"/>
          </a:xfrm>
          <a:prstGeom prst="roundRect">
            <a:avLst>
              <a:gd name="adj" fmla="val 11765"/>
            </a:avLst>
          </a:prstGeom>
          <a:solidFill>
            <a:srgbClr val="14161C"/>
          </a:solidFill>
          <a:ln/>
        </p:spPr>
      </p:sp>
      <p:sp>
        <p:nvSpPr>
          <p:cNvPr id="18" name="Shape 16"/>
          <p:cNvSpPr/>
          <p:nvPr/>
        </p:nvSpPr>
        <p:spPr>
          <a:xfrm>
            <a:off x="9791700" y="60007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9" name="Text 17"/>
          <p:cNvSpPr/>
          <p:nvPr/>
        </p:nvSpPr>
        <p:spPr>
          <a:xfrm>
            <a:off x="10134600" y="6191250"/>
            <a:ext cx="6667500" cy="857250"/>
          </a:xfrm>
          <a:prstGeom prst="rect">
            <a:avLst/>
          </a:prstGeom>
          <a:noFill/>
          <a:ln/>
        </p:spPr>
        <p:txBody>
          <a:bodyPr wrap="square" lIns="0" tIns="18802" rIns="0" bIns="-18802" rtlCol="0" anchor="t"/>
          <a:lstStyle/>
          <a:p>
            <a:pPr algn="l" indent="0" marL="0">
              <a:lnSpc>
                <a:spcPts val="3368"/>
              </a:lnSpc>
              <a:buNone/>
            </a:pPr>
            <a:r>
              <a:rPr lang="en-US" sz="2694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CNAME</a:t>
            </a:r>
            <a:r>
              <a:rPr lang="en-US" sz="2694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694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r>
              <a:rPr lang="en-US" sz="2694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</a:t>
            </a:r>
            <a:r>
              <a:rPr lang="en-US" sz="2694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694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694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694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endParaRPr lang="en-US" sz="2694" dirty="0"/>
          </a:p>
        </p:txBody>
      </p:sp>
      <p:sp>
        <p:nvSpPr>
          <p:cNvPr id="20" name="Text 18"/>
          <p:cNvSpPr/>
          <p:nvPr/>
        </p:nvSpPr>
        <p:spPr>
          <a:xfrm>
            <a:off x="10134600" y="7239000"/>
            <a:ext cx="666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25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dirty="0" spc="1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SOA</a:t>
            </a:r>
            <a:r>
              <a:rPr lang="en-US" sz="2250" dirty="0" spc="-1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NS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85681d5c-48fe-42b3-9db6-8b7fda0885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181100"/>
            <a:ext cx="16459200" cy="18669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14478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15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885950"/>
            <a:ext cx="15621000" cy="10287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www.example.com luôn theo</a:t>
            </a:r>
            <a:r>
              <a:rPr lang="en-US" sz="31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 của</a:t>
            </a:r>
            <a:r>
              <a:rPr lang="en-US" sz="31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app.example.net,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</a:t>
            </a:r>
            <a:r>
              <a:rPr lang="en-US" sz="31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đổi.</a:t>
            </a:r>
            <a:endParaRPr lang="en-US" sz="3150" dirty="0"/>
          </a:p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nào?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914400" y="3619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6459200" cy="32385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CNAME</a:t>
            </a:r>
            <a:pPr algn="l" indent="0" marL="0">
              <a:lnSpc>
                <a:spcPts val="8580"/>
              </a:lnSpc>
              <a:buNone/>
            </a:pPr>
            <a:r>
              <a:rPr lang="en-US" sz="78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8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www.example.com</a:t>
            </a:r>
            <a:r>
              <a:rPr lang="en-US" sz="78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trỏ</a:t>
            </a:r>
            <a:r>
              <a:rPr lang="en-US" sz="78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8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app.example.net.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914400" y="762000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8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app.example.net</a:t>
            </a:r>
            <a:r>
              <a:rPr lang="en-US" sz="28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chỉ,</a:t>
            </a:r>
            <a:r>
              <a:rPr lang="en-US" sz="28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4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www</a:t>
            </a: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theo.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edea7d1-fc12-4cc8-8734-1952691a77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8001000" cy="723900"/>
          </a:xfrm>
          <a:prstGeom prst="roundRect">
            <a:avLst>
              <a:gd name="adj" fmla="val 1842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49555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AAAA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3048000" y="25336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Quad</a:t>
            </a:r>
            <a:r>
              <a:rPr lang="en-US" sz="165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048000" y="28194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19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19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IPv6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276600"/>
            <a:ext cx="8001000" cy="723900"/>
          </a:xfrm>
          <a:prstGeom prst="roundRect">
            <a:avLst>
              <a:gd name="adj" fmla="val 1842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27660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CNAME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3048000" y="33147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Canonical NAME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048000" y="36004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Bí danh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057650"/>
            <a:ext cx="8001000" cy="723900"/>
          </a:xfrm>
          <a:prstGeom prst="roundRect">
            <a:avLst>
              <a:gd name="adj" fmla="val 18421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5765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MX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3048000" y="40957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Mail</a:t>
            </a:r>
            <a:r>
              <a:rPr lang="en-US" sz="1650" dirty="0" spc="-1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eXchange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048000" y="43815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19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4838700"/>
            <a:ext cx="8001000" cy="723900"/>
          </a:xfrm>
          <a:prstGeom prst="roundRect">
            <a:avLst>
              <a:gd name="adj" fmla="val 1842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83870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NS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3048000" y="48768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Name</a:t>
            </a:r>
            <a:r>
              <a:rPr lang="en-US" sz="165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048000" y="51625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9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chịu</a:t>
            </a:r>
            <a:r>
              <a:rPr lang="en-US" sz="19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trách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nhiệm</a:t>
            </a:r>
            <a:r>
              <a:rPr lang="en-US" sz="19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5619750"/>
            <a:ext cx="8001000" cy="723900"/>
          </a:xfrm>
          <a:prstGeom prst="roundRect">
            <a:avLst>
              <a:gd name="adj" fmla="val 18421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61975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TXT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3048000" y="56578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TeXT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048000" y="59436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Văn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do, như</a:t>
            </a:r>
            <a:r>
              <a:rPr lang="en-US" sz="19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" y="6400800"/>
            <a:ext cx="8001000" cy="723900"/>
          </a:xfrm>
          <a:prstGeom prst="roundRect">
            <a:avLst>
              <a:gd name="adj" fmla="val 18421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640080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PTR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3048000" y="64389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PoinTeR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048000" y="67246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</a:t>
            </a:r>
            <a:r>
              <a:rPr lang="en-US" sz="19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ngược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19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</a:t>
            </a:r>
            <a:r>
              <a:rPr lang="en-US" sz="19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19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372600" y="2495550"/>
            <a:ext cx="8001000" cy="723900"/>
          </a:xfrm>
          <a:prstGeom prst="roundRect">
            <a:avLst>
              <a:gd name="adj" fmla="val 18421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0" y="249555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SRV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1506200" y="25336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SeRVice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1506200" y="28194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9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 vụ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372600" y="3276600"/>
            <a:ext cx="8001000" cy="723900"/>
          </a:xfrm>
          <a:prstGeom prst="roundRect">
            <a:avLst>
              <a:gd name="adj" fmla="val 18421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0" y="327660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</a:t>
            </a:r>
            <a:endParaRPr lang="en-US" sz="2550" dirty="0"/>
          </a:p>
        </p:txBody>
      </p:sp>
      <p:sp>
        <p:nvSpPr>
          <p:cNvPr id="34" name="Text 32"/>
          <p:cNvSpPr/>
          <p:nvPr/>
        </p:nvSpPr>
        <p:spPr>
          <a:xfrm>
            <a:off x="11506200" y="33147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Start</a:t>
            </a:r>
            <a:r>
              <a:rPr lang="en-US" sz="165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Authority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506200" y="36004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Thông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19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DNS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372600" y="4057650"/>
            <a:ext cx="8001000" cy="723900"/>
          </a:xfrm>
          <a:prstGeom prst="roundRect">
            <a:avLst>
              <a:gd name="adj" fmla="val 18421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0" y="405765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SPF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11506200" y="40957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Sender</a:t>
            </a:r>
            <a:r>
              <a:rPr lang="en-US" sz="165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Policy</a:t>
            </a:r>
            <a:r>
              <a:rPr lang="en-US" sz="1650" dirty="0" spc="-2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1506200" y="43815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19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1950" dirty="0" spc="3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19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19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372600" y="4838700"/>
            <a:ext cx="8001000" cy="723900"/>
          </a:xfrm>
          <a:prstGeom prst="roundRect">
            <a:avLst>
              <a:gd name="adj" fmla="val 18421"/>
            </a:avLst>
          </a:prstGeom>
          <a:solidFill>
            <a:srgbClr val="1E212B"/>
          </a:solidFill>
          <a:ln/>
        </p:spPr>
      </p:sp>
      <p:sp>
        <p:nvSpPr>
          <p:cNvPr id="41" name="Text 39"/>
          <p:cNvSpPr/>
          <p:nvPr/>
        </p:nvSpPr>
        <p:spPr>
          <a:xfrm>
            <a:off x="9601200" y="483870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TTL</a:t>
            </a:r>
            <a:endParaRPr lang="en-US" sz="2550" dirty="0"/>
          </a:p>
        </p:txBody>
      </p:sp>
      <p:sp>
        <p:nvSpPr>
          <p:cNvPr id="42" name="Text 40"/>
          <p:cNvSpPr/>
          <p:nvPr/>
        </p:nvSpPr>
        <p:spPr>
          <a:xfrm>
            <a:off x="11506200" y="48768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</a:t>
            </a:r>
            <a:r>
              <a:rPr lang="en-US" sz="1650" dirty="0" spc="-5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165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Live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1506200" y="51625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19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19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9372600" y="5619750"/>
            <a:ext cx="8001000" cy="723900"/>
          </a:xfrm>
          <a:prstGeom prst="roundRect">
            <a:avLst>
              <a:gd name="adj" fmla="val 18421"/>
            </a:avLst>
          </a:prstGeom>
          <a:solidFill>
            <a:srgbClr val="1E212B"/>
          </a:solidFill>
          <a:ln/>
        </p:spPr>
      </p:sp>
      <p:sp>
        <p:nvSpPr>
          <p:cNvPr id="45" name="Text 43"/>
          <p:cNvSpPr/>
          <p:nvPr/>
        </p:nvSpPr>
        <p:spPr>
          <a:xfrm>
            <a:off x="9601200" y="561975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RRset</a:t>
            </a:r>
            <a:endParaRPr lang="en-US" sz="2550" dirty="0"/>
          </a:p>
        </p:txBody>
      </p:sp>
      <p:sp>
        <p:nvSpPr>
          <p:cNvPr id="46" name="Text 44"/>
          <p:cNvSpPr/>
          <p:nvPr/>
        </p:nvSpPr>
        <p:spPr>
          <a:xfrm>
            <a:off x="11506200" y="56578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Resource</a:t>
            </a:r>
            <a:r>
              <a:rPr lang="en-US" sz="1650" dirty="0" spc="-2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Record</a:t>
            </a:r>
            <a:r>
              <a:rPr lang="en-US" sz="165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1506200" y="59436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 cùng</a:t>
            </a:r>
            <a:r>
              <a:rPr lang="en-US" sz="19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tên,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19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lớp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9372600" y="6400800"/>
            <a:ext cx="8001000" cy="723900"/>
          </a:xfrm>
          <a:prstGeom prst="roundRect">
            <a:avLst>
              <a:gd name="adj" fmla="val 18421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601200" y="640080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DNSSEC</a:t>
            </a:r>
            <a:endParaRPr lang="en-US" sz="2550" dirty="0"/>
          </a:p>
        </p:txBody>
      </p:sp>
      <p:sp>
        <p:nvSpPr>
          <p:cNvPr id="50" name="Text 48"/>
          <p:cNvSpPr/>
          <p:nvPr/>
        </p:nvSpPr>
        <p:spPr>
          <a:xfrm>
            <a:off x="11506200" y="64389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r>
              <a:rPr lang="en-US" sz="165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1506200" y="67246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Chữ ký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DNS;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195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914400" y="7353300"/>
            <a:ext cx="9525000" cy="1809750"/>
          </a:xfrm>
          <a:prstGeom prst="roundRect">
            <a:avLst>
              <a:gd name="adj" fmla="val 10526"/>
            </a:avLst>
          </a:prstGeom>
          <a:solidFill>
            <a:srgbClr val="F3EEE3"/>
          </a:solidFill>
          <a:ln/>
        </p:spPr>
      </p:sp>
      <p:sp>
        <p:nvSpPr>
          <p:cNvPr id="53" name="Text 51"/>
          <p:cNvSpPr/>
          <p:nvPr/>
        </p:nvSpPr>
        <p:spPr>
          <a:xfrm>
            <a:off x="1238250" y="75247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80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18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endParaRPr lang="en-US" sz="1800" dirty="0"/>
          </a:p>
        </p:txBody>
      </p:sp>
      <p:sp>
        <p:nvSpPr>
          <p:cNvPr id="54" name="Text richtext-1792293158454-489938901"/>
          <p:cNvSpPr/>
          <p:nvPr/>
        </p:nvSpPr>
        <p:spPr>
          <a:xfrm>
            <a:off x="1238250" y="7886700"/>
            <a:ext cx="8953500" cy="1181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ByteByteGo, snapshot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19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RFC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1035,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3596,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2782: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RFC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2181,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4034,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7208: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CNAME, DNSSEC,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SPF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10668000" y="7353300"/>
            <a:ext cx="67056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56" name="Shape 54"/>
          <p:cNvSpPr/>
          <p:nvPr/>
        </p:nvSpPr>
        <p:spPr>
          <a:xfrm>
            <a:off x="10668000" y="73533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7" name="Text 55"/>
          <p:cNvSpPr/>
          <p:nvPr/>
        </p:nvSpPr>
        <p:spPr>
          <a:xfrm>
            <a:off x="11010900" y="75057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 theo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9" name="Shape 5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0" name="Shape 5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1" name="Shape 5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2" name="Shape 6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3" name="Shape 6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4" name="Shape 6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5" name="Shape 6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6" name="Shape 6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7" name="Text 65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aded41e6-d1f2-421c-b058-9a53747533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2026-10-19T00:43:25Z</dcterms:created>
  <dcterms:modified xsi:type="dcterms:W3CDTF">2026-10-19T00:43:25Z</dcterms:modified>
</cp:coreProperties>
</file>