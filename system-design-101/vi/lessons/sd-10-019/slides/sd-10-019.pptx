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7155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của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0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81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81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8100" dirty="0"/>
          </a:p>
        </p:txBody>
      </p:sp>
      <p:sp>
        <p:nvSpPr>
          <p:cNvPr id="4" name="Connector line-1792338280726-608896163"/>
          <p:cNvSpPr/>
          <p:nvPr/>
        </p:nvSpPr>
        <p:spPr>
          <a:xfrm>
            <a:off x="914400" y="7048500"/>
            <a:ext cx="9144000" cy="0"/>
          </a:xfrm>
          <a:prstGeom prst="line">
            <a:avLst/>
          </a:prstGeom>
          <a:noFill/>
          <a:ln w="19050">
            <a:solidFill>
              <a:srgbClr val="2B2F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914400" y="8096250"/>
            <a:ext cx="2143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48025" y="8096250"/>
            <a:ext cx="2143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81650" y="8096250"/>
            <a:ext cx="2143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15275" y="8096250"/>
            <a:ext cx="2143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049000" y="1428750"/>
            <a:ext cx="3048000" cy="32385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B2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15700" y="1676400"/>
            <a:ext cx="251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1315700" y="26289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Trừu</a:t>
            </a:r>
            <a:r>
              <a:rPr lang="en-US" sz="30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315700" y="327660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Ẩn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9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 đặt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4325600" y="1428750"/>
            <a:ext cx="3048000" cy="32385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B2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592300" y="1676400"/>
            <a:ext cx="251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4592300" y="26289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592300" y="327660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9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049000" y="4953000"/>
            <a:ext cx="3048000" cy="32385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B2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15700" y="5200650"/>
            <a:ext cx="251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1315700" y="615315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315700" y="680085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mã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4325600" y="4953000"/>
            <a:ext cx="3048000" cy="32385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B2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592300" y="5200650"/>
            <a:ext cx="251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B79C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4592300" y="615315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 hình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4592300" y="680085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9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4400" y="561975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r>
              <a:rPr lang="en-US" sz="30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30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30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30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mã?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4400" y="7181850"/>
            <a:ext cx="2143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3248025" y="7181850"/>
            <a:ext cx="2143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5581650" y="7181850"/>
            <a:ext cx="2143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7915275" y="7181850"/>
            <a:ext cx="2143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3a3d018-d4c5-4734-8eb9-388289e0af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95275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86900" y="12192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</a:t>
            </a:r>
            <a:r>
              <a:rPr lang="en-US" sz="1800" b="1" spc="1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86900" y="1676400"/>
            <a:ext cx="3657600" cy="2762250"/>
          </a:xfrm>
          <a:prstGeom prst="roundRect">
            <a:avLst>
              <a:gd name="adj" fmla="val 827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1943100"/>
            <a:ext cx="312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Trừu</a:t>
            </a:r>
            <a:r>
              <a:rPr lang="en-US" sz="3450" dirty="0" spc="-3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753600" y="2686050"/>
            <a:ext cx="312420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Ẩn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373100" y="1676400"/>
            <a:ext cx="3657600" cy="2762250"/>
          </a:xfrm>
          <a:prstGeom prst="roundRect">
            <a:avLst>
              <a:gd name="adj" fmla="val 827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39800" y="1943100"/>
            <a:ext cx="312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Đóng</a:t>
            </a:r>
            <a:r>
              <a:rPr lang="en-US" sz="3450" dirty="0" spc="-2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3639800" y="2686050"/>
            <a:ext cx="312420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chế truy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486900" y="48577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b="1" spc="1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19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6900" y="5314950"/>
            <a:ext cx="3657600" cy="2762250"/>
          </a:xfrm>
          <a:prstGeom prst="roundRect">
            <a:avLst>
              <a:gd name="adj" fmla="val 827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53600" y="5581650"/>
            <a:ext cx="312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3450" dirty="0" spc="-2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thừa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753600" y="6324600"/>
            <a:ext cx="312420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mã.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373100" y="5314950"/>
            <a:ext cx="3657600" cy="2762250"/>
          </a:xfrm>
          <a:prstGeom prst="roundRect">
            <a:avLst>
              <a:gd name="adj" fmla="val 8276"/>
            </a:avLst>
          </a:prstGeom>
          <a:solidFill>
            <a:srgbClr val="E6DCF7"/>
          </a:solidFill>
          <a:ln w="28575">
            <a:solidFill>
              <a:srgbClr val="6D3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39800" y="5581650"/>
            <a:ext cx="312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6" kern="0">
                <a:solidFill>
                  <a:srgbClr val="6D3F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</a:t>
            </a:r>
            <a:r>
              <a:rPr lang="en-US" sz="3450" dirty="0" spc="-8" kern="0">
                <a:solidFill>
                  <a:srgbClr val="6D3F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3639800" y="6324600"/>
            <a:ext cx="312420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14400" y="5905500"/>
            <a:ext cx="762000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31" name="Text 29"/>
          <p:cNvSpPr/>
          <p:nvPr/>
        </p:nvSpPr>
        <p:spPr>
          <a:xfrm>
            <a:off x="1219200" y="61722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2" name="Text richtext-1792338357919-365925788"/>
          <p:cNvSpPr/>
          <p:nvPr/>
        </p:nvSpPr>
        <p:spPr>
          <a:xfrm>
            <a:off x="1219200" y="6629400"/>
            <a:ext cx="7010400" cy="16764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2c9b6cc-b789-4140-afc1-e8195859f0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</a:t>
            </a:r>
            <a:r>
              <a:rPr lang="en-US" sz="1950" b="1" spc="2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Trừu</a:t>
            </a:r>
            <a:r>
              <a:rPr lang="en-US" sz="78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Ẩn</a:t>
            </a:r>
            <a:r>
              <a:rPr lang="en-US" sz="33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33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 đặt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433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850" dirty="0" spc="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30480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dụ: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Vehicle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152900" y="495300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65532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340037-122426805"/>
          <p:cNvSpPr/>
          <p:nvPr/>
        </p:nvSpPr>
        <p:spPr>
          <a:xfrm>
            <a:off x="1219200" y="7010400"/>
            <a:ext cx="70104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nêu cách làm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2954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01200" y="1809750"/>
            <a:ext cx="7315200" cy="2381250"/>
          </a:xfrm>
          <a:prstGeom prst="roundRect">
            <a:avLst>
              <a:gd name="adj" fmla="val 96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9800" y="2038350"/>
            <a:ext cx="6858000" cy="76200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Vehicle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058400" y="3143250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stop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296900" y="3171825"/>
            <a:ext cx="3162300" cy="6286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trừu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17" name="Connector line-1792338340055-720304333"/>
          <p:cNvSpPr/>
          <p:nvPr/>
        </p:nvSpPr>
        <p:spPr>
          <a:xfrm>
            <a:off x="13258800" y="4191000"/>
            <a:ext cx="0" cy="1257300"/>
          </a:xfrm>
          <a:prstGeom prst="line">
            <a:avLst/>
          </a:prstGeom>
          <a:noFill/>
          <a:ln w="47625">
            <a:solidFill>
              <a:srgbClr val="7C93FF"/>
            </a:solidFill>
            <a:prstDash val="lgDash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01200" y="5619750"/>
            <a:ext cx="7315200" cy="2381250"/>
          </a:xfrm>
          <a:prstGeom prst="roundRect">
            <a:avLst>
              <a:gd name="adj" fmla="val 9600"/>
            </a:avLst>
          </a:prstGeom>
          <a:solidFill>
            <a:srgbClr val="14161C"/>
          </a:solidFill>
          <a:ln w="28575">
            <a:solidFill>
              <a:srgbClr val="9AA0B5"/>
            </a:solidFill>
            <a:prstDash val="lgDash"/>
          </a:ln>
        </p:spPr>
      </p:sp>
      <p:sp>
        <p:nvSpPr>
          <p:cNvPr id="19" name="Text 17"/>
          <p:cNvSpPr/>
          <p:nvPr/>
        </p:nvSpPr>
        <p:spPr>
          <a:xfrm>
            <a:off x="9906000" y="58864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ẨN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6438900"/>
            <a:ext cx="731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3300" b="1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3300" b="1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 đặt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601200" y="7162800"/>
            <a:ext cx="731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2d2dd6a4-60b3-45ce-ab0c-27db2395bd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</a:t>
            </a:r>
            <a:r>
              <a:rPr lang="en-US" sz="1950" b="1" spc="2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ENCAPSULATION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Đóng</a:t>
            </a:r>
            <a:r>
              <a:rPr lang="en-US" sz="78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3300" b="1" dirty="0" spc="-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300" b="1" dirty="0" spc="-1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433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chế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45720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65532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richtext-1792338428216-842611821"/>
          <p:cNvSpPr/>
          <p:nvPr/>
        </p:nvSpPr>
        <p:spPr>
          <a:xfrm>
            <a:off x="1219200" y="7010400"/>
            <a:ext cx="70104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Getter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setter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20550" y="1295400"/>
            <a:ext cx="2476500" cy="723900"/>
          </a:xfrm>
          <a:prstGeom prst="roundRect">
            <a:avLst>
              <a:gd name="adj" fmla="val 26316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857500"/>
            <a:ext cx="7315200" cy="5143500"/>
          </a:xfrm>
          <a:prstGeom prst="roundRect">
            <a:avLst>
              <a:gd name="adj" fmla="val 518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0" y="31051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44100" y="3771900"/>
            <a:ext cx="3238500" cy="990600"/>
          </a:xfrm>
          <a:prstGeom prst="roundRect">
            <a:avLst>
              <a:gd name="adj" fmla="val 19231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44100" y="390525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getter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944100" y="4343400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19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335000" y="3771900"/>
            <a:ext cx="3238500" cy="990600"/>
          </a:xfrm>
          <a:prstGeom prst="roundRect">
            <a:avLst>
              <a:gd name="adj" fmla="val 19231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35000" y="3905250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setter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335000" y="4343400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 ghi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endParaRPr lang="en-US" sz="1950" dirty="0"/>
          </a:p>
        </p:txBody>
      </p:sp>
      <p:sp>
        <p:nvSpPr>
          <p:cNvPr id="20" name="Connector line-1792338428238-804162070"/>
          <p:cNvSpPr/>
          <p:nvPr/>
        </p:nvSpPr>
        <p:spPr>
          <a:xfrm>
            <a:off x="11563350" y="4781550"/>
            <a:ext cx="0" cy="7810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38428239-837051996"/>
          <p:cNvSpPr/>
          <p:nvPr/>
        </p:nvSpPr>
        <p:spPr>
          <a:xfrm>
            <a:off x="14954250" y="4781550"/>
            <a:ext cx="0" cy="7810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944100" y="5657850"/>
            <a:ext cx="6629400" cy="1428750"/>
          </a:xfrm>
          <a:prstGeom prst="roundRect">
            <a:avLst>
              <a:gd name="adj" fmla="val 1466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9944100" y="7353300"/>
            <a:ext cx="6629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4" name="Connector line-1792339168717-464958499"/>
          <p:cNvSpPr/>
          <p:nvPr/>
        </p:nvSpPr>
        <p:spPr>
          <a:xfrm flipH="1">
            <a:off x="11563350" y="2038350"/>
            <a:ext cx="933450" cy="16764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35" name="Connector line-1792339168718-574642240"/>
          <p:cNvSpPr/>
          <p:nvPr/>
        </p:nvSpPr>
        <p:spPr>
          <a:xfrm>
            <a:off x="14020800" y="2038350"/>
            <a:ext cx="933450" cy="16764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87466ae7-04c6-4301-9880-229745f536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</a:t>
            </a:r>
            <a:r>
              <a:rPr lang="en-US" sz="1950" b="1" spc="2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INHERITANCE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1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78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thừa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330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330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33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33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3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3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433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8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8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8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676650" y="4953000"/>
            <a:ext cx="47625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dụ: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</a:t>
            </a:r>
            <a:r>
              <a:rPr lang="en-US" sz="22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2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Vehicle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65532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546626-202089709"/>
          <p:cNvSpPr/>
          <p:nvPr/>
        </p:nvSpPr>
        <p:spPr>
          <a:xfrm>
            <a:off x="1219200" y="7010400"/>
            <a:ext cx="70104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cha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Vehicle,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44200" y="12382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44200" y="1638300"/>
            <a:ext cx="5029200" cy="217170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0" y="1866900"/>
            <a:ext cx="4572000" cy="685800"/>
          </a:xfrm>
          <a:prstGeom prst="roundRect">
            <a:avLst>
              <a:gd name="adj" fmla="val 22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Vehicle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049000" y="27432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049000" y="32194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17" name="Connector line-1792338546639-362026654"/>
          <p:cNvSpPr/>
          <p:nvPr/>
        </p:nvSpPr>
        <p:spPr>
          <a:xfrm flipV="1">
            <a:off x="13258800" y="3886200"/>
            <a:ext cx="0" cy="21526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563600" y="474345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550" b="1" dirty="0" spc="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744200" y="56959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744200" y="6096000"/>
            <a:ext cx="5029200" cy="217170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0" y="6324600"/>
            <a:ext cx="4572000" cy="685800"/>
          </a:xfrm>
          <a:prstGeom prst="roundRect">
            <a:avLst>
              <a:gd name="adj" fmla="val 22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0972800" y="7239000"/>
            <a:ext cx="4572000" cy="800100"/>
          </a:xfrm>
          <a:prstGeom prst="roundRect">
            <a:avLst>
              <a:gd name="adj" fmla="val 19048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lgDash"/>
          </a:ln>
        </p:spPr>
      </p:sp>
      <p:sp>
        <p:nvSpPr>
          <p:cNvPr id="23" name="Text 21"/>
          <p:cNvSpPr/>
          <p:nvPr/>
        </p:nvSpPr>
        <p:spPr>
          <a:xfrm>
            <a:off x="11163300" y="7296150"/>
            <a:ext cx="419100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Thừa</a:t>
            </a:r>
            <a:r>
              <a:rPr lang="en-US" sz="19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hưởng: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</a:t>
            </a:r>
            <a:r>
              <a:rPr lang="en-US" sz="19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9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Vehicle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23f0217-2070-4b13-afab-735d9cf64e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</a:t>
            </a:r>
            <a:r>
              <a:rPr lang="en-US" sz="1950" b="1" spc="202" kern="0" dirty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1950" b="1" spc="226" kern="0" dirty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1" kern="0" dirty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POLYMORPHISM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7" kern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300" b="1" dirty="0" spc="-17" kern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3" kern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3300" b="1" dirty="0" spc="10" kern="0">
                <a:solidFill>
                  <a:srgbClr val="6D3F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5433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 thức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3486150" cy="685800"/>
          </a:xfrm>
          <a:prstGeom prst="roundRect">
            <a:avLst>
              <a:gd name="adj" fmla="val 50000"/>
            </a:avLst>
          </a:prstGeom>
          <a:solidFill>
            <a:srgbClr val="6D3F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2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591050" y="4953000"/>
            <a:ext cx="3486150" cy="685800"/>
          </a:xfrm>
          <a:prstGeom prst="roundRect">
            <a:avLst>
              <a:gd name="adj" fmla="val 50000"/>
            </a:avLst>
          </a:prstGeom>
          <a:solidFill>
            <a:srgbClr val="6D3F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nhau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E6DCF7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65532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richtext-1792338558220-8745289"/>
          <p:cNvSpPr/>
          <p:nvPr/>
        </p:nvSpPr>
        <p:spPr>
          <a:xfrm>
            <a:off x="1219200" y="7010400"/>
            <a:ext cx="70104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44300" y="1333500"/>
            <a:ext cx="3429000" cy="914400"/>
          </a:xfrm>
          <a:prstGeom prst="roundRect">
            <a:avLst>
              <a:gd name="adj" fmla="val 25000"/>
            </a:avLst>
          </a:prstGeom>
          <a:solidFill>
            <a:srgbClr val="6D3F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</a:t>
            </a:r>
            <a:endParaRPr lang="en-US" sz="3000" dirty="0"/>
          </a:p>
        </p:txBody>
      </p:sp>
      <p:sp>
        <p:nvSpPr>
          <p:cNvPr id="13" name="Connector line-1792338558227-258597216"/>
          <p:cNvSpPr/>
          <p:nvPr/>
        </p:nvSpPr>
        <p:spPr>
          <a:xfrm flipH="1">
            <a:off x="11258550" y="2266950"/>
            <a:ext cx="1123950" cy="1466850"/>
          </a:xfrm>
          <a:prstGeom prst="line">
            <a:avLst/>
          </a:prstGeom>
          <a:noFill/>
          <a:ln w="47625">
            <a:solidFill>
              <a:srgbClr val="6D3FC4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38558227-242731109"/>
          <p:cNvSpPr/>
          <p:nvPr/>
        </p:nvSpPr>
        <p:spPr>
          <a:xfrm>
            <a:off x="14135100" y="2266950"/>
            <a:ext cx="1123950" cy="1466850"/>
          </a:xfrm>
          <a:prstGeom prst="line">
            <a:avLst/>
          </a:prstGeom>
          <a:noFill/>
          <a:ln w="47625">
            <a:solidFill>
              <a:srgbClr val="6D3FC4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86900" y="3810000"/>
            <a:ext cx="3543300" cy="1333500"/>
          </a:xfrm>
          <a:prstGeom prst="roundRect">
            <a:avLst>
              <a:gd name="adj" fmla="val 17143"/>
            </a:avLst>
          </a:prstGeom>
          <a:solidFill>
            <a:srgbClr val="E6DCF7"/>
          </a:solidFill>
          <a:ln w="28575">
            <a:solidFill>
              <a:srgbClr val="6D3FC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487400" y="3810000"/>
            <a:ext cx="3543300" cy="1333500"/>
          </a:xfrm>
          <a:prstGeom prst="roundRect">
            <a:avLst>
              <a:gd name="adj" fmla="val 17143"/>
            </a:avLst>
          </a:prstGeom>
          <a:solidFill>
            <a:srgbClr val="E6DCF7"/>
          </a:solidFill>
          <a:ln w="28575">
            <a:solidFill>
              <a:srgbClr val="6D3FC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17" name="Connector line-1792338558230-709737278"/>
          <p:cNvSpPr/>
          <p:nvPr/>
        </p:nvSpPr>
        <p:spPr>
          <a:xfrm>
            <a:off x="11258550" y="5162550"/>
            <a:ext cx="0" cy="990600"/>
          </a:xfrm>
          <a:prstGeom prst="line">
            <a:avLst/>
          </a:prstGeom>
          <a:noFill/>
          <a:ln w="47625">
            <a:solidFill>
              <a:srgbClr val="6D3FC4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8558230-928098878"/>
          <p:cNvSpPr/>
          <p:nvPr/>
        </p:nvSpPr>
        <p:spPr>
          <a:xfrm>
            <a:off x="15259050" y="5162550"/>
            <a:ext cx="0" cy="990600"/>
          </a:xfrm>
          <a:prstGeom prst="line">
            <a:avLst/>
          </a:prstGeom>
          <a:noFill/>
          <a:ln w="47625">
            <a:solidFill>
              <a:srgbClr val="6D3FC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486900" y="6229350"/>
            <a:ext cx="3543300" cy="1238250"/>
          </a:xfrm>
          <a:prstGeom prst="roundRect">
            <a:avLst>
              <a:gd name="adj" fmla="val 18462"/>
            </a:avLst>
          </a:prstGeom>
          <a:solidFill>
            <a:srgbClr val="6D3F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487400" y="6229350"/>
            <a:ext cx="3543300" cy="1238250"/>
          </a:xfrm>
          <a:prstGeom prst="roundRect">
            <a:avLst>
              <a:gd name="adj" fmla="val 18462"/>
            </a:avLst>
          </a:prstGeom>
          <a:solidFill>
            <a:srgbClr val="6D3F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486900" y="7905750"/>
            <a:ext cx="7543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54889a2-4e7d-4741-9fd4-95983df93d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955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Python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0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33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3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3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3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7620000" cy="3905250"/>
          </a:xfrm>
          <a:prstGeom prst="roundRect">
            <a:avLst>
              <a:gd name="adj" fmla="val 6829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48387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B2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12573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1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0" y="1714500"/>
            <a:ext cx="7315200" cy="1905000"/>
          </a:xfrm>
          <a:prstGeom prst="roundRect">
            <a:avLst>
              <a:gd name="adj" fmla="val 12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86950" y="2362200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9886950" y="23622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763250" y="196215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7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70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763250" y="25146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(derived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class)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(override)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601200" y="3905250"/>
            <a:ext cx="7315200" cy="1905000"/>
          </a:xfrm>
          <a:prstGeom prst="roundRect">
            <a:avLst>
              <a:gd name="adj" fmla="val 12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86950" y="4552950"/>
            <a:ext cx="609600" cy="6096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9886950" y="45529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763250" y="415290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7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7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763250" y="47053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gạch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công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01200" y="6096000"/>
            <a:ext cx="7315200" cy="1905000"/>
          </a:xfrm>
          <a:prstGeom prst="roundRect">
            <a:avLst>
              <a:gd name="adj" fmla="val 12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86950" y="6743700"/>
            <a:ext cx="609600" cy="6096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9886950" y="67437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763250" y="634365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Mô-đun</a:t>
            </a:r>
            <a:r>
              <a:rPr lang="en-US" sz="27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abc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763250" y="68961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trừu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4" name="Text richtext-1792339201178-659605538"/>
          <p:cNvSpPr/>
          <p:nvPr/>
        </p:nvSpPr>
        <p:spPr>
          <a:xfrm>
            <a:off x="1219200" y="5334000"/>
            <a:ext cx="5143500" cy="3048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Vehicle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 là minh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hình: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ccdb0232-79d6-4a71-8f1e-2f4d9237df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52425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7719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4210050"/>
            <a:ext cx="70104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Vehicle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r>
              <a:rPr lang="en-US" sz="255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0960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63436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9200" y="6781800"/>
            <a:ext cx="70104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stop.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6900" y="125730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53600" y="203835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753600" y="2038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763250" y="14668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650" b="1" spc="13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763250" y="1790700"/>
            <a:ext cx="609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dirty="0" spc="-6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4050" dirty="0" spc="-2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thừa</a:t>
            </a:r>
            <a:endParaRPr lang="en-US" sz="4050" dirty="0"/>
          </a:p>
        </p:txBody>
      </p:sp>
      <p:sp>
        <p:nvSpPr>
          <p:cNvPr id="16" name="Text 14"/>
          <p:cNvSpPr/>
          <p:nvPr/>
        </p:nvSpPr>
        <p:spPr>
          <a:xfrm>
            <a:off x="10763250" y="2533650"/>
            <a:ext cx="60960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Vehicle,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mã.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486900" y="373380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E6DCF7"/>
          </a:solidFill>
          <a:ln w="28575">
            <a:solidFill>
              <a:srgbClr val="6D3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53600" y="4514850"/>
            <a:ext cx="685800" cy="685800"/>
          </a:xfrm>
          <a:prstGeom prst="ellipse">
            <a:avLst/>
          </a:prstGeom>
          <a:solidFill>
            <a:srgbClr val="6D3FC4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45148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63250" y="39433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650" b="1" spc="13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6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763250" y="4267200"/>
            <a:ext cx="609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dirty="0" spc="-19" kern="0">
                <a:solidFill>
                  <a:srgbClr val="6D3F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</a:t>
            </a:r>
            <a:r>
              <a:rPr lang="en-US" sz="4050" dirty="0" spc="-10" kern="0">
                <a:solidFill>
                  <a:srgbClr val="6D3F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4050" dirty="0"/>
          </a:p>
        </p:txBody>
      </p:sp>
      <p:sp>
        <p:nvSpPr>
          <p:cNvPr id="22" name="Text 20"/>
          <p:cNvSpPr/>
          <p:nvPr/>
        </p:nvSpPr>
        <p:spPr>
          <a:xfrm>
            <a:off x="10763250" y="5010150"/>
            <a:ext cx="60960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 được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86900" y="6210300"/>
            <a:ext cx="7543800" cy="2247900"/>
          </a:xfrm>
          <a:prstGeom prst="roundRect">
            <a:avLst>
              <a:gd name="adj" fmla="val 1016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53600" y="6991350"/>
            <a:ext cx="685800" cy="685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0" y="6991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763250" y="64198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1650" b="1" spc="14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1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6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763250" y="6743700"/>
            <a:ext cx="609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dirty="0" spc="-1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Trừu</a:t>
            </a:r>
            <a:r>
              <a:rPr lang="en-US" sz="4050" dirty="0" spc="-4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4050" dirty="0"/>
          </a:p>
        </p:txBody>
      </p:sp>
      <p:sp>
        <p:nvSpPr>
          <p:cNvPr id="28" name="Text 26"/>
          <p:cNvSpPr/>
          <p:nvPr/>
        </p:nvSpPr>
        <p:spPr>
          <a:xfrm>
            <a:off x="10763250" y="7486650"/>
            <a:ext cx="60960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làm.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4d74f960-8afa-47d4-b7e3-dce5e266dc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099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" y="3409950"/>
            <a:ext cx="4800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4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</a:t>
            </a:r>
            <a:r>
              <a:rPr lang="en-US" sz="4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181100" y="5181600"/>
            <a:ext cx="480060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10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743700" y="30099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743700" y="3409950"/>
            <a:ext cx="4800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r>
              <a:rPr lang="en-US" sz="4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743700" y="4229100"/>
            <a:ext cx="480060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private,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43700" y="5181600"/>
            <a:ext cx="480060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4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039600" y="2762250"/>
            <a:ext cx="533400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06300" y="30099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06300" y="3409950"/>
            <a:ext cx="4800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306300" y="4229100"/>
            <a:ext cx="480060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gạch</a:t>
            </a:r>
            <a:r>
              <a:rPr lang="en-US" sz="210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06300" y="5181600"/>
            <a:ext cx="480060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ước,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381750"/>
            <a:ext cx="164592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" y="6629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81100" y="4229100"/>
            <a:ext cx="480060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Trừu</a:t>
            </a:r>
            <a:r>
              <a:rPr lang="en-US" sz="210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pPr algn="l" indent="0" marL="0">
              <a:lnSpc>
                <a:spcPts val="2835"/>
              </a:lnSpc>
              <a:buNone/>
            </a:pPr>
            <a:r>
              <a:rPr lang="en-US" sz="2100" b="1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835"/>
              </a:lnSpc>
              <a:buNone/>
            </a:pP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b="1" dirty="0" spc="-4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pPr algn="l" indent="0" marL="0">
              <a:lnSpc>
                <a:spcPts val="2835"/>
              </a:lnSpc>
              <a:buNone/>
            </a:pPr>
            <a:r>
              <a:rPr lang="en-US" sz="2100" b="1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835"/>
              </a:lnSpc>
              <a:buNone/>
            </a:pPr>
            <a:r>
              <a:rPr lang="en-US" sz="2100" b="1" dirty="0" spc="-5" kern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</a:t>
            </a:r>
            <a:r>
              <a:rPr lang="en-US" sz="2100" b="1" dirty="0" spc="0" kern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31" name="Text richtext-1792339163312-476579606"/>
          <p:cNvSpPr/>
          <p:nvPr/>
        </p:nvSpPr>
        <p:spPr>
          <a:xfrm>
            <a:off x="1219200" y="7029450"/>
            <a:ext cx="15849600" cy="9144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Python: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abc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219200" y="8058150"/>
            <a:ext cx="1584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a20392d2-72db-47ef-9391-b6a0fa34d2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2026-10-18T16:00:22Z</dcterms:created>
  <dcterms:modified xsi:type="dcterms:W3CDTF">2026-10-18T16:00:22Z</dcterms:modified>
</cp:coreProperties>
</file>