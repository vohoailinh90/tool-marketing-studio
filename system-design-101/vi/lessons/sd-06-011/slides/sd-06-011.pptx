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Memcached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memcached:</a:t>
            </a:r>
            <a:r>
              <a:rPr lang="en-US" sz="28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8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Redis: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Giống nhau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5532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nhau,</a:t>
            </a:r>
            <a:r>
              <a:rPr lang="en-US" sz="39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1920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Bitmap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ea1c5349-076a-46b9-904e-e687fb28c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Redis: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memcached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phức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3450" dirty="0" spc="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34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khối</a:t>
            </a:r>
            <a:r>
              <a:rPr lang="en-US" sz="34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byte,</a:t>
            </a:r>
            <a:r>
              <a:rPr lang="en-US" sz="3450" dirty="0" spc="5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r>
              <a:rPr lang="en-US" sz="34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lấy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Thao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450" dirty="0" spc="-1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34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list,</a:t>
            </a:r>
            <a:r>
              <a:rPr lang="en-US" sz="3450" dirty="0" spc="-1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set</a:t>
            </a:r>
            <a:r>
              <a:rPr lang="en-US" sz="3450" dirty="0" spc="-3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trúc</a:t>
            </a:r>
            <a:r>
              <a:rPr lang="en-US" sz="34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34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tự.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267cb7-8e0b-4c6b-8398-c59d057542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GIỐNG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Đẩy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0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khi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đầy: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memcached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sẵn,</a:t>
            </a:r>
            <a:r>
              <a:rPr lang="en-US" sz="300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902acea-cadc-4b7e-b2e5-7198d448d4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195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khác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9530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39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600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530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2395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bitmap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572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4933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MiB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530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905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267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Khởi</a:t>
            </a:r>
            <a:r>
              <a:rPr lang="en-US" sz="24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530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2395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7239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7239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33500" y="7600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Luồng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xử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530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2395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chính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2680986-fda1-44d8-9a50-5cbd568ef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195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r>
              <a:rPr lang="en-US" sz="18000" dirty="0" spc="-3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18000" dirty="0" spc="-4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khoảng</a:t>
            </a:r>
            <a:r>
              <a:rPr lang="en-US" sz="28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164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nghìn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a4cc49-21ab-467d-a5c1-3c792140c7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MiB: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 chỉ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Text 27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8ff919d-9020-4ad1-af12-2d7fb9433e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thích,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620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095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memcached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334000" y="38100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100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7150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7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62865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ZINCRBY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620500" y="62865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ZREVRANGE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1a76a9-a43e-4a21-9d92-b0be31a2d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nguồn:</a:t>
            </a: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000" dirty="0" spc="-2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bốn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này: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mềm,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bitmap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4A4E5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bàn:</a:t>
            </a:r>
            <a:r>
              <a:rPr lang="en-US" sz="3000" dirty="0" spc="-5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tốc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độ,</a:t>
            </a:r>
            <a:r>
              <a:rPr lang="en-US" sz="3000" dirty="0" spc="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chép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 liệu,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b501d8-bdb6-46c4-964b-7f3e205843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mebibyte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5532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megabyte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920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RDB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 (README)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(README)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726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-6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dbb6e8d-93ec-4200-84be-b97664cdb3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2026-10-19T14:05:35Z</dcterms:created>
  <dcterms:modified xsi:type="dcterms:W3CDTF">2026-10-19T14:05:35Z</dcterms:modified>
</cp:coreProperties>
</file>